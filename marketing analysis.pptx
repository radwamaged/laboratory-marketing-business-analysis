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5" r:id="rId4"/>
  </p:sldMasterIdLst>
  <p:notesMasterIdLst>
    <p:notesMasterId r:id="rId18"/>
  </p:notesMasterIdLst>
  <p:sldIdLst>
    <p:sldId id="256" r:id="rId5"/>
    <p:sldId id="257" r:id="rId6"/>
    <p:sldId id="258" r:id="rId7"/>
    <p:sldId id="259" r:id="rId8"/>
    <p:sldId id="260" r:id="rId9"/>
    <p:sldId id="261" r:id="rId10"/>
    <p:sldId id="315" r:id="rId11"/>
    <p:sldId id="313" r:id="rId12"/>
    <p:sldId id="264" r:id="rId13"/>
    <p:sldId id="314" r:id="rId14"/>
    <p:sldId id="309" r:id="rId15"/>
    <p:sldId id="317" r:id="rId16"/>
    <p:sldId id="310"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4585"/>
    <a:srgbClr val="4949E7"/>
    <a:srgbClr val="0F5CB1"/>
    <a:srgbClr val="3F7DC1"/>
    <a:srgbClr val="C8F8F0"/>
    <a:srgbClr val="F1F1F1"/>
    <a:srgbClr val="EFEFEF"/>
    <a:srgbClr val="5EB2FC"/>
    <a:srgbClr val="C7F7EF"/>
    <a:srgbClr val="18818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3" d="100"/>
          <a:sy n="83" d="100"/>
        </p:scale>
        <p:origin x="686"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rawing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DBFB5C8-B9C8-446A-AC90-1CB83448CA35}" type="doc">
      <dgm:prSet loTypeId="urn:microsoft.com/office/officeart/2018/5/layout/IconCircleLabelList" loCatId="icon" qsTypeId="urn:microsoft.com/office/officeart/2005/8/quickstyle/simple1" qsCatId="simple" csTypeId="urn:microsoft.com/office/officeart/2005/8/colors/accent1_2" csCatId="accent1" phldr="1"/>
      <dgm:spPr/>
      <dgm:t>
        <a:bodyPr/>
        <a:lstStyle/>
        <a:p>
          <a:endParaRPr lang="en-US"/>
        </a:p>
      </dgm:t>
    </dgm:pt>
    <dgm:pt modelId="{47E3E82D-4AF6-4D60-A1BA-498A47F64F8F}">
      <dgm:prSet custT="1"/>
      <dgm:spPr/>
      <dgm:t>
        <a:bodyPr/>
        <a:lstStyle/>
        <a:p>
          <a:pPr>
            <a:lnSpc>
              <a:spcPct val="100000"/>
            </a:lnSpc>
            <a:defRPr cap="all"/>
          </a:pPr>
          <a:endParaRPr lang="en-US" sz="1600" cap="none" dirty="0">
            <a:solidFill>
              <a:schemeClr val="tx1">
                <a:lumMod val="95000"/>
                <a:lumOff val="5000"/>
              </a:schemeClr>
            </a:solidFill>
            <a:latin typeface="Montserrat" panose="00000500000000000000" pitchFamily="2" charset="0"/>
          </a:endParaRPr>
        </a:p>
        <a:p>
          <a:pPr>
            <a:lnSpc>
              <a:spcPct val="100000"/>
            </a:lnSpc>
            <a:defRPr cap="all"/>
          </a:pPr>
          <a:r>
            <a:rPr lang="en-US" sz="1600" cap="none" dirty="0">
              <a:solidFill>
                <a:schemeClr val="tx1">
                  <a:lumMod val="95000"/>
                  <a:lumOff val="5000"/>
                </a:schemeClr>
              </a:solidFill>
              <a:latin typeface="Montserrat" panose="00000500000000000000" pitchFamily="2" charset="0"/>
            </a:rPr>
            <a:t>Conduct marketing analysis for Mabaret El Asafra labs</a:t>
          </a:r>
        </a:p>
      </dgm:t>
    </dgm:pt>
    <dgm:pt modelId="{78327FD6-E14C-4E9F-A4EA-E6185DCD68EC}" type="parTrans" cxnId="{4C7368AB-1001-44B0-BAB0-D861796899DE}">
      <dgm:prSet/>
      <dgm:spPr/>
      <dgm:t>
        <a:bodyPr/>
        <a:lstStyle/>
        <a:p>
          <a:endParaRPr lang="en-US"/>
        </a:p>
      </dgm:t>
    </dgm:pt>
    <dgm:pt modelId="{DC37C938-ECF7-46EC-8B45-A1A45E4FFBEC}" type="sibTrans" cxnId="{4C7368AB-1001-44B0-BAB0-D861796899DE}">
      <dgm:prSet/>
      <dgm:spPr/>
      <dgm:t>
        <a:bodyPr/>
        <a:lstStyle/>
        <a:p>
          <a:endParaRPr lang="en-US"/>
        </a:p>
      </dgm:t>
    </dgm:pt>
    <dgm:pt modelId="{5BEF85C5-0A58-40FB-8BF2-253F247BE2C2}">
      <dgm:prSet custT="1"/>
      <dgm:spPr/>
      <dgm:t>
        <a:bodyPr/>
        <a:lstStyle/>
        <a:p>
          <a:pPr>
            <a:lnSpc>
              <a:spcPct val="100000"/>
            </a:lnSpc>
            <a:defRPr cap="all"/>
          </a:pPr>
          <a:r>
            <a:rPr lang="en-US" sz="1600" cap="none" dirty="0">
              <a:solidFill>
                <a:schemeClr val="tx1">
                  <a:lumMod val="95000"/>
                  <a:lumOff val="5000"/>
                </a:schemeClr>
              </a:solidFill>
              <a:latin typeface="Montserrat" panose="00000500000000000000" pitchFamily="2" charset="0"/>
            </a:rPr>
            <a:t>Review the current market strategy, marketing programs and marketing analytics</a:t>
          </a:r>
          <a:r>
            <a:rPr lang="en-US" sz="1800" cap="none" dirty="0">
              <a:solidFill>
                <a:schemeClr val="tx1">
                  <a:lumMod val="95000"/>
                  <a:lumOff val="5000"/>
                </a:schemeClr>
              </a:solidFill>
              <a:latin typeface="Montserrat" panose="00000500000000000000" pitchFamily="2" charset="0"/>
            </a:rPr>
            <a:t>.</a:t>
          </a:r>
        </a:p>
      </dgm:t>
    </dgm:pt>
    <dgm:pt modelId="{548EEB0A-08A8-4539-9CBF-13CBB45E63EA}" type="parTrans" cxnId="{3008D3E4-FAB1-40E3-9173-85EB37FF29CB}">
      <dgm:prSet/>
      <dgm:spPr/>
      <dgm:t>
        <a:bodyPr/>
        <a:lstStyle/>
        <a:p>
          <a:endParaRPr lang="en-US"/>
        </a:p>
      </dgm:t>
    </dgm:pt>
    <dgm:pt modelId="{27B08445-F365-4511-9272-8D1EE33F5026}" type="sibTrans" cxnId="{3008D3E4-FAB1-40E3-9173-85EB37FF29CB}">
      <dgm:prSet/>
      <dgm:spPr/>
      <dgm:t>
        <a:bodyPr/>
        <a:lstStyle/>
        <a:p>
          <a:endParaRPr lang="en-US"/>
        </a:p>
      </dgm:t>
    </dgm:pt>
    <dgm:pt modelId="{25407C75-FA31-428C-A8C8-AEDAEA38417C}">
      <dgm:prSet custT="1"/>
      <dgm:spPr/>
      <dgm:t>
        <a:bodyPr/>
        <a:lstStyle/>
        <a:p>
          <a:pPr>
            <a:lnSpc>
              <a:spcPct val="100000"/>
            </a:lnSpc>
            <a:defRPr cap="all"/>
          </a:pPr>
          <a:r>
            <a:rPr lang="en-US" sz="1600" cap="none" dirty="0">
              <a:solidFill>
                <a:schemeClr val="tx1">
                  <a:lumMod val="95000"/>
                  <a:lumOff val="5000"/>
                </a:schemeClr>
              </a:solidFill>
              <a:latin typeface="Montserrat" panose="00000500000000000000" pitchFamily="2" charset="0"/>
            </a:rPr>
            <a:t>Develop effective marketing strategy, marketing programs (4 P’s) and marketing analytics for Mabaret El Asafra labs. </a:t>
          </a:r>
        </a:p>
      </dgm:t>
    </dgm:pt>
    <dgm:pt modelId="{E86592ED-6C6D-4264-A247-1FC6EA4D1BC8}" type="parTrans" cxnId="{5E1A7F84-2947-4E33-9D37-263DEEB29353}">
      <dgm:prSet/>
      <dgm:spPr/>
      <dgm:t>
        <a:bodyPr/>
        <a:lstStyle/>
        <a:p>
          <a:endParaRPr lang="en-US"/>
        </a:p>
      </dgm:t>
    </dgm:pt>
    <dgm:pt modelId="{C406AF4B-8458-4346-9D94-3FA36635FC1F}" type="sibTrans" cxnId="{5E1A7F84-2947-4E33-9D37-263DEEB29353}">
      <dgm:prSet/>
      <dgm:spPr/>
      <dgm:t>
        <a:bodyPr/>
        <a:lstStyle/>
        <a:p>
          <a:endParaRPr lang="en-US"/>
        </a:p>
      </dgm:t>
    </dgm:pt>
    <dgm:pt modelId="{395E94B9-5034-43F7-B0A5-1BBB08D05346}" type="pres">
      <dgm:prSet presAssocID="{2DBFB5C8-B9C8-446A-AC90-1CB83448CA35}" presName="root" presStyleCnt="0">
        <dgm:presLayoutVars>
          <dgm:dir/>
          <dgm:resizeHandles val="exact"/>
        </dgm:presLayoutVars>
      </dgm:prSet>
      <dgm:spPr/>
    </dgm:pt>
    <dgm:pt modelId="{B4CBCC64-418A-4CE0-8BF8-52E06BB03C20}" type="pres">
      <dgm:prSet presAssocID="{47E3E82D-4AF6-4D60-A1BA-498A47F64F8F}" presName="compNode" presStyleCnt="0"/>
      <dgm:spPr/>
    </dgm:pt>
    <dgm:pt modelId="{1AF1D055-79FE-49D9-B3B7-A316A3D17691}" type="pres">
      <dgm:prSet presAssocID="{47E3E82D-4AF6-4D60-A1BA-498A47F64F8F}" presName="iconBgRect" presStyleLbl="bgShp" presStyleIdx="0" presStyleCnt="3"/>
      <dgm:spPr/>
    </dgm:pt>
    <dgm:pt modelId="{63ACE093-0C6D-4A3B-981D-CF5F29C492CE}" type="pres">
      <dgm:prSet presAssocID="{47E3E82D-4AF6-4D60-A1BA-498A47F64F8F}"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Bar chart"/>
        </a:ext>
      </dgm:extLst>
    </dgm:pt>
    <dgm:pt modelId="{0A5CE672-C359-491B-9AC0-02A53AAFFBEA}" type="pres">
      <dgm:prSet presAssocID="{47E3E82D-4AF6-4D60-A1BA-498A47F64F8F}" presName="spaceRect" presStyleCnt="0"/>
      <dgm:spPr/>
    </dgm:pt>
    <dgm:pt modelId="{63394204-774D-49DC-BE97-B60F472FCDE0}" type="pres">
      <dgm:prSet presAssocID="{47E3E82D-4AF6-4D60-A1BA-498A47F64F8F}" presName="textRect" presStyleLbl="revTx" presStyleIdx="0" presStyleCnt="3" custLinFactNeighborX="1228" custLinFactNeighborY="-56546">
        <dgm:presLayoutVars>
          <dgm:chMax val="1"/>
          <dgm:chPref val="1"/>
        </dgm:presLayoutVars>
      </dgm:prSet>
      <dgm:spPr/>
    </dgm:pt>
    <dgm:pt modelId="{0D2C640C-F351-433B-B47B-59E100BDCAE4}" type="pres">
      <dgm:prSet presAssocID="{DC37C938-ECF7-46EC-8B45-A1A45E4FFBEC}" presName="sibTrans" presStyleCnt="0"/>
      <dgm:spPr/>
    </dgm:pt>
    <dgm:pt modelId="{4838A7B6-570E-4A28-9E20-AA6E428EB2D4}" type="pres">
      <dgm:prSet presAssocID="{5BEF85C5-0A58-40FB-8BF2-253F247BE2C2}" presName="compNode" presStyleCnt="0"/>
      <dgm:spPr/>
    </dgm:pt>
    <dgm:pt modelId="{D52EE01F-3DA8-4832-A4C9-BAF38AD8DAD2}" type="pres">
      <dgm:prSet presAssocID="{5BEF85C5-0A58-40FB-8BF2-253F247BE2C2}" presName="iconBgRect" presStyleLbl="bgShp" presStyleIdx="1" presStyleCnt="3"/>
      <dgm:spPr/>
    </dgm:pt>
    <dgm:pt modelId="{68D4EBB6-2A48-4FF6-B248-8DA088CA76B1}" type="pres">
      <dgm:prSet presAssocID="{5BEF85C5-0A58-40FB-8BF2-253F247BE2C2}"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Advertising"/>
        </a:ext>
      </dgm:extLst>
    </dgm:pt>
    <dgm:pt modelId="{E852452D-D4F3-4435-8A9F-F97ED729D83F}" type="pres">
      <dgm:prSet presAssocID="{5BEF85C5-0A58-40FB-8BF2-253F247BE2C2}" presName="spaceRect" presStyleCnt="0"/>
      <dgm:spPr/>
    </dgm:pt>
    <dgm:pt modelId="{1C0D38AD-92FC-4328-AF8D-35838942C158}" type="pres">
      <dgm:prSet presAssocID="{5BEF85C5-0A58-40FB-8BF2-253F247BE2C2}" presName="textRect" presStyleLbl="revTx" presStyleIdx="1" presStyleCnt="3" custLinFactNeighborX="-4262" custLinFactNeighborY="-30224">
        <dgm:presLayoutVars>
          <dgm:chMax val="1"/>
          <dgm:chPref val="1"/>
        </dgm:presLayoutVars>
      </dgm:prSet>
      <dgm:spPr/>
    </dgm:pt>
    <dgm:pt modelId="{A68B7D57-BF58-4E36-AACD-F6789EB4E3C1}" type="pres">
      <dgm:prSet presAssocID="{27B08445-F365-4511-9272-8D1EE33F5026}" presName="sibTrans" presStyleCnt="0"/>
      <dgm:spPr/>
    </dgm:pt>
    <dgm:pt modelId="{7C84F3BE-54CB-4C08-A5F5-34A1AA8DA63B}" type="pres">
      <dgm:prSet presAssocID="{25407C75-FA31-428C-A8C8-AEDAEA38417C}" presName="compNode" presStyleCnt="0"/>
      <dgm:spPr/>
    </dgm:pt>
    <dgm:pt modelId="{5CC9CBE4-ACE2-419E-A2C9-9DE1ADBC686C}" type="pres">
      <dgm:prSet presAssocID="{25407C75-FA31-428C-A8C8-AEDAEA38417C}" presName="iconBgRect" presStyleLbl="bgShp" presStyleIdx="2" presStyleCnt="3"/>
      <dgm:spPr/>
    </dgm:pt>
    <dgm:pt modelId="{060ADB87-7FAB-49CA-9FF9-985ADB59F901}" type="pres">
      <dgm:prSet presAssocID="{25407C75-FA31-428C-A8C8-AEDAEA38417C}"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Target Audience"/>
        </a:ext>
      </dgm:extLst>
    </dgm:pt>
    <dgm:pt modelId="{4C436C28-EFBD-481F-B44F-911F367AF2DF}" type="pres">
      <dgm:prSet presAssocID="{25407C75-FA31-428C-A8C8-AEDAEA38417C}" presName="spaceRect" presStyleCnt="0"/>
      <dgm:spPr/>
    </dgm:pt>
    <dgm:pt modelId="{0FBF3778-C284-4702-A671-A6440ED5EA04}" type="pres">
      <dgm:prSet presAssocID="{25407C75-FA31-428C-A8C8-AEDAEA38417C}" presName="textRect" presStyleLbl="revTx" presStyleIdx="2" presStyleCnt="3" custLinFactNeighborX="1439" custLinFactNeighborY="-31322">
        <dgm:presLayoutVars>
          <dgm:chMax val="1"/>
          <dgm:chPref val="1"/>
        </dgm:presLayoutVars>
      </dgm:prSet>
      <dgm:spPr/>
    </dgm:pt>
  </dgm:ptLst>
  <dgm:cxnLst>
    <dgm:cxn modelId="{A1B2DE01-AD1E-4E92-92E3-1BC9D83B1A58}" type="presOf" srcId="{25407C75-FA31-428C-A8C8-AEDAEA38417C}" destId="{0FBF3778-C284-4702-A671-A6440ED5EA04}" srcOrd="0" destOrd="0" presId="urn:microsoft.com/office/officeart/2018/5/layout/IconCircleLabelList"/>
    <dgm:cxn modelId="{A826F630-4FA7-4477-A2DB-9F8AF9A3F067}" type="presOf" srcId="{2DBFB5C8-B9C8-446A-AC90-1CB83448CA35}" destId="{395E94B9-5034-43F7-B0A5-1BBB08D05346}" srcOrd="0" destOrd="0" presId="urn:microsoft.com/office/officeart/2018/5/layout/IconCircleLabelList"/>
    <dgm:cxn modelId="{5E1A7F84-2947-4E33-9D37-263DEEB29353}" srcId="{2DBFB5C8-B9C8-446A-AC90-1CB83448CA35}" destId="{25407C75-FA31-428C-A8C8-AEDAEA38417C}" srcOrd="2" destOrd="0" parTransId="{E86592ED-6C6D-4264-A247-1FC6EA4D1BC8}" sibTransId="{C406AF4B-8458-4346-9D94-3FA36635FC1F}"/>
    <dgm:cxn modelId="{4C7368AB-1001-44B0-BAB0-D861796899DE}" srcId="{2DBFB5C8-B9C8-446A-AC90-1CB83448CA35}" destId="{47E3E82D-4AF6-4D60-A1BA-498A47F64F8F}" srcOrd="0" destOrd="0" parTransId="{78327FD6-E14C-4E9F-A4EA-E6185DCD68EC}" sibTransId="{DC37C938-ECF7-46EC-8B45-A1A45E4FFBEC}"/>
    <dgm:cxn modelId="{0AD73EBC-3062-4850-9E1E-DF5801DBA5C7}" type="presOf" srcId="{5BEF85C5-0A58-40FB-8BF2-253F247BE2C2}" destId="{1C0D38AD-92FC-4328-AF8D-35838942C158}" srcOrd="0" destOrd="0" presId="urn:microsoft.com/office/officeart/2018/5/layout/IconCircleLabelList"/>
    <dgm:cxn modelId="{8A907BC8-894D-48E4-9277-3BAEFC7478CA}" type="presOf" srcId="{47E3E82D-4AF6-4D60-A1BA-498A47F64F8F}" destId="{63394204-774D-49DC-BE97-B60F472FCDE0}" srcOrd="0" destOrd="0" presId="urn:microsoft.com/office/officeart/2018/5/layout/IconCircleLabelList"/>
    <dgm:cxn modelId="{3008D3E4-FAB1-40E3-9173-85EB37FF29CB}" srcId="{2DBFB5C8-B9C8-446A-AC90-1CB83448CA35}" destId="{5BEF85C5-0A58-40FB-8BF2-253F247BE2C2}" srcOrd="1" destOrd="0" parTransId="{548EEB0A-08A8-4539-9CBF-13CBB45E63EA}" sibTransId="{27B08445-F365-4511-9272-8D1EE33F5026}"/>
    <dgm:cxn modelId="{99C23816-D6CA-45EB-96F8-519DCC3897FC}" type="presParOf" srcId="{395E94B9-5034-43F7-B0A5-1BBB08D05346}" destId="{B4CBCC64-418A-4CE0-8BF8-52E06BB03C20}" srcOrd="0" destOrd="0" presId="urn:microsoft.com/office/officeart/2018/5/layout/IconCircleLabelList"/>
    <dgm:cxn modelId="{B76B9176-9218-4D9B-AC03-FB88BA95A4F7}" type="presParOf" srcId="{B4CBCC64-418A-4CE0-8BF8-52E06BB03C20}" destId="{1AF1D055-79FE-49D9-B3B7-A316A3D17691}" srcOrd="0" destOrd="0" presId="urn:microsoft.com/office/officeart/2018/5/layout/IconCircleLabelList"/>
    <dgm:cxn modelId="{57167C6C-3018-46D1-AF41-B1532F3BEE85}" type="presParOf" srcId="{B4CBCC64-418A-4CE0-8BF8-52E06BB03C20}" destId="{63ACE093-0C6D-4A3B-981D-CF5F29C492CE}" srcOrd="1" destOrd="0" presId="urn:microsoft.com/office/officeart/2018/5/layout/IconCircleLabelList"/>
    <dgm:cxn modelId="{4C96EE07-620E-4A18-B550-8B7A99B8FE78}" type="presParOf" srcId="{B4CBCC64-418A-4CE0-8BF8-52E06BB03C20}" destId="{0A5CE672-C359-491B-9AC0-02A53AAFFBEA}" srcOrd="2" destOrd="0" presId="urn:microsoft.com/office/officeart/2018/5/layout/IconCircleLabelList"/>
    <dgm:cxn modelId="{ED62991D-168A-4FA0-B02E-133C18D0A698}" type="presParOf" srcId="{B4CBCC64-418A-4CE0-8BF8-52E06BB03C20}" destId="{63394204-774D-49DC-BE97-B60F472FCDE0}" srcOrd="3" destOrd="0" presId="urn:microsoft.com/office/officeart/2018/5/layout/IconCircleLabelList"/>
    <dgm:cxn modelId="{9340BBF9-6905-4B3C-BEE9-21D1760DD1C4}" type="presParOf" srcId="{395E94B9-5034-43F7-B0A5-1BBB08D05346}" destId="{0D2C640C-F351-433B-B47B-59E100BDCAE4}" srcOrd="1" destOrd="0" presId="urn:microsoft.com/office/officeart/2018/5/layout/IconCircleLabelList"/>
    <dgm:cxn modelId="{ECA4BBE2-31C1-404E-B236-D0D5E04198EC}" type="presParOf" srcId="{395E94B9-5034-43F7-B0A5-1BBB08D05346}" destId="{4838A7B6-570E-4A28-9E20-AA6E428EB2D4}" srcOrd="2" destOrd="0" presId="urn:microsoft.com/office/officeart/2018/5/layout/IconCircleLabelList"/>
    <dgm:cxn modelId="{8D9D96F0-BD58-4C9F-957F-35E7B7D2E749}" type="presParOf" srcId="{4838A7B6-570E-4A28-9E20-AA6E428EB2D4}" destId="{D52EE01F-3DA8-4832-A4C9-BAF38AD8DAD2}" srcOrd="0" destOrd="0" presId="urn:microsoft.com/office/officeart/2018/5/layout/IconCircleLabelList"/>
    <dgm:cxn modelId="{CA163C19-ECEA-4CC5-B529-5A63282145E3}" type="presParOf" srcId="{4838A7B6-570E-4A28-9E20-AA6E428EB2D4}" destId="{68D4EBB6-2A48-4FF6-B248-8DA088CA76B1}" srcOrd="1" destOrd="0" presId="urn:microsoft.com/office/officeart/2018/5/layout/IconCircleLabelList"/>
    <dgm:cxn modelId="{FC2F9775-1E1B-460C-A631-F4413D42152A}" type="presParOf" srcId="{4838A7B6-570E-4A28-9E20-AA6E428EB2D4}" destId="{E852452D-D4F3-4435-8A9F-F97ED729D83F}" srcOrd="2" destOrd="0" presId="urn:microsoft.com/office/officeart/2018/5/layout/IconCircleLabelList"/>
    <dgm:cxn modelId="{494F632D-05BF-4AEA-87CA-D274FEDC6405}" type="presParOf" srcId="{4838A7B6-570E-4A28-9E20-AA6E428EB2D4}" destId="{1C0D38AD-92FC-4328-AF8D-35838942C158}" srcOrd="3" destOrd="0" presId="urn:microsoft.com/office/officeart/2018/5/layout/IconCircleLabelList"/>
    <dgm:cxn modelId="{7B14561F-CC5E-48F7-A881-C96EDA1C5239}" type="presParOf" srcId="{395E94B9-5034-43F7-B0A5-1BBB08D05346}" destId="{A68B7D57-BF58-4E36-AACD-F6789EB4E3C1}" srcOrd="3" destOrd="0" presId="urn:microsoft.com/office/officeart/2018/5/layout/IconCircleLabelList"/>
    <dgm:cxn modelId="{3A5B0918-2ADF-4013-A728-68D1E72514B8}" type="presParOf" srcId="{395E94B9-5034-43F7-B0A5-1BBB08D05346}" destId="{7C84F3BE-54CB-4C08-A5F5-34A1AA8DA63B}" srcOrd="4" destOrd="0" presId="urn:microsoft.com/office/officeart/2018/5/layout/IconCircleLabelList"/>
    <dgm:cxn modelId="{C61FF70B-7471-4103-898B-E0C5F0F6B456}" type="presParOf" srcId="{7C84F3BE-54CB-4C08-A5F5-34A1AA8DA63B}" destId="{5CC9CBE4-ACE2-419E-A2C9-9DE1ADBC686C}" srcOrd="0" destOrd="0" presId="urn:microsoft.com/office/officeart/2018/5/layout/IconCircleLabelList"/>
    <dgm:cxn modelId="{28AFBD50-EB58-4B09-9337-BC75B013D52E}" type="presParOf" srcId="{7C84F3BE-54CB-4C08-A5F5-34A1AA8DA63B}" destId="{060ADB87-7FAB-49CA-9FF9-985ADB59F901}" srcOrd="1" destOrd="0" presId="urn:microsoft.com/office/officeart/2018/5/layout/IconCircleLabelList"/>
    <dgm:cxn modelId="{158F79F0-B3C6-4320-B147-AE96D0B28643}" type="presParOf" srcId="{7C84F3BE-54CB-4C08-A5F5-34A1AA8DA63B}" destId="{4C436C28-EFBD-481F-B44F-911F367AF2DF}" srcOrd="2" destOrd="0" presId="urn:microsoft.com/office/officeart/2018/5/layout/IconCircleLabelList"/>
    <dgm:cxn modelId="{E1AA86E5-784D-4A6E-9763-C2A19FD5E380}" type="presParOf" srcId="{7C84F3BE-54CB-4C08-A5F5-34A1AA8DA63B}" destId="{0FBF3778-C284-4702-A671-A6440ED5EA04}" srcOrd="3" destOrd="0" presId="urn:microsoft.com/office/officeart/2018/5/layout/IconCircleLabel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4506484-80A0-4B66-8908-8D7CB893ED0C}" type="doc">
      <dgm:prSet loTypeId="urn:microsoft.com/office/officeart/2008/layout/AlternatingHexagons" loCatId="list" qsTypeId="urn:microsoft.com/office/officeart/2005/8/quickstyle/simple3" qsCatId="simple" csTypeId="urn:microsoft.com/office/officeart/2005/8/colors/accent1_2" csCatId="accent1" phldr="1"/>
      <dgm:spPr/>
      <dgm:t>
        <a:bodyPr/>
        <a:lstStyle/>
        <a:p>
          <a:endParaRPr lang="en-US"/>
        </a:p>
      </dgm:t>
    </dgm:pt>
    <dgm:pt modelId="{4F3F8DB3-1044-47E8-B789-A436423EE560}">
      <dgm:prSet phldrT="[Text]"/>
      <dgm:spPr>
        <a:solidFill>
          <a:srgbClr val="EFEFEF"/>
        </a:solidFill>
      </dgm:spPr>
      <dgm:t>
        <a:bodyPr/>
        <a:lstStyle/>
        <a:p>
          <a:endParaRPr lang="en-US" dirty="0"/>
        </a:p>
      </dgm:t>
    </dgm:pt>
    <dgm:pt modelId="{B053A59F-989B-40AD-9303-38BBA658AC2E}" type="parTrans" cxnId="{9B04378A-FBD6-4E6B-A464-4082200C4942}">
      <dgm:prSet/>
      <dgm:spPr/>
      <dgm:t>
        <a:bodyPr/>
        <a:lstStyle/>
        <a:p>
          <a:endParaRPr lang="en-US"/>
        </a:p>
      </dgm:t>
    </dgm:pt>
    <dgm:pt modelId="{ABCF8C92-236B-42A1-BEBD-E90333B4EE8C}" type="sibTrans" cxnId="{9B04378A-FBD6-4E6B-A464-4082200C4942}">
      <dgm:prSet/>
      <dgm:spPr>
        <a:solidFill>
          <a:srgbClr val="F1F1F1"/>
        </a:solidFill>
      </dgm:spPr>
      <dgm:t>
        <a:bodyPr/>
        <a:lstStyle/>
        <a:p>
          <a:endParaRPr lang="en-US" dirty="0"/>
        </a:p>
      </dgm:t>
    </dgm:pt>
    <dgm:pt modelId="{D15C7C5A-B764-4A1C-8A16-D3ACEED85DF1}">
      <dgm:prSet phldrT="[Text]" custT="1"/>
      <dgm:spPr>
        <a:solidFill>
          <a:srgbClr val="F1F1F1"/>
        </a:solidFill>
      </dgm:spPr>
      <dgm:t>
        <a:bodyPr/>
        <a:lstStyle/>
        <a:p>
          <a:endParaRPr lang="en-US" sz="1600" dirty="0">
            <a:latin typeface="Calibri" panose="020F0502020204030204" pitchFamily="34" charset="0"/>
            <a:cs typeface="Calibri" panose="020F0502020204030204" pitchFamily="34" charset="0"/>
          </a:endParaRPr>
        </a:p>
      </dgm:t>
    </dgm:pt>
    <dgm:pt modelId="{671159CE-20F8-4042-81AA-3D3A0DBA0932}" type="parTrans" cxnId="{2820CA09-15F8-4141-B129-9CCBE664D92D}">
      <dgm:prSet/>
      <dgm:spPr/>
      <dgm:t>
        <a:bodyPr/>
        <a:lstStyle/>
        <a:p>
          <a:endParaRPr lang="en-US"/>
        </a:p>
      </dgm:t>
    </dgm:pt>
    <dgm:pt modelId="{C028B726-0698-4364-A63D-7A772D3EAB55}" type="sibTrans" cxnId="{2820CA09-15F8-4141-B129-9CCBE664D92D}">
      <dgm:prSet/>
      <dgm:spPr>
        <a:solidFill>
          <a:srgbClr val="EFEFEF"/>
        </a:solidFill>
      </dgm:spPr>
      <dgm:t>
        <a:bodyPr/>
        <a:lstStyle/>
        <a:p>
          <a:endParaRPr lang="en-US" dirty="0"/>
        </a:p>
      </dgm:t>
    </dgm:pt>
    <dgm:pt modelId="{696B2015-241C-4F25-BA4B-87F54273ECC0}" type="pres">
      <dgm:prSet presAssocID="{94506484-80A0-4B66-8908-8D7CB893ED0C}" presName="Name0" presStyleCnt="0">
        <dgm:presLayoutVars>
          <dgm:chMax/>
          <dgm:chPref/>
          <dgm:dir/>
          <dgm:animLvl val="lvl"/>
        </dgm:presLayoutVars>
      </dgm:prSet>
      <dgm:spPr/>
    </dgm:pt>
    <dgm:pt modelId="{AA59DADD-2ADE-47BD-A392-5DCE1438C59C}" type="pres">
      <dgm:prSet presAssocID="{4F3F8DB3-1044-47E8-B789-A436423EE560}" presName="composite" presStyleCnt="0"/>
      <dgm:spPr/>
    </dgm:pt>
    <dgm:pt modelId="{1460EB8F-B4D0-4C74-9BF5-0F8DCF8B86F5}" type="pres">
      <dgm:prSet presAssocID="{4F3F8DB3-1044-47E8-B789-A436423EE560}" presName="Parent1" presStyleLbl="node1" presStyleIdx="0" presStyleCnt="4">
        <dgm:presLayoutVars>
          <dgm:chMax val="1"/>
          <dgm:chPref val="1"/>
          <dgm:bulletEnabled val="1"/>
        </dgm:presLayoutVars>
      </dgm:prSet>
      <dgm:spPr/>
    </dgm:pt>
    <dgm:pt modelId="{6800DA9D-94BD-43B8-B91C-CEDF9A65AD32}" type="pres">
      <dgm:prSet presAssocID="{4F3F8DB3-1044-47E8-B789-A436423EE560}" presName="Childtext1" presStyleLbl="revTx" presStyleIdx="0" presStyleCnt="2">
        <dgm:presLayoutVars>
          <dgm:chMax val="0"/>
          <dgm:chPref val="0"/>
          <dgm:bulletEnabled val="1"/>
        </dgm:presLayoutVars>
      </dgm:prSet>
      <dgm:spPr/>
    </dgm:pt>
    <dgm:pt modelId="{3EC3EAD6-8976-4877-AF3F-849A10E3E151}" type="pres">
      <dgm:prSet presAssocID="{4F3F8DB3-1044-47E8-B789-A436423EE560}" presName="BalanceSpacing" presStyleCnt="0"/>
      <dgm:spPr/>
    </dgm:pt>
    <dgm:pt modelId="{9B12A407-EDAB-4D4A-B868-B9A498FD5D1E}" type="pres">
      <dgm:prSet presAssocID="{4F3F8DB3-1044-47E8-B789-A436423EE560}" presName="BalanceSpacing1" presStyleCnt="0"/>
      <dgm:spPr/>
    </dgm:pt>
    <dgm:pt modelId="{0C92C035-521F-45D6-BE0A-4566178D4443}" type="pres">
      <dgm:prSet presAssocID="{ABCF8C92-236B-42A1-BEBD-E90333B4EE8C}" presName="Accent1Text" presStyleLbl="node1" presStyleIdx="1" presStyleCnt="4" custLinFactNeighborX="-562" custLinFactNeighborY="-565"/>
      <dgm:spPr/>
    </dgm:pt>
    <dgm:pt modelId="{8845C84F-AD0E-41C2-97D1-015A71171A95}" type="pres">
      <dgm:prSet presAssocID="{ABCF8C92-236B-42A1-BEBD-E90333B4EE8C}" presName="spaceBetweenRectangles" presStyleCnt="0"/>
      <dgm:spPr/>
    </dgm:pt>
    <dgm:pt modelId="{9DCD6F04-2B36-4D1C-94A7-FED4CC701634}" type="pres">
      <dgm:prSet presAssocID="{D15C7C5A-B764-4A1C-8A16-D3ACEED85DF1}" presName="composite" presStyleCnt="0"/>
      <dgm:spPr/>
    </dgm:pt>
    <dgm:pt modelId="{87728284-DB69-4016-AA81-80A685B3CA05}" type="pres">
      <dgm:prSet presAssocID="{D15C7C5A-B764-4A1C-8A16-D3ACEED85DF1}" presName="Parent1" presStyleLbl="node1" presStyleIdx="2" presStyleCnt="4">
        <dgm:presLayoutVars>
          <dgm:chMax val="1"/>
          <dgm:chPref val="1"/>
          <dgm:bulletEnabled val="1"/>
        </dgm:presLayoutVars>
      </dgm:prSet>
      <dgm:spPr/>
    </dgm:pt>
    <dgm:pt modelId="{FAEC9B3D-9210-4E71-B1F1-8B58C9149170}" type="pres">
      <dgm:prSet presAssocID="{D15C7C5A-B764-4A1C-8A16-D3ACEED85DF1}" presName="Childtext1" presStyleLbl="revTx" presStyleIdx="1" presStyleCnt="2">
        <dgm:presLayoutVars>
          <dgm:chMax val="0"/>
          <dgm:chPref val="0"/>
          <dgm:bulletEnabled val="1"/>
        </dgm:presLayoutVars>
      </dgm:prSet>
      <dgm:spPr/>
    </dgm:pt>
    <dgm:pt modelId="{70460DAA-4C74-4FBE-8BD6-4C0E99C5C44F}" type="pres">
      <dgm:prSet presAssocID="{D15C7C5A-B764-4A1C-8A16-D3ACEED85DF1}" presName="BalanceSpacing" presStyleCnt="0"/>
      <dgm:spPr/>
    </dgm:pt>
    <dgm:pt modelId="{3976481C-E2C9-4F14-B424-64C30D29D069}" type="pres">
      <dgm:prSet presAssocID="{D15C7C5A-B764-4A1C-8A16-D3ACEED85DF1}" presName="BalanceSpacing1" presStyleCnt="0"/>
      <dgm:spPr/>
    </dgm:pt>
    <dgm:pt modelId="{50AF1F1F-66A7-48CA-8F2D-F531C34AF05D}" type="pres">
      <dgm:prSet presAssocID="{C028B726-0698-4364-A63D-7A772D3EAB55}" presName="Accent1Text" presStyleLbl="node1" presStyleIdx="3" presStyleCnt="4" custLinFactNeighborX="-209" custLinFactNeighborY="-196"/>
      <dgm:spPr/>
    </dgm:pt>
  </dgm:ptLst>
  <dgm:cxnLst>
    <dgm:cxn modelId="{2820CA09-15F8-4141-B129-9CCBE664D92D}" srcId="{94506484-80A0-4B66-8908-8D7CB893ED0C}" destId="{D15C7C5A-B764-4A1C-8A16-D3ACEED85DF1}" srcOrd="1" destOrd="0" parTransId="{671159CE-20F8-4042-81AA-3D3A0DBA0932}" sibTransId="{C028B726-0698-4364-A63D-7A772D3EAB55}"/>
    <dgm:cxn modelId="{1902FB5E-7117-40FC-A1D8-58F879070550}" type="presOf" srcId="{94506484-80A0-4B66-8908-8D7CB893ED0C}" destId="{696B2015-241C-4F25-BA4B-87F54273ECC0}" srcOrd="0" destOrd="0" presId="urn:microsoft.com/office/officeart/2008/layout/AlternatingHexagons"/>
    <dgm:cxn modelId="{9789B650-BC6C-4876-8E83-31437892D5A1}" type="presOf" srcId="{D15C7C5A-B764-4A1C-8A16-D3ACEED85DF1}" destId="{87728284-DB69-4016-AA81-80A685B3CA05}" srcOrd="0" destOrd="0" presId="urn:microsoft.com/office/officeart/2008/layout/AlternatingHexagons"/>
    <dgm:cxn modelId="{9B04378A-FBD6-4E6B-A464-4082200C4942}" srcId="{94506484-80A0-4B66-8908-8D7CB893ED0C}" destId="{4F3F8DB3-1044-47E8-B789-A436423EE560}" srcOrd="0" destOrd="0" parTransId="{B053A59F-989B-40AD-9303-38BBA658AC2E}" sibTransId="{ABCF8C92-236B-42A1-BEBD-E90333B4EE8C}"/>
    <dgm:cxn modelId="{7B513993-F235-4867-AEAB-6AEC97F069FC}" type="presOf" srcId="{C028B726-0698-4364-A63D-7A772D3EAB55}" destId="{50AF1F1F-66A7-48CA-8F2D-F531C34AF05D}" srcOrd="0" destOrd="0" presId="urn:microsoft.com/office/officeart/2008/layout/AlternatingHexagons"/>
    <dgm:cxn modelId="{43F0B8DE-2DFE-4737-80E1-8990B95D2C04}" type="presOf" srcId="{4F3F8DB3-1044-47E8-B789-A436423EE560}" destId="{1460EB8F-B4D0-4C74-9BF5-0F8DCF8B86F5}" srcOrd="0" destOrd="0" presId="urn:microsoft.com/office/officeart/2008/layout/AlternatingHexagons"/>
    <dgm:cxn modelId="{3FB488F1-3093-423B-A0F7-D25623404DE5}" type="presOf" srcId="{ABCF8C92-236B-42A1-BEBD-E90333B4EE8C}" destId="{0C92C035-521F-45D6-BE0A-4566178D4443}" srcOrd="0" destOrd="0" presId="urn:microsoft.com/office/officeart/2008/layout/AlternatingHexagons"/>
    <dgm:cxn modelId="{84F23954-6A16-4956-A457-DC236FC031B1}" type="presParOf" srcId="{696B2015-241C-4F25-BA4B-87F54273ECC0}" destId="{AA59DADD-2ADE-47BD-A392-5DCE1438C59C}" srcOrd="0" destOrd="0" presId="urn:microsoft.com/office/officeart/2008/layout/AlternatingHexagons"/>
    <dgm:cxn modelId="{FD477E7B-FEC0-4486-A61B-F3242236304A}" type="presParOf" srcId="{AA59DADD-2ADE-47BD-A392-5DCE1438C59C}" destId="{1460EB8F-B4D0-4C74-9BF5-0F8DCF8B86F5}" srcOrd="0" destOrd="0" presId="urn:microsoft.com/office/officeart/2008/layout/AlternatingHexagons"/>
    <dgm:cxn modelId="{E2744CD2-727D-41AA-B76E-6BFAF3FEE8B4}" type="presParOf" srcId="{AA59DADD-2ADE-47BD-A392-5DCE1438C59C}" destId="{6800DA9D-94BD-43B8-B91C-CEDF9A65AD32}" srcOrd="1" destOrd="0" presId="urn:microsoft.com/office/officeart/2008/layout/AlternatingHexagons"/>
    <dgm:cxn modelId="{4F4BC25C-D828-49F0-BAB1-EC0BC97B95E5}" type="presParOf" srcId="{AA59DADD-2ADE-47BD-A392-5DCE1438C59C}" destId="{3EC3EAD6-8976-4877-AF3F-849A10E3E151}" srcOrd="2" destOrd="0" presId="urn:microsoft.com/office/officeart/2008/layout/AlternatingHexagons"/>
    <dgm:cxn modelId="{D7091D72-816B-4469-ABB4-D26957E8D81B}" type="presParOf" srcId="{AA59DADD-2ADE-47BD-A392-5DCE1438C59C}" destId="{9B12A407-EDAB-4D4A-B868-B9A498FD5D1E}" srcOrd="3" destOrd="0" presId="urn:microsoft.com/office/officeart/2008/layout/AlternatingHexagons"/>
    <dgm:cxn modelId="{3B82C87D-BAA2-42B7-A24C-BAA1E929F0AB}" type="presParOf" srcId="{AA59DADD-2ADE-47BD-A392-5DCE1438C59C}" destId="{0C92C035-521F-45D6-BE0A-4566178D4443}" srcOrd="4" destOrd="0" presId="urn:microsoft.com/office/officeart/2008/layout/AlternatingHexagons"/>
    <dgm:cxn modelId="{C3D17D00-5053-465B-8EA5-D83B2D21885E}" type="presParOf" srcId="{696B2015-241C-4F25-BA4B-87F54273ECC0}" destId="{8845C84F-AD0E-41C2-97D1-015A71171A95}" srcOrd="1" destOrd="0" presId="urn:microsoft.com/office/officeart/2008/layout/AlternatingHexagons"/>
    <dgm:cxn modelId="{5A63D1F8-192B-4297-92D0-7D0329946166}" type="presParOf" srcId="{696B2015-241C-4F25-BA4B-87F54273ECC0}" destId="{9DCD6F04-2B36-4D1C-94A7-FED4CC701634}" srcOrd="2" destOrd="0" presId="urn:microsoft.com/office/officeart/2008/layout/AlternatingHexagons"/>
    <dgm:cxn modelId="{C5FD64B4-F2EB-4ED8-8375-44EB1D2940A8}" type="presParOf" srcId="{9DCD6F04-2B36-4D1C-94A7-FED4CC701634}" destId="{87728284-DB69-4016-AA81-80A685B3CA05}" srcOrd="0" destOrd="0" presId="urn:microsoft.com/office/officeart/2008/layout/AlternatingHexagons"/>
    <dgm:cxn modelId="{AEF7F092-E0C6-4C13-B475-257FE2E0E64B}" type="presParOf" srcId="{9DCD6F04-2B36-4D1C-94A7-FED4CC701634}" destId="{FAEC9B3D-9210-4E71-B1F1-8B58C9149170}" srcOrd="1" destOrd="0" presId="urn:microsoft.com/office/officeart/2008/layout/AlternatingHexagons"/>
    <dgm:cxn modelId="{97C7B595-FB52-4A53-94E6-70D9B566BCF6}" type="presParOf" srcId="{9DCD6F04-2B36-4D1C-94A7-FED4CC701634}" destId="{70460DAA-4C74-4FBE-8BD6-4C0E99C5C44F}" srcOrd="2" destOrd="0" presId="urn:microsoft.com/office/officeart/2008/layout/AlternatingHexagons"/>
    <dgm:cxn modelId="{E5F52328-3661-47BC-B4B8-C44A892DFD24}" type="presParOf" srcId="{9DCD6F04-2B36-4D1C-94A7-FED4CC701634}" destId="{3976481C-E2C9-4F14-B424-64C30D29D069}" srcOrd="3" destOrd="0" presId="urn:microsoft.com/office/officeart/2008/layout/AlternatingHexagons"/>
    <dgm:cxn modelId="{1D0D5349-7516-4392-B456-9C0870694D43}" type="presParOf" srcId="{9DCD6F04-2B36-4D1C-94A7-FED4CC701634}" destId="{50AF1F1F-66A7-48CA-8F2D-F531C34AF05D}" srcOrd="4" destOrd="0" presId="urn:microsoft.com/office/officeart/2008/layout/AlternatingHexagons"/>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F1D055-79FE-49D9-B3B7-A316A3D17691}">
      <dsp:nvSpPr>
        <dsp:cNvPr id="0" name=""/>
        <dsp:cNvSpPr/>
      </dsp:nvSpPr>
      <dsp:spPr>
        <a:xfrm>
          <a:off x="588908" y="129777"/>
          <a:ext cx="1715625" cy="171562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3ACE093-0C6D-4A3B-981D-CF5F29C492CE}">
      <dsp:nvSpPr>
        <dsp:cNvPr id="0" name=""/>
        <dsp:cNvSpPr/>
      </dsp:nvSpPr>
      <dsp:spPr>
        <a:xfrm>
          <a:off x="954533" y="495402"/>
          <a:ext cx="984375" cy="98437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3394204-774D-49DC-BE97-B60F472FCDE0}">
      <dsp:nvSpPr>
        <dsp:cNvPr id="0" name=""/>
        <dsp:cNvSpPr/>
      </dsp:nvSpPr>
      <dsp:spPr>
        <a:xfrm>
          <a:off x="75008" y="1677893"/>
          <a:ext cx="2812500" cy="12412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endParaRPr lang="en-US" sz="1600" kern="1200" cap="none" dirty="0">
            <a:solidFill>
              <a:schemeClr val="tx1">
                <a:lumMod val="95000"/>
                <a:lumOff val="5000"/>
              </a:schemeClr>
            </a:solidFill>
            <a:latin typeface="Montserrat" panose="00000500000000000000" pitchFamily="2" charset="0"/>
          </a:endParaRPr>
        </a:p>
        <a:p>
          <a:pPr marL="0" lvl="0" indent="0" algn="ctr" defTabSz="711200">
            <a:lnSpc>
              <a:spcPct val="100000"/>
            </a:lnSpc>
            <a:spcBef>
              <a:spcPct val="0"/>
            </a:spcBef>
            <a:spcAft>
              <a:spcPct val="35000"/>
            </a:spcAft>
            <a:buNone/>
            <a:defRPr cap="all"/>
          </a:pPr>
          <a:r>
            <a:rPr lang="en-US" sz="1600" kern="1200" cap="none" dirty="0">
              <a:solidFill>
                <a:schemeClr val="tx1">
                  <a:lumMod val="95000"/>
                  <a:lumOff val="5000"/>
                </a:schemeClr>
              </a:solidFill>
              <a:latin typeface="Montserrat" panose="00000500000000000000" pitchFamily="2" charset="0"/>
            </a:rPr>
            <a:t>Conduct marketing analysis for Mabaret El Asafra labs</a:t>
          </a:r>
        </a:p>
      </dsp:txBody>
      <dsp:txXfrm>
        <a:off x="75008" y="1677893"/>
        <a:ext cx="2812500" cy="1241261"/>
      </dsp:txXfrm>
    </dsp:sp>
    <dsp:sp modelId="{D52EE01F-3DA8-4832-A4C9-BAF38AD8DAD2}">
      <dsp:nvSpPr>
        <dsp:cNvPr id="0" name=""/>
        <dsp:cNvSpPr/>
      </dsp:nvSpPr>
      <dsp:spPr>
        <a:xfrm>
          <a:off x="3893595" y="129777"/>
          <a:ext cx="1715625" cy="171562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8D4EBB6-2A48-4FF6-B248-8DA088CA76B1}">
      <dsp:nvSpPr>
        <dsp:cNvPr id="0" name=""/>
        <dsp:cNvSpPr/>
      </dsp:nvSpPr>
      <dsp:spPr>
        <a:xfrm>
          <a:off x="4259220" y="495402"/>
          <a:ext cx="984375" cy="98437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C0D38AD-92FC-4328-AF8D-35838942C158}">
      <dsp:nvSpPr>
        <dsp:cNvPr id="0" name=""/>
        <dsp:cNvSpPr/>
      </dsp:nvSpPr>
      <dsp:spPr>
        <a:xfrm>
          <a:off x="3225289" y="2004618"/>
          <a:ext cx="2812500" cy="12412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1600" kern="1200" cap="none" dirty="0">
              <a:solidFill>
                <a:schemeClr val="tx1">
                  <a:lumMod val="95000"/>
                  <a:lumOff val="5000"/>
                </a:schemeClr>
              </a:solidFill>
              <a:latin typeface="Montserrat" panose="00000500000000000000" pitchFamily="2" charset="0"/>
            </a:rPr>
            <a:t>Review the current market strategy, marketing programs and marketing analytics</a:t>
          </a:r>
          <a:r>
            <a:rPr lang="en-US" sz="1800" kern="1200" cap="none" dirty="0">
              <a:solidFill>
                <a:schemeClr val="tx1">
                  <a:lumMod val="95000"/>
                  <a:lumOff val="5000"/>
                </a:schemeClr>
              </a:solidFill>
              <a:latin typeface="Montserrat" panose="00000500000000000000" pitchFamily="2" charset="0"/>
            </a:rPr>
            <a:t>.</a:t>
          </a:r>
        </a:p>
      </dsp:txBody>
      <dsp:txXfrm>
        <a:off x="3225289" y="2004618"/>
        <a:ext cx="2812500" cy="1241261"/>
      </dsp:txXfrm>
    </dsp:sp>
    <dsp:sp modelId="{5CC9CBE4-ACE2-419E-A2C9-9DE1ADBC686C}">
      <dsp:nvSpPr>
        <dsp:cNvPr id="0" name=""/>
        <dsp:cNvSpPr/>
      </dsp:nvSpPr>
      <dsp:spPr>
        <a:xfrm>
          <a:off x="7198283" y="129777"/>
          <a:ext cx="1715625" cy="171562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60ADB87-7FAB-49CA-9FF9-985ADB59F901}">
      <dsp:nvSpPr>
        <dsp:cNvPr id="0" name=""/>
        <dsp:cNvSpPr/>
      </dsp:nvSpPr>
      <dsp:spPr>
        <a:xfrm>
          <a:off x="7563908" y="495402"/>
          <a:ext cx="984375" cy="98437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FBF3778-C284-4702-A671-A6440ED5EA04}">
      <dsp:nvSpPr>
        <dsp:cNvPr id="0" name=""/>
        <dsp:cNvSpPr/>
      </dsp:nvSpPr>
      <dsp:spPr>
        <a:xfrm>
          <a:off x="6690316" y="1990989"/>
          <a:ext cx="2812500" cy="12412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1600" kern="1200" cap="none" dirty="0">
              <a:solidFill>
                <a:schemeClr val="tx1">
                  <a:lumMod val="95000"/>
                  <a:lumOff val="5000"/>
                </a:schemeClr>
              </a:solidFill>
              <a:latin typeface="Montserrat" panose="00000500000000000000" pitchFamily="2" charset="0"/>
            </a:rPr>
            <a:t>Develop effective marketing strategy, marketing programs (4 P’s) and marketing analytics for Mabaret El Asafra labs. </a:t>
          </a:r>
        </a:p>
      </dsp:txBody>
      <dsp:txXfrm>
        <a:off x="6690316" y="1990989"/>
        <a:ext cx="2812500" cy="124126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60EB8F-B4D0-4C74-9BF5-0F8DCF8B86F5}">
      <dsp:nvSpPr>
        <dsp:cNvPr id="0" name=""/>
        <dsp:cNvSpPr/>
      </dsp:nvSpPr>
      <dsp:spPr>
        <a:xfrm rot="5400000">
          <a:off x="3614249" y="227820"/>
          <a:ext cx="2373735" cy="2065149"/>
        </a:xfrm>
        <a:prstGeom prst="hexagon">
          <a:avLst>
            <a:gd name="adj" fmla="val 25000"/>
            <a:gd name="vf" fmla="val 115470"/>
          </a:avLst>
        </a:prstGeom>
        <a:solidFill>
          <a:srgbClr val="EFEFEF"/>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endParaRPr lang="en-US" sz="6500" kern="1200" dirty="0"/>
        </a:p>
      </dsp:txBody>
      <dsp:txXfrm rot="-5400000">
        <a:off x="4090361" y="443434"/>
        <a:ext cx="1421511" cy="1633921"/>
      </dsp:txXfrm>
    </dsp:sp>
    <dsp:sp modelId="{6800DA9D-94BD-43B8-B91C-CEDF9A65AD32}">
      <dsp:nvSpPr>
        <dsp:cNvPr id="0" name=""/>
        <dsp:cNvSpPr/>
      </dsp:nvSpPr>
      <dsp:spPr>
        <a:xfrm>
          <a:off x="5896358" y="548275"/>
          <a:ext cx="2649088" cy="1424241"/>
        </a:xfrm>
        <a:prstGeom prst="rect">
          <a:avLst/>
        </a:prstGeom>
        <a:noFill/>
        <a:ln>
          <a:noFill/>
        </a:ln>
        <a:effectLst/>
      </dsp:spPr>
      <dsp:style>
        <a:lnRef idx="0">
          <a:scrgbClr r="0" g="0" b="0"/>
        </a:lnRef>
        <a:fillRef idx="0">
          <a:scrgbClr r="0" g="0" b="0"/>
        </a:fillRef>
        <a:effectRef idx="0">
          <a:scrgbClr r="0" g="0" b="0"/>
        </a:effectRef>
        <a:fontRef idx="minor"/>
      </dsp:style>
    </dsp:sp>
    <dsp:sp modelId="{0C92C035-521F-45D6-BE0A-4566178D4443}">
      <dsp:nvSpPr>
        <dsp:cNvPr id="0" name=""/>
        <dsp:cNvSpPr/>
      </dsp:nvSpPr>
      <dsp:spPr>
        <a:xfrm rot="5400000">
          <a:off x="1372281" y="214409"/>
          <a:ext cx="2373735" cy="2065149"/>
        </a:xfrm>
        <a:prstGeom prst="hexagon">
          <a:avLst>
            <a:gd name="adj" fmla="val 25000"/>
            <a:gd name="vf" fmla="val 115470"/>
          </a:avLst>
        </a:prstGeom>
        <a:solidFill>
          <a:srgbClr val="F1F1F1"/>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kern="1200" dirty="0"/>
        </a:p>
      </dsp:txBody>
      <dsp:txXfrm rot="-5400000">
        <a:off x="1848393" y="430023"/>
        <a:ext cx="1421511" cy="1633921"/>
      </dsp:txXfrm>
    </dsp:sp>
    <dsp:sp modelId="{87728284-DB69-4016-AA81-80A685B3CA05}">
      <dsp:nvSpPr>
        <dsp:cNvPr id="0" name=""/>
        <dsp:cNvSpPr/>
      </dsp:nvSpPr>
      <dsp:spPr>
        <a:xfrm rot="5400000">
          <a:off x="2494795" y="2242647"/>
          <a:ext cx="2373735" cy="2065149"/>
        </a:xfrm>
        <a:prstGeom prst="hexagon">
          <a:avLst>
            <a:gd name="adj" fmla="val 25000"/>
            <a:gd name="vf" fmla="val 115470"/>
          </a:avLst>
        </a:prstGeom>
        <a:solidFill>
          <a:srgbClr val="F1F1F1"/>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endParaRPr lang="en-US" sz="1600" kern="1200" dirty="0">
            <a:latin typeface="Calibri" panose="020F0502020204030204" pitchFamily="34" charset="0"/>
            <a:cs typeface="Calibri" panose="020F0502020204030204" pitchFamily="34" charset="0"/>
          </a:endParaRPr>
        </a:p>
      </dsp:txBody>
      <dsp:txXfrm rot="-5400000">
        <a:off x="2970907" y="2458261"/>
        <a:ext cx="1421511" cy="1633921"/>
      </dsp:txXfrm>
    </dsp:sp>
    <dsp:sp modelId="{FAEC9B3D-9210-4E71-B1F1-8B58C9149170}">
      <dsp:nvSpPr>
        <dsp:cNvPr id="0" name=""/>
        <dsp:cNvSpPr/>
      </dsp:nvSpPr>
      <dsp:spPr>
        <a:xfrm>
          <a:off x="0" y="2563101"/>
          <a:ext cx="2563634" cy="1424241"/>
        </a:xfrm>
        <a:prstGeom prst="rect">
          <a:avLst/>
        </a:prstGeom>
        <a:noFill/>
        <a:ln>
          <a:noFill/>
        </a:ln>
        <a:effectLst/>
      </dsp:spPr>
      <dsp:style>
        <a:lnRef idx="0">
          <a:scrgbClr r="0" g="0" b="0"/>
        </a:lnRef>
        <a:fillRef idx="0">
          <a:scrgbClr r="0" g="0" b="0"/>
        </a:fillRef>
        <a:effectRef idx="0">
          <a:scrgbClr r="0" g="0" b="0"/>
        </a:effectRef>
        <a:fontRef idx="minor"/>
      </dsp:style>
    </dsp:sp>
    <dsp:sp modelId="{50AF1F1F-66A7-48CA-8F2D-F531C34AF05D}">
      <dsp:nvSpPr>
        <dsp:cNvPr id="0" name=""/>
        <dsp:cNvSpPr/>
      </dsp:nvSpPr>
      <dsp:spPr>
        <a:xfrm rot="5400000">
          <a:off x="4720841" y="2237994"/>
          <a:ext cx="2373735" cy="2065149"/>
        </a:xfrm>
        <a:prstGeom prst="hexagon">
          <a:avLst>
            <a:gd name="adj" fmla="val 25000"/>
            <a:gd name="vf" fmla="val 115470"/>
          </a:avLst>
        </a:prstGeom>
        <a:solidFill>
          <a:srgbClr val="EFEFEF"/>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kern="1200" dirty="0"/>
        </a:p>
      </dsp:txBody>
      <dsp:txXfrm rot="-5400000">
        <a:off x="5196953" y="2453608"/>
        <a:ext cx="1421511" cy="1633921"/>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08/layout/AlternatingHexagons">
  <dgm:title val=""/>
  <dgm:desc val=""/>
  <dgm:catLst>
    <dgm:cat type="list" pri="1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dir/>
      <dgm:animLvl val="lvl"/>
    </dgm:varLst>
    <dgm:alg type="lin">
      <dgm:param type="linDir" val="fromT"/>
    </dgm:alg>
    <dgm:shape xmlns:r="http://schemas.openxmlformats.org/officeDocument/2006/relationships" r:blip="">
      <dgm:adjLst/>
    </dgm:shape>
    <dgm:constrLst>
      <dgm:constr type="primFontSz" for="des" forName="Parent1" val="65"/>
      <dgm:constr type="primFontSz" for="des" forName="Childtext1" refType="primFontSz" refFor="des" refForName="Parent1" op="lte"/>
      <dgm:constr type="w" for="ch" forName="composite" refType="w"/>
      <dgm:constr type="h" for="ch" forName="composite" refType="h"/>
      <dgm:constr type="h" for="ch" forName="spaceBetweenRectangles" refType="w" refFor="ch" refForName="composite" fact="-0.042"/>
      <dgm:constr type="sp" refType="h" refFor="ch" refForName="composite" op="equ" fact="0.1"/>
    </dgm:constrLst>
    <dgm:forEach name="nodesForEach" axis="ch" ptType="node">
      <dgm:layoutNode name="composite">
        <dgm:alg type="composite">
          <dgm:param type="ar" val="3.6"/>
        </dgm:alg>
        <dgm:shape xmlns:r="http://schemas.openxmlformats.org/officeDocument/2006/relationships" r:blip="">
          <dgm:adjLst/>
        </dgm:shape>
        <dgm:choose name="Name1">
          <dgm:if name="Name2" func="var" arg="dir" op="equ" val="norm">
            <dgm:choose name="Name3">
              <dgm:if name="Name4" axis="self" ptType="node" func="posOdd" op="equ" val="1">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dgm:constr type="h" for="ch" forName="BalanceSpacing" refType="h" fact="0.1"/>
                  <dgm:constr type="l" for="ch" forName="BalanceSpacing1" refType="w" fact="0.69"/>
                  <dgm:constr type="t" for="ch" forName="BalanceSpacing1" refType="h" fact="0.2"/>
                  <dgm:constr type="w" for="ch" forName="BalanceSpacing1" refType="w" fact="0.31"/>
                  <dgm:constr type="h" for="ch" forName="BalanceSpacing1" refType="h" fact="0.6"/>
                </dgm:constrLst>
              </dgm:if>
              <dgm:else name="Name5">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 type="l" for="ch" forName="BalanceSpacing1" refType="w" fact="0"/>
                  <dgm:constr type="t" for="ch" forName="BalanceSpacing1" refType="h" fact="0.2"/>
                  <dgm:constr type="w" for="ch" forName="BalanceSpacing1" refType="w" fact="0.3"/>
                  <dgm:constr type="h" for="ch" forName="BalanceSpacing1" refType="h" fact="0.6"/>
                </dgm:constrLst>
              </dgm:else>
            </dgm:choose>
          </dgm:if>
          <dgm:else name="Name6">
            <dgm:choose name="Name7">
              <dgm:if name="Name8" axis="self" ptType="node" func="posOdd" op="equ" val="1">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Lst>
              </dgm:if>
              <dgm:else name="Name9">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fact="0.18"/>
                  <dgm:constr type="h" for="ch" forName="BalanceSpacing" refType="h"/>
                </dgm:constrLst>
              </dgm:else>
            </dgm:choose>
          </dgm:else>
        </dgm:choose>
        <dgm:layoutNode name="Parent1" styleLbl="node1">
          <dgm:varLst>
            <dgm:chMax val="1"/>
            <dgm:chPref val="1"/>
            <dgm:bulletEnabled val="1"/>
          </dgm:varLst>
          <dgm:alg type="tx"/>
          <dgm:shape xmlns:r="http://schemas.openxmlformats.org/officeDocument/2006/relationships" rot="90" type="hexagon" r:blip="">
            <dgm:adjLst>
              <dgm:adj idx="1" val="0.25"/>
              <dgm:adj idx="2" val="1.154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hildtext1" styleLbl="revTx">
          <dgm:varLst>
            <dgm:chMax val="0"/>
            <dgm:chPref val="0"/>
            <dgm:bulletEnabled val="1"/>
          </dgm:varLst>
          <dgm:choose name="Name10">
            <dgm:if name="Name11" func="var" arg="dir" op="equ" val="norm">
              <dgm:choose name="Name12">
                <dgm:if name="Name13" axis="self" ptType="node" func="posOdd" op="equ" val="1">
                  <dgm:alg type="tx">
                    <dgm:param type="parTxLTRAlign" val="l"/>
                  </dgm:alg>
                </dgm:if>
                <dgm:else name="Name14">
                  <dgm:alg type="tx">
                    <dgm:param type="parTxLTRAlign" val="r"/>
                  </dgm:alg>
                </dgm:else>
              </dgm:choose>
            </dgm:if>
            <dgm:else name="Name15">
              <dgm:choose name="Name16">
                <dgm:if name="Name17" axis="self" ptType="node" func="posOdd" op="equ" val="1">
                  <dgm:alg type="tx">
                    <dgm:param type="parTxLTRAlign" val="r"/>
                  </dgm:alg>
                </dgm:if>
                <dgm:else name="Name18">
                  <dgm:alg type="tx">
                    <dgm:param type="parTxLTRAlign" val="l"/>
                  </dgm:alg>
                </dgm:else>
              </dgm:choose>
            </dgm:else>
          </dgm:choose>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BalanceSpacing">
          <dgm:alg type="sp"/>
          <dgm:shape xmlns:r="http://schemas.openxmlformats.org/officeDocument/2006/relationships" r:blip="">
            <dgm:adjLst/>
          </dgm:shape>
        </dgm:layoutNode>
        <dgm:layoutNode name="BalanceSpacing1">
          <dgm:alg type="sp"/>
          <dgm:shape xmlns:r="http://schemas.openxmlformats.org/officeDocument/2006/relationships" r:blip="">
            <dgm:adjLst/>
          </dgm:shape>
        </dgm:layoutNode>
        <dgm:forEach name="Name19" axis="followSib" ptType="sibTrans" hideLastTrans="0" cnt="1">
          <dgm:layoutNode name="Accent1Text" styleLbl="node1">
            <dgm:alg type="tx"/>
            <dgm:shape xmlns:r="http://schemas.openxmlformats.org/officeDocument/2006/relationships" rot="90" type="hexagon" r:blip="">
              <dgm:adjLst>
                <dgm:adj idx="1" val="0.25"/>
                <dgm:adj idx="2" val="1.1547"/>
              </dgm:adjLst>
            </dgm:shape>
            <dgm:presOf axis="self" ptType="sibTrans"/>
            <dgm:constrLst>
              <dgm:constr type="lMarg"/>
              <dgm:constr type="rMarg"/>
              <dgm:constr type="tMarg"/>
              <dgm:constr type="bMarg"/>
            </dgm:constrLst>
            <dgm:ruleLst>
              <dgm:rule type="primFontSz" val="5" fact="NaN" max="NaN"/>
            </dgm:ruleLst>
          </dgm:layoutNode>
        </dgm:forEach>
      </dgm:layoutNode>
      <dgm:forEach name="Name2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068014-81F5-49D2-80F8-983235D9B906}" type="datetimeFigureOut">
              <a:rPr lang="en-US" smtClean="0"/>
              <a:t>6/2/2022</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06724E-9645-4AB2-B372-0500A53ED944}" type="slidenum">
              <a:rPr lang="en-US" smtClean="0"/>
              <a:t>‹#›</a:t>
            </a:fld>
            <a:endParaRPr lang="en-US" dirty="0"/>
          </a:p>
        </p:txBody>
      </p:sp>
    </p:spTree>
    <p:extLst>
      <p:ext uri="{BB962C8B-B14F-4D97-AF65-F5344CB8AC3E}">
        <p14:creationId xmlns:p14="http://schemas.microsoft.com/office/powerpoint/2010/main" val="11113766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D9960-406F-4187-A0E6-BD19C684039A}"/>
              </a:ext>
            </a:extLst>
          </p:cNvPr>
          <p:cNvSpPr>
            <a:spLocks noGrp="1"/>
          </p:cNvSpPr>
          <p:nvPr>
            <p:ph type="ctrTitle"/>
          </p:nvPr>
        </p:nvSpPr>
        <p:spPr>
          <a:xfrm>
            <a:off x="1249326" y="919716"/>
            <a:ext cx="8504275" cy="3551275"/>
          </a:xfrm>
        </p:spPr>
        <p:txBody>
          <a:bodyPr anchor="b">
            <a:normAutofit/>
          </a:bodyPr>
          <a:lstStyle>
            <a:lvl1pPr algn="l">
              <a:lnSpc>
                <a:spcPct val="100000"/>
              </a:lnSpc>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27E7FE-647D-4B2F-BA13-AB3ED4C5CF5A}"/>
              </a:ext>
            </a:extLst>
          </p:cNvPr>
          <p:cNvSpPr>
            <a:spLocks noGrp="1"/>
          </p:cNvSpPr>
          <p:nvPr>
            <p:ph type="subTitle" idx="1"/>
          </p:nvPr>
        </p:nvSpPr>
        <p:spPr>
          <a:xfrm>
            <a:off x="1249326" y="4795284"/>
            <a:ext cx="8504275" cy="1084522"/>
          </a:xfrm>
        </p:spPr>
        <p:txBody>
          <a:bodyPr>
            <a:normAutofit/>
          </a:bodyPr>
          <a:lstStyle>
            <a:lvl1pPr marL="0" indent="0" algn="l">
              <a:lnSpc>
                <a:spcPct val="120000"/>
              </a:lnSpc>
              <a:buNone/>
              <a:defRPr sz="16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BA5EF785-E0A7-4496-A5BA-49B0156F2628}"/>
              </a:ext>
            </a:extLst>
          </p:cNvPr>
          <p:cNvSpPr>
            <a:spLocks noGrp="1"/>
          </p:cNvSpPr>
          <p:nvPr>
            <p:ph type="dt" sz="half" idx="10"/>
          </p:nvPr>
        </p:nvSpPr>
        <p:spPr>
          <a:xfrm>
            <a:off x="8964706" y="6433202"/>
            <a:ext cx="2426446" cy="367841"/>
          </a:xfrm>
        </p:spPr>
        <p:txBody>
          <a:bodyPr/>
          <a:lstStyle/>
          <a:p>
            <a:fld id="{32637B58-87C1-446D-BDA9-B06F4BCF7782}" type="datetimeFigureOut">
              <a:rPr lang="en-US" smtClean="0"/>
              <a:t>6/2/2022</a:t>
            </a:fld>
            <a:endParaRPr lang="en-US" dirty="0"/>
          </a:p>
        </p:txBody>
      </p:sp>
      <p:sp>
        <p:nvSpPr>
          <p:cNvPr id="5" name="Footer Placeholder 4">
            <a:extLst>
              <a:ext uri="{FF2B5EF4-FFF2-40B4-BE49-F238E27FC236}">
                <a16:creationId xmlns:a16="http://schemas.microsoft.com/office/drawing/2014/main" id="{4742C627-38A1-4A14-8822-D8D33751CA3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EEBE346-5F34-48CD-8928-DA8567AEDD15}"/>
              </a:ext>
            </a:extLst>
          </p:cNvPr>
          <p:cNvSpPr>
            <a:spLocks noGrp="1"/>
          </p:cNvSpPr>
          <p:nvPr>
            <p:ph type="sldNum" sz="quarter" idx="12"/>
          </p:nvPr>
        </p:nvSpPr>
        <p:spPr>
          <a:xfrm>
            <a:off x="11391152" y="6433203"/>
            <a:ext cx="702781" cy="367842"/>
          </a:xfrm>
        </p:spPr>
        <p:txBody>
          <a:bodyPr/>
          <a:lstStyle/>
          <a:p>
            <a:fld id="{08AB70BE-1769-45B8-85A6-0C837432C7E6}" type="slidenum">
              <a:rPr lang="en-US" smtClean="0"/>
              <a:t>‹#›</a:t>
            </a:fld>
            <a:endParaRPr lang="en-US" dirty="0"/>
          </a:p>
        </p:txBody>
      </p:sp>
    </p:spTree>
    <p:extLst>
      <p:ext uri="{BB962C8B-B14F-4D97-AF65-F5344CB8AC3E}">
        <p14:creationId xmlns:p14="http://schemas.microsoft.com/office/powerpoint/2010/main" val="8639170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9839C-7D7A-49F1-8BFE-85C6C7D78BE7}"/>
              </a:ext>
            </a:extLst>
          </p:cNvPr>
          <p:cNvSpPr>
            <a:spLocks noGrp="1"/>
          </p:cNvSpPr>
          <p:nvPr>
            <p:ph type="title"/>
          </p:nvPr>
        </p:nvSpPr>
        <p:spPr>
          <a:xfrm>
            <a:off x="905256" y="590668"/>
            <a:ext cx="9914859" cy="1329004"/>
          </a:xfrm>
        </p:spPr>
        <p:txBody>
          <a:bodyPr>
            <a:normAutofit/>
          </a:bodyPr>
          <a:lstStyle>
            <a:lvl1pPr>
              <a:lnSpc>
                <a:spcPct val="100000"/>
              </a:lnSpc>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C7E748DC-EBB9-44C6-8566-38F87FF7FD53}"/>
              </a:ext>
            </a:extLst>
          </p:cNvPr>
          <p:cNvSpPr>
            <a:spLocks noGrp="1"/>
          </p:cNvSpPr>
          <p:nvPr>
            <p:ph idx="1"/>
          </p:nvPr>
        </p:nvSpPr>
        <p:spPr>
          <a:xfrm>
            <a:off x="914400" y="1919673"/>
            <a:ext cx="9914860" cy="412331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F7342198-F50F-4C8A-9BD9-4CC3950F8FA8}"/>
              </a:ext>
            </a:extLst>
          </p:cNvPr>
          <p:cNvSpPr>
            <a:spLocks noGrp="1"/>
          </p:cNvSpPr>
          <p:nvPr>
            <p:ph type="dt" sz="half" idx="10"/>
          </p:nvPr>
        </p:nvSpPr>
        <p:spPr>
          <a:xfrm>
            <a:off x="9323285" y="6434524"/>
            <a:ext cx="2067867" cy="365125"/>
          </a:xfrm>
        </p:spPr>
        <p:txBody>
          <a:bodyPr/>
          <a:lstStyle>
            <a:lvl1pPr algn="r">
              <a:defRPr>
                <a:solidFill>
                  <a:schemeClr val="bg1"/>
                </a:solidFill>
              </a:defRPr>
            </a:lvl1pPr>
          </a:lstStyle>
          <a:p>
            <a:fld id="{32637B58-87C1-446D-BDA9-B06F4BCF7782}" type="datetimeFigureOut">
              <a:rPr lang="en-US" smtClean="0"/>
              <a:t>6/2/2022</a:t>
            </a:fld>
            <a:endParaRPr lang="en-US" dirty="0"/>
          </a:p>
        </p:txBody>
      </p:sp>
      <p:sp>
        <p:nvSpPr>
          <p:cNvPr id="5" name="Footer Placeholder 4">
            <a:extLst>
              <a:ext uri="{FF2B5EF4-FFF2-40B4-BE49-F238E27FC236}">
                <a16:creationId xmlns:a16="http://schemas.microsoft.com/office/drawing/2014/main" id="{BFA2F5AB-D8C6-4AE1-8FAE-CD0499CB6D03}"/>
              </a:ext>
            </a:extLst>
          </p:cNvPr>
          <p:cNvSpPr>
            <a:spLocks noGrp="1"/>
          </p:cNvSpPr>
          <p:nvPr>
            <p:ph type="ftr" sz="quarter" idx="11"/>
          </p:nvPr>
        </p:nvSpPr>
        <p:spPr>
          <a:xfrm>
            <a:off x="173736" y="6437376"/>
            <a:ext cx="3775914" cy="365125"/>
          </a:xfrm>
        </p:spPr>
        <p:txBody>
          <a:bodyPr/>
          <a:lstStyle>
            <a:lvl1pPr algn="l">
              <a:defRPr>
                <a:solidFill>
                  <a:schemeClr val="accent2"/>
                </a:solidFill>
              </a:defRPr>
            </a:lvl1pPr>
          </a:lstStyle>
          <a:p>
            <a:endParaRPr lang="en-US" dirty="0"/>
          </a:p>
        </p:txBody>
      </p:sp>
      <p:sp>
        <p:nvSpPr>
          <p:cNvPr id="6" name="Slide Number Placeholder 5">
            <a:extLst>
              <a:ext uri="{FF2B5EF4-FFF2-40B4-BE49-F238E27FC236}">
                <a16:creationId xmlns:a16="http://schemas.microsoft.com/office/drawing/2014/main" id="{175C58D8-B582-4DB3-A94D-056240199750}"/>
              </a:ext>
            </a:extLst>
          </p:cNvPr>
          <p:cNvSpPr>
            <a:spLocks noGrp="1"/>
          </p:cNvSpPr>
          <p:nvPr>
            <p:ph type="sldNum" sz="quarter" idx="12"/>
          </p:nvPr>
        </p:nvSpPr>
        <p:spPr>
          <a:xfrm>
            <a:off x="11391152" y="6434524"/>
            <a:ext cx="693261" cy="365125"/>
          </a:xfrm>
        </p:spPr>
        <p:txBody>
          <a:bodyPr/>
          <a:lstStyle>
            <a:lvl1pPr>
              <a:defRPr>
                <a:solidFill>
                  <a:schemeClr val="bg1"/>
                </a:solidFill>
              </a:defRPr>
            </a:lvl1pPr>
          </a:lstStyle>
          <a:p>
            <a:fld id="{08AB70BE-1769-45B8-85A6-0C837432C7E6}" type="slidenum">
              <a:rPr lang="en-US" smtClean="0"/>
              <a:t>‹#›</a:t>
            </a:fld>
            <a:endParaRPr lang="en-US" dirty="0"/>
          </a:p>
        </p:txBody>
      </p:sp>
    </p:spTree>
    <p:extLst>
      <p:ext uri="{BB962C8B-B14F-4D97-AF65-F5344CB8AC3E}">
        <p14:creationId xmlns:p14="http://schemas.microsoft.com/office/powerpoint/2010/main" val="9160135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8A94B-011C-4B13-8C12-E91BF7A40087}"/>
              </a:ext>
            </a:extLst>
          </p:cNvPr>
          <p:cNvSpPr>
            <a:spLocks noGrp="1"/>
          </p:cNvSpPr>
          <p:nvPr>
            <p:ph type="title"/>
          </p:nvPr>
        </p:nvSpPr>
        <p:spPr>
          <a:xfrm>
            <a:off x="1524000" y="1320800"/>
            <a:ext cx="9144000" cy="3095813"/>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716D5F3-887C-4A8F-842A-0294A9FB0818}"/>
              </a:ext>
            </a:extLst>
          </p:cNvPr>
          <p:cNvSpPr>
            <a:spLocks noGrp="1"/>
          </p:cNvSpPr>
          <p:nvPr>
            <p:ph type="body" idx="1"/>
          </p:nvPr>
        </p:nvSpPr>
        <p:spPr>
          <a:xfrm>
            <a:off x="1523999" y="4589463"/>
            <a:ext cx="9144001"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B94588B-131A-42F3-B76C-62BD65E4806B}"/>
              </a:ext>
            </a:extLst>
          </p:cNvPr>
          <p:cNvSpPr>
            <a:spLocks noGrp="1"/>
          </p:cNvSpPr>
          <p:nvPr>
            <p:ph type="dt" sz="half" idx="10"/>
          </p:nvPr>
        </p:nvSpPr>
        <p:spPr/>
        <p:txBody>
          <a:bodyPr/>
          <a:lstStyle/>
          <a:p>
            <a:fld id="{32637B58-87C1-446D-BDA9-B06F4BCF7782}" type="datetimeFigureOut">
              <a:rPr lang="en-US" smtClean="0"/>
              <a:t>6/2/2022</a:t>
            </a:fld>
            <a:endParaRPr lang="en-US" dirty="0"/>
          </a:p>
        </p:txBody>
      </p:sp>
      <p:sp>
        <p:nvSpPr>
          <p:cNvPr id="5" name="Footer Placeholder 4">
            <a:extLst>
              <a:ext uri="{FF2B5EF4-FFF2-40B4-BE49-F238E27FC236}">
                <a16:creationId xmlns:a16="http://schemas.microsoft.com/office/drawing/2014/main" id="{E111AB28-20BD-4CD8-9840-985C3EDBA16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753C85C-3801-46F0-A100-616F5F2F82E9}"/>
              </a:ext>
            </a:extLst>
          </p:cNvPr>
          <p:cNvSpPr>
            <a:spLocks noGrp="1"/>
          </p:cNvSpPr>
          <p:nvPr>
            <p:ph type="sldNum" sz="quarter" idx="12"/>
          </p:nvPr>
        </p:nvSpPr>
        <p:spPr/>
        <p:txBody>
          <a:bodyPr/>
          <a:lstStyle/>
          <a:p>
            <a:fld id="{08AB70BE-1769-45B8-85A6-0C837432C7E6}" type="slidenum">
              <a:rPr lang="en-US" smtClean="0"/>
              <a:t>‹#›</a:t>
            </a:fld>
            <a:endParaRPr lang="en-US" dirty="0"/>
          </a:p>
        </p:txBody>
      </p:sp>
    </p:spTree>
    <p:extLst>
      <p:ext uri="{BB962C8B-B14F-4D97-AF65-F5344CB8AC3E}">
        <p14:creationId xmlns:p14="http://schemas.microsoft.com/office/powerpoint/2010/main" val="20067600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5CB06-0454-4BF1-8011-F8B1A95954F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F920A70-D33B-4461-B74C-3F59ADB16141}"/>
              </a:ext>
            </a:extLst>
          </p:cNvPr>
          <p:cNvSpPr>
            <a:spLocks noGrp="1"/>
          </p:cNvSpPr>
          <p:nvPr>
            <p:ph sz="half" idx="1"/>
          </p:nvPr>
        </p:nvSpPr>
        <p:spPr>
          <a:xfrm>
            <a:off x="1408813" y="2163725"/>
            <a:ext cx="4610986" cy="40132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1881BDF9-836E-431C-8EFA-417A9BEE9F4B}"/>
              </a:ext>
            </a:extLst>
          </p:cNvPr>
          <p:cNvSpPr>
            <a:spLocks noGrp="1"/>
          </p:cNvSpPr>
          <p:nvPr>
            <p:ph sz="half" idx="2"/>
          </p:nvPr>
        </p:nvSpPr>
        <p:spPr>
          <a:xfrm>
            <a:off x="6257260" y="2163725"/>
            <a:ext cx="4853763" cy="40132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7CBD9F59-B591-4E2F-899E-3CA78CE82D45}"/>
              </a:ext>
            </a:extLst>
          </p:cNvPr>
          <p:cNvSpPr>
            <a:spLocks noGrp="1"/>
          </p:cNvSpPr>
          <p:nvPr>
            <p:ph type="dt" sz="half" idx="10"/>
          </p:nvPr>
        </p:nvSpPr>
        <p:spPr/>
        <p:txBody>
          <a:bodyPr/>
          <a:lstStyle/>
          <a:p>
            <a:fld id="{32637B58-87C1-446D-BDA9-B06F4BCF7782}" type="datetimeFigureOut">
              <a:rPr lang="en-US" smtClean="0"/>
              <a:t>6/2/2022</a:t>
            </a:fld>
            <a:endParaRPr lang="en-US" dirty="0"/>
          </a:p>
        </p:txBody>
      </p:sp>
      <p:sp>
        <p:nvSpPr>
          <p:cNvPr id="6" name="Footer Placeholder 5">
            <a:extLst>
              <a:ext uri="{FF2B5EF4-FFF2-40B4-BE49-F238E27FC236}">
                <a16:creationId xmlns:a16="http://schemas.microsoft.com/office/drawing/2014/main" id="{046CFD12-B3EC-432C-B264-8AB571CAAFD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8F3CBBA-71B3-4857-80E7-525E89FD903F}"/>
              </a:ext>
            </a:extLst>
          </p:cNvPr>
          <p:cNvSpPr>
            <a:spLocks noGrp="1"/>
          </p:cNvSpPr>
          <p:nvPr>
            <p:ph type="sldNum" sz="quarter" idx="12"/>
          </p:nvPr>
        </p:nvSpPr>
        <p:spPr/>
        <p:txBody>
          <a:bodyPr/>
          <a:lstStyle/>
          <a:p>
            <a:fld id="{08AB70BE-1769-45B8-85A6-0C837432C7E6}" type="slidenum">
              <a:rPr lang="en-US" smtClean="0"/>
              <a:t>‹#›</a:t>
            </a:fld>
            <a:endParaRPr lang="en-US" dirty="0"/>
          </a:p>
        </p:txBody>
      </p:sp>
    </p:spTree>
    <p:extLst>
      <p:ext uri="{BB962C8B-B14F-4D97-AF65-F5344CB8AC3E}">
        <p14:creationId xmlns:p14="http://schemas.microsoft.com/office/powerpoint/2010/main" val="39979951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51886-4F39-4E3E-948D-DBC73F267AED}"/>
              </a:ext>
            </a:extLst>
          </p:cNvPr>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B2C7B2A-B6BE-46FD-9278-A5246BF7EEB8}"/>
              </a:ext>
            </a:extLst>
          </p:cNvPr>
          <p:cNvSpPr>
            <a:spLocks noGrp="1"/>
          </p:cNvSpPr>
          <p:nvPr>
            <p:ph type="body" idx="1"/>
          </p:nvPr>
        </p:nvSpPr>
        <p:spPr>
          <a:xfrm>
            <a:off x="839788" y="1681163"/>
            <a:ext cx="5157787" cy="823912"/>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AE85295-E4B5-4D75-954F-B07A2F4CABF8}"/>
              </a:ext>
            </a:extLst>
          </p:cNvPr>
          <p:cNvSpPr>
            <a:spLocks noGrp="1"/>
          </p:cNvSpPr>
          <p:nvPr>
            <p:ph sz="half" idx="2"/>
          </p:nvPr>
        </p:nvSpPr>
        <p:spPr>
          <a:xfrm>
            <a:off x="839788" y="2635623"/>
            <a:ext cx="5157787" cy="3554039"/>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E687ABF0-C78D-4589-8FA5-0D6238B4B084}"/>
              </a:ext>
            </a:extLst>
          </p:cNvPr>
          <p:cNvSpPr>
            <a:spLocks noGrp="1"/>
          </p:cNvSpPr>
          <p:nvPr>
            <p:ph type="body" sz="quarter" idx="3"/>
          </p:nvPr>
        </p:nvSpPr>
        <p:spPr>
          <a:xfrm>
            <a:off x="6172200" y="1681163"/>
            <a:ext cx="5183188" cy="823912"/>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6A4064-2E0A-4FC3-837B-14EC0EF3A652}"/>
              </a:ext>
            </a:extLst>
          </p:cNvPr>
          <p:cNvSpPr>
            <a:spLocks noGrp="1"/>
          </p:cNvSpPr>
          <p:nvPr>
            <p:ph sz="quarter" idx="4"/>
          </p:nvPr>
        </p:nvSpPr>
        <p:spPr>
          <a:xfrm>
            <a:off x="6172200" y="2635623"/>
            <a:ext cx="5183188" cy="3554040"/>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8E3C169-8D29-4CC4-9581-748178F3C00A}"/>
              </a:ext>
            </a:extLst>
          </p:cNvPr>
          <p:cNvSpPr>
            <a:spLocks noGrp="1"/>
          </p:cNvSpPr>
          <p:nvPr>
            <p:ph type="dt" sz="half" idx="10"/>
          </p:nvPr>
        </p:nvSpPr>
        <p:spPr/>
        <p:txBody>
          <a:bodyPr/>
          <a:lstStyle/>
          <a:p>
            <a:fld id="{32637B58-87C1-446D-BDA9-B06F4BCF7782}" type="datetimeFigureOut">
              <a:rPr lang="en-US" smtClean="0"/>
              <a:t>6/2/2022</a:t>
            </a:fld>
            <a:endParaRPr lang="en-US" dirty="0"/>
          </a:p>
        </p:txBody>
      </p:sp>
      <p:sp>
        <p:nvSpPr>
          <p:cNvPr id="8" name="Footer Placeholder 7">
            <a:extLst>
              <a:ext uri="{FF2B5EF4-FFF2-40B4-BE49-F238E27FC236}">
                <a16:creationId xmlns:a16="http://schemas.microsoft.com/office/drawing/2014/main" id="{F14EC709-AAD9-475C-AC6A-943A8E872A9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020C0E3E-587D-46EB-AAF5-011C137B0309}"/>
              </a:ext>
            </a:extLst>
          </p:cNvPr>
          <p:cNvSpPr>
            <a:spLocks noGrp="1"/>
          </p:cNvSpPr>
          <p:nvPr>
            <p:ph type="sldNum" sz="quarter" idx="12"/>
          </p:nvPr>
        </p:nvSpPr>
        <p:spPr/>
        <p:txBody>
          <a:bodyPr/>
          <a:lstStyle/>
          <a:p>
            <a:fld id="{08AB70BE-1769-45B8-85A6-0C837432C7E6}" type="slidenum">
              <a:rPr lang="en-US" smtClean="0"/>
              <a:t>‹#›</a:t>
            </a:fld>
            <a:endParaRPr lang="en-US" dirty="0"/>
          </a:p>
        </p:txBody>
      </p:sp>
    </p:spTree>
    <p:extLst>
      <p:ext uri="{BB962C8B-B14F-4D97-AF65-F5344CB8AC3E}">
        <p14:creationId xmlns:p14="http://schemas.microsoft.com/office/powerpoint/2010/main" val="24534158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3E062-B7F5-4D30-B416-1BBB4A7D0F0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1BDFF7A-EBD3-4FEB-8451-5D7355069117}"/>
              </a:ext>
            </a:extLst>
          </p:cNvPr>
          <p:cNvSpPr>
            <a:spLocks noGrp="1"/>
          </p:cNvSpPr>
          <p:nvPr>
            <p:ph type="dt" sz="half" idx="10"/>
          </p:nvPr>
        </p:nvSpPr>
        <p:spPr/>
        <p:txBody>
          <a:bodyPr/>
          <a:lstStyle/>
          <a:p>
            <a:fld id="{32637B58-87C1-446D-BDA9-B06F4BCF7782}" type="datetimeFigureOut">
              <a:rPr lang="en-US" smtClean="0"/>
              <a:t>6/2/2022</a:t>
            </a:fld>
            <a:endParaRPr lang="en-US" dirty="0"/>
          </a:p>
        </p:txBody>
      </p:sp>
      <p:sp>
        <p:nvSpPr>
          <p:cNvPr id="4" name="Footer Placeholder 3">
            <a:extLst>
              <a:ext uri="{FF2B5EF4-FFF2-40B4-BE49-F238E27FC236}">
                <a16:creationId xmlns:a16="http://schemas.microsoft.com/office/drawing/2014/main" id="{08F54A2D-2C4B-4E1D-AC16-E3B1F1DDB562}"/>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2C11F373-DB96-4AEA-8E3E-7EDEA213DEEC}"/>
              </a:ext>
            </a:extLst>
          </p:cNvPr>
          <p:cNvSpPr>
            <a:spLocks noGrp="1"/>
          </p:cNvSpPr>
          <p:nvPr>
            <p:ph type="sldNum" sz="quarter" idx="12"/>
          </p:nvPr>
        </p:nvSpPr>
        <p:spPr/>
        <p:txBody>
          <a:bodyPr/>
          <a:lstStyle/>
          <a:p>
            <a:fld id="{08AB70BE-1769-45B8-85A6-0C837432C7E6}" type="slidenum">
              <a:rPr lang="en-US" smtClean="0"/>
              <a:t>‹#›</a:t>
            </a:fld>
            <a:endParaRPr lang="en-US" dirty="0"/>
          </a:p>
        </p:txBody>
      </p:sp>
    </p:spTree>
    <p:extLst>
      <p:ext uri="{BB962C8B-B14F-4D97-AF65-F5344CB8AC3E}">
        <p14:creationId xmlns:p14="http://schemas.microsoft.com/office/powerpoint/2010/main" val="26804877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A2485D4-41D3-4182-8DFE-2E0713EC0B8A}"/>
              </a:ext>
            </a:extLst>
          </p:cNvPr>
          <p:cNvSpPr>
            <a:spLocks noGrp="1"/>
          </p:cNvSpPr>
          <p:nvPr>
            <p:ph type="dt" sz="half" idx="10"/>
          </p:nvPr>
        </p:nvSpPr>
        <p:spPr/>
        <p:txBody>
          <a:bodyPr/>
          <a:lstStyle/>
          <a:p>
            <a:fld id="{32637B58-87C1-446D-BDA9-B06F4BCF7782}" type="datetimeFigureOut">
              <a:rPr lang="en-US" smtClean="0"/>
              <a:t>6/2/2022</a:t>
            </a:fld>
            <a:endParaRPr lang="en-US" dirty="0"/>
          </a:p>
        </p:txBody>
      </p:sp>
      <p:sp>
        <p:nvSpPr>
          <p:cNvPr id="3" name="Footer Placeholder 2">
            <a:extLst>
              <a:ext uri="{FF2B5EF4-FFF2-40B4-BE49-F238E27FC236}">
                <a16:creationId xmlns:a16="http://schemas.microsoft.com/office/drawing/2014/main" id="{C9753C5C-8415-4BF0-810D-A4C22F695EC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545EBFEA-4321-48C4-9CA1-43517540C698}"/>
              </a:ext>
            </a:extLst>
          </p:cNvPr>
          <p:cNvSpPr>
            <a:spLocks noGrp="1"/>
          </p:cNvSpPr>
          <p:nvPr>
            <p:ph type="sldNum" sz="quarter" idx="12"/>
          </p:nvPr>
        </p:nvSpPr>
        <p:spPr/>
        <p:txBody>
          <a:bodyPr/>
          <a:lstStyle/>
          <a:p>
            <a:fld id="{08AB70BE-1769-45B8-85A6-0C837432C7E6}" type="slidenum">
              <a:rPr lang="en-US" smtClean="0"/>
              <a:t>‹#›</a:t>
            </a:fld>
            <a:endParaRPr lang="en-US" dirty="0"/>
          </a:p>
        </p:txBody>
      </p:sp>
    </p:spTree>
    <p:extLst>
      <p:ext uri="{BB962C8B-B14F-4D97-AF65-F5344CB8AC3E}">
        <p14:creationId xmlns:p14="http://schemas.microsoft.com/office/powerpoint/2010/main" val="8621841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09F8C-8071-4BE5-AD6F-C98F481D17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34135B3-14BA-4A88-B6B3-88B77B1C63E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77C3A4D-5B69-44B4-B17F-770E83F008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F1C41D-2A59-4512-8034-6DB705787D78}"/>
              </a:ext>
            </a:extLst>
          </p:cNvPr>
          <p:cNvSpPr>
            <a:spLocks noGrp="1"/>
          </p:cNvSpPr>
          <p:nvPr>
            <p:ph type="dt" sz="half" idx="10"/>
          </p:nvPr>
        </p:nvSpPr>
        <p:spPr/>
        <p:txBody>
          <a:bodyPr/>
          <a:lstStyle/>
          <a:p>
            <a:fld id="{32637B58-87C1-446D-BDA9-B06F4BCF7782}" type="datetimeFigureOut">
              <a:rPr lang="en-US" smtClean="0"/>
              <a:t>6/2/2022</a:t>
            </a:fld>
            <a:endParaRPr lang="en-US" dirty="0"/>
          </a:p>
        </p:txBody>
      </p:sp>
      <p:sp>
        <p:nvSpPr>
          <p:cNvPr id="6" name="Footer Placeholder 5">
            <a:extLst>
              <a:ext uri="{FF2B5EF4-FFF2-40B4-BE49-F238E27FC236}">
                <a16:creationId xmlns:a16="http://schemas.microsoft.com/office/drawing/2014/main" id="{BD85C494-778C-4EE6-9402-242E1CDD9A6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6F5677B9-C338-4033-9AFE-B8B81C5D8139}"/>
              </a:ext>
            </a:extLst>
          </p:cNvPr>
          <p:cNvSpPr>
            <a:spLocks noGrp="1"/>
          </p:cNvSpPr>
          <p:nvPr>
            <p:ph type="sldNum" sz="quarter" idx="12"/>
          </p:nvPr>
        </p:nvSpPr>
        <p:spPr/>
        <p:txBody>
          <a:bodyPr/>
          <a:lstStyle/>
          <a:p>
            <a:fld id="{08AB70BE-1769-45B8-85A6-0C837432C7E6}" type="slidenum">
              <a:rPr lang="en-US" smtClean="0"/>
              <a:t>‹#›</a:t>
            </a:fld>
            <a:endParaRPr lang="en-US" dirty="0"/>
          </a:p>
        </p:txBody>
      </p:sp>
    </p:spTree>
    <p:extLst>
      <p:ext uri="{BB962C8B-B14F-4D97-AF65-F5344CB8AC3E}">
        <p14:creationId xmlns:p14="http://schemas.microsoft.com/office/powerpoint/2010/main" val="19568600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B77DE-4C2E-476F-A419-57470FB66D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A9FD1A0-93AE-469A-ADDF-2453B64CAAF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DC119C9C-EF97-4910-9419-6D7202609E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7A87172-A64E-4C38-82ED-2A7050B0FB68}"/>
              </a:ext>
            </a:extLst>
          </p:cNvPr>
          <p:cNvSpPr>
            <a:spLocks noGrp="1"/>
          </p:cNvSpPr>
          <p:nvPr>
            <p:ph type="dt" sz="half" idx="10"/>
          </p:nvPr>
        </p:nvSpPr>
        <p:spPr/>
        <p:txBody>
          <a:bodyPr/>
          <a:lstStyle/>
          <a:p>
            <a:fld id="{32637B58-87C1-446D-BDA9-B06F4BCF7782}" type="datetimeFigureOut">
              <a:rPr lang="en-US" smtClean="0"/>
              <a:t>6/2/2022</a:t>
            </a:fld>
            <a:endParaRPr lang="en-US" dirty="0"/>
          </a:p>
        </p:txBody>
      </p:sp>
      <p:sp>
        <p:nvSpPr>
          <p:cNvPr id="6" name="Footer Placeholder 5">
            <a:extLst>
              <a:ext uri="{FF2B5EF4-FFF2-40B4-BE49-F238E27FC236}">
                <a16:creationId xmlns:a16="http://schemas.microsoft.com/office/drawing/2014/main" id="{BC0C3E24-28E2-4512-BEA0-DAEC5E8465C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01F04F0D-DA84-434D-B136-BEE9FD80AB95}"/>
              </a:ext>
            </a:extLst>
          </p:cNvPr>
          <p:cNvSpPr>
            <a:spLocks noGrp="1"/>
          </p:cNvSpPr>
          <p:nvPr>
            <p:ph type="sldNum" sz="quarter" idx="12"/>
          </p:nvPr>
        </p:nvSpPr>
        <p:spPr/>
        <p:txBody>
          <a:bodyPr/>
          <a:lstStyle/>
          <a:p>
            <a:fld id="{08AB70BE-1769-45B8-85A6-0C837432C7E6}" type="slidenum">
              <a:rPr lang="en-US" smtClean="0"/>
              <a:t>‹#›</a:t>
            </a:fld>
            <a:endParaRPr lang="en-US" dirty="0"/>
          </a:p>
        </p:txBody>
      </p:sp>
    </p:spTree>
    <p:extLst>
      <p:ext uri="{BB962C8B-B14F-4D97-AF65-F5344CB8AC3E}">
        <p14:creationId xmlns:p14="http://schemas.microsoft.com/office/powerpoint/2010/main" val="18739067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B05F0-2B44-47BC-86B3-58E2C70806B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FA5B5DA-7628-4AC1-8EAE-5010C2A9812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EA4E7C3-7830-49F3-9F45-4B2F2B4CAC93}"/>
              </a:ext>
            </a:extLst>
          </p:cNvPr>
          <p:cNvSpPr>
            <a:spLocks noGrp="1"/>
          </p:cNvSpPr>
          <p:nvPr>
            <p:ph type="dt" sz="half" idx="10"/>
          </p:nvPr>
        </p:nvSpPr>
        <p:spPr/>
        <p:txBody>
          <a:bodyPr/>
          <a:lstStyle/>
          <a:p>
            <a:fld id="{32637B58-87C1-446D-BDA9-B06F4BCF7782}" type="datetimeFigureOut">
              <a:rPr lang="en-US" smtClean="0"/>
              <a:t>6/2/2022</a:t>
            </a:fld>
            <a:endParaRPr lang="en-US" dirty="0"/>
          </a:p>
        </p:txBody>
      </p:sp>
      <p:sp>
        <p:nvSpPr>
          <p:cNvPr id="5" name="Footer Placeholder 4">
            <a:extLst>
              <a:ext uri="{FF2B5EF4-FFF2-40B4-BE49-F238E27FC236}">
                <a16:creationId xmlns:a16="http://schemas.microsoft.com/office/drawing/2014/main" id="{1845E328-AD12-449C-BE6E-76DF005E868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F0F374F-390D-49D8-A7C8-5BEFA3532345}"/>
              </a:ext>
            </a:extLst>
          </p:cNvPr>
          <p:cNvSpPr>
            <a:spLocks noGrp="1"/>
          </p:cNvSpPr>
          <p:nvPr>
            <p:ph type="sldNum" sz="quarter" idx="12"/>
          </p:nvPr>
        </p:nvSpPr>
        <p:spPr/>
        <p:txBody>
          <a:bodyPr/>
          <a:lstStyle/>
          <a:p>
            <a:fld id="{08AB70BE-1769-45B8-85A6-0C837432C7E6}" type="slidenum">
              <a:rPr lang="en-US" smtClean="0"/>
              <a:t>‹#›</a:t>
            </a:fld>
            <a:endParaRPr lang="en-US" dirty="0"/>
          </a:p>
        </p:txBody>
      </p:sp>
    </p:spTree>
    <p:extLst>
      <p:ext uri="{BB962C8B-B14F-4D97-AF65-F5344CB8AC3E}">
        <p14:creationId xmlns:p14="http://schemas.microsoft.com/office/powerpoint/2010/main" val="13163192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C50F530-2925-4F98-89EC-95C2EC4769D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1A79366-3281-483D-8731-0D01B2B24A3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5ED8B2-BE7F-4417-8A8A-A95C8BB70827}"/>
              </a:ext>
            </a:extLst>
          </p:cNvPr>
          <p:cNvSpPr>
            <a:spLocks noGrp="1"/>
          </p:cNvSpPr>
          <p:nvPr>
            <p:ph type="dt" sz="half" idx="10"/>
          </p:nvPr>
        </p:nvSpPr>
        <p:spPr/>
        <p:txBody>
          <a:bodyPr/>
          <a:lstStyle/>
          <a:p>
            <a:fld id="{32637B58-87C1-446D-BDA9-B06F4BCF7782}" type="datetimeFigureOut">
              <a:rPr lang="en-US" smtClean="0"/>
              <a:t>6/2/2022</a:t>
            </a:fld>
            <a:endParaRPr lang="en-US" dirty="0"/>
          </a:p>
        </p:txBody>
      </p:sp>
      <p:sp>
        <p:nvSpPr>
          <p:cNvPr id="5" name="Footer Placeholder 4">
            <a:extLst>
              <a:ext uri="{FF2B5EF4-FFF2-40B4-BE49-F238E27FC236}">
                <a16:creationId xmlns:a16="http://schemas.microsoft.com/office/drawing/2014/main" id="{A01A0D96-671F-4A85-89C6-946624CB1E0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85BA434-2E32-4719-B45C-0490D685265D}"/>
              </a:ext>
            </a:extLst>
          </p:cNvPr>
          <p:cNvSpPr>
            <a:spLocks noGrp="1"/>
          </p:cNvSpPr>
          <p:nvPr>
            <p:ph type="sldNum" sz="quarter" idx="12"/>
          </p:nvPr>
        </p:nvSpPr>
        <p:spPr/>
        <p:txBody>
          <a:bodyPr/>
          <a:lstStyle/>
          <a:p>
            <a:fld id="{08AB70BE-1769-45B8-85A6-0C837432C7E6}" type="slidenum">
              <a:rPr lang="en-US" smtClean="0"/>
              <a:t>‹#›</a:t>
            </a:fld>
            <a:endParaRPr lang="en-US" dirty="0"/>
          </a:p>
        </p:txBody>
      </p:sp>
    </p:spTree>
    <p:extLst>
      <p:ext uri="{BB962C8B-B14F-4D97-AF65-F5344CB8AC3E}">
        <p14:creationId xmlns:p14="http://schemas.microsoft.com/office/powerpoint/2010/main" val="9844458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7A08E557-10DB-421A-876E-1AE58F8E07C4}"/>
              </a:ext>
            </a:extLst>
          </p:cNvPr>
          <p:cNvSpPr/>
          <p:nvPr/>
        </p:nvSpPr>
        <p:spPr>
          <a:xfrm>
            <a:off x="8844703" y="3732560"/>
            <a:ext cx="3352193" cy="3125440"/>
          </a:xfrm>
          <a:custGeom>
            <a:avLst/>
            <a:gdLst>
              <a:gd name="connsiteX0" fmla="*/ 0 w 3352193"/>
              <a:gd name="connsiteY0" fmla="*/ 3125374 h 3125440"/>
              <a:gd name="connsiteX1" fmla="*/ 2579 w 3352193"/>
              <a:gd name="connsiteY1" fmla="*/ 3125440 h 3125440"/>
              <a:gd name="connsiteX2" fmla="*/ 0 w 3352193"/>
              <a:gd name="connsiteY2" fmla="*/ 3125440 h 3125440"/>
              <a:gd name="connsiteX3" fmla="*/ 3352193 w 3352193"/>
              <a:gd name="connsiteY3" fmla="*/ 0 h 3125440"/>
              <a:gd name="connsiteX4" fmla="*/ 3352193 w 3352193"/>
              <a:gd name="connsiteY4" fmla="*/ 3125440 h 3125440"/>
              <a:gd name="connsiteX5" fmla="*/ 2579 w 3352193"/>
              <a:gd name="connsiteY5" fmla="*/ 3125440 h 3125440"/>
              <a:gd name="connsiteX6" fmla="*/ 3348685 w 3352193"/>
              <a:gd name="connsiteY6" fmla="*/ 47035 h 3125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52193" h="3125440">
                <a:moveTo>
                  <a:pt x="0" y="3125374"/>
                </a:moveTo>
                <a:lnTo>
                  <a:pt x="2579" y="3125440"/>
                </a:lnTo>
                <a:lnTo>
                  <a:pt x="0" y="3125440"/>
                </a:lnTo>
                <a:close/>
                <a:moveTo>
                  <a:pt x="3352193" y="0"/>
                </a:moveTo>
                <a:lnTo>
                  <a:pt x="3352193" y="3125440"/>
                </a:lnTo>
                <a:lnTo>
                  <a:pt x="2579" y="3125440"/>
                </a:lnTo>
                <a:cubicBezTo>
                  <a:pt x="1744073" y="3125440"/>
                  <a:pt x="3176441" y="1776129"/>
                  <a:pt x="3348685" y="47035"/>
                </a:cubicBezTo>
                <a:close/>
              </a:path>
            </a:pathLst>
          </a:cu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ooter Placeholder 4">
            <a:extLst>
              <a:ext uri="{FF2B5EF4-FFF2-40B4-BE49-F238E27FC236}">
                <a16:creationId xmlns:a16="http://schemas.microsoft.com/office/drawing/2014/main" id="{EC2EBCA0-8609-4F35-8CA7-7AD35FDACD73}"/>
              </a:ext>
            </a:extLst>
          </p:cNvPr>
          <p:cNvSpPr>
            <a:spLocks noGrp="1"/>
          </p:cNvSpPr>
          <p:nvPr>
            <p:ph type="ftr" sz="quarter" idx="3"/>
          </p:nvPr>
        </p:nvSpPr>
        <p:spPr>
          <a:xfrm>
            <a:off x="175613" y="6434560"/>
            <a:ext cx="3428012" cy="365125"/>
          </a:xfrm>
          <a:prstGeom prst="rect">
            <a:avLst/>
          </a:prstGeom>
        </p:spPr>
        <p:txBody>
          <a:bodyPr vert="horz" lIns="91440" tIns="45720" rIns="91440" bIns="45720" rtlCol="0" anchor="ctr"/>
          <a:lstStyle>
            <a:lvl1pPr algn="l">
              <a:defRPr sz="1050" spc="50" baseline="0">
                <a:solidFill>
                  <a:schemeClr val="accent2"/>
                </a:solidFill>
                <a:latin typeface="+mn-lt"/>
              </a:defRPr>
            </a:lvl1pPr>
          </a:lstStyle>
          <a:p>
            <a:endParaRPr lang="en-US" dirty="0"/>
          </a:p>
        </p:txBody>
      </p:sp>
      <p:sp>
        <p:nvSpPr>
          <p:cNvPr id="2" name="Title Placeholder 1">
            <a:extLst>
              <a:ext uri="{FF2B5EF4-FFF2-40B4-BE49-F238E27FC236}">
                <a16:creationId xmlns:a16="http://schemas.microsoft.com/office/drawing/2014/main" id="{BFDA9639-38D2-4CD4-A861-F6B4C6CB99BD}"/>
              </a:ext>
            </a:extLst>
          </p:cNvPr>
          <p:cNvSpPr>
            <a:spLocks noGrp="1"/>
          </p:cNvSpPr>
          <p:nvPr>
            <p:ph type="title"/>
          </p:nvPr>
        </p:nvSpPr>
        <p:spPr>
          <a:xfrm>
            <a:off x="908775" y="590372"/>
            <a:ext cx="10202248" cy="132589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DDAF00B1-16C1-47B3-A7A0-B71468312896}"/>
              </a:ext>
            </a:extLst>
          </p:cNvPr>
          <p:cNvSpPr>
            <a:spLocks noGrp="1"/>
          </p:cNvSpPr>
          <p:nvPr>
            <p:ph type="body" idx="1"/>
          </p:nvPr>
        </p:nvSpPr>
        <p:spPr>
          <a:xfrm>
            <a:off x="918825" y="1916262"/>
            <a:ext cx="10192198" cy="413348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2BCF9501-5B6B-4DAF-B59D-3C129ED805AC}"/>
              </a:ext>
            </a:extLst>
          </p:cNvPr>
          <p:cNvSpPr>
            <a:spLocks noGrp="1"/>
          </p:cNvSpPr>
          <p:nvPr>
            <p:ph type="dt" sz="half" idx="2"/>
          </p:nvPr>
        </p:nvSpPr>
        <p:spPr>
          <a:xfrm>
            <a:off x="9017000" y="6433202"/>
            <a:ext cx="2374150" cy="367841"/>
          </a:xfrm>
          <a:prstGeom prst="rect">
            <a:avLst/>
          </a:prstGeom>
        </p:spPr>
        <p:txBody>
          <a:bodyPr vert="horz" lIns="91440" tIns="45720" rIns="91440" bIns="45720" rtlCol="0" anchor="ctr"/>
          <a:lstStyle>
            <a:lvl1pPr algn="r">
              <a:defRPr sz="1050" spc="50" baseline="0">
                <a:solidFill>
                  <a:srgbClr val="FFFFFF"/>
                </a:solidFill>
                <a:latin typeface="+mn-lt"/>
              </a:defRPr>
            </a:lvl1pPr>
          </a:lstStyle>
          <a:p>
            <a:fld id="{32637B58-87C1-446D-BDA9-B06F4BCF7782}" type="datetimeFigureOut">
              <a:rPr lang="en-US" smtClean="0"/>
              <a:pPr/>
              <a:t>6/2/2022</a:t>
            </a:fld>
            <a:endParaRPr lang="en-US" dirty="0"/>
          </a:p>
        </p:txBody>
      </p:sp>
      <p:sp>
        <p:nvSpPr>
          <p:cNvPr id="6" name="Slide Number Placeholder 5">
            <a:extLst>
              <a:ext uri="{FF2B5EF4-FFF2-40B4-BE49-F238E27FC236}">
                <a16:creationId xmlns:a16="http://schemas.microsoft.com/office/drawing/2014/main" id="{37685DBD-B7AE-41D8-8CF1-B21CD58E1B45}"/>
              </a:ext>
            </a:extLst>
          </p:cNvPr>
          <p:cNvSpPr>
            <a:spLocks noGrp="1"/>
          </p:cNvSpPr>
          <p:nvPr>
            <p:ph type="sldNum" sz="quarter" idx="4"/>
          </p:nvPr>
        </p:nvSpPr>
        <p:spPr>
          <a:xfrm>
            <a:off x="11391150" y="6433203"/>
            <a:ext cx="693263" cy="367842"/>
          </a:xfrm>
          <a:prstGeom prst="rect">
            <a:avLst/>
          </a:prstGeom>
        </p:spPr>
        <p:txBody>
          <a:bodyPr vert="horz" lIns="91440" tIns="45720" rIns="91440" bIns="45720" rtlCol="0" anchor="ctr"/>
          <a:lstStyle>
            <a:lvl1pPr algn="r">
              <a:defRPr sz="2000">
                <a:solidFill>
                  <a:srgbClr val="FFFFFF"/>
                </a:solidFill>
                <a:latin typeface="+mj-lt"/>
              </a:defRPr>
            </a:lvl1p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3380472331"/>
      </p:ext>
    </p:extLst>
  </p:cSld>
  <p:clrMap bg1="lt1" tx1="dk1" bg2="lt2" tx2="dk2" accent1="accent1" accent2="accent2" accent3="accent3" accent4="accent4" accent5="accent5" accent6="accent6" hlink="hlink" folHlink="folHlink"/>
  <p:sldLayoutIdLst>
    <p:sldLayoutId id="2147483780" r:id="rId1"/>
    <p:sldLayoutId id="2147483781" r:id="rId2"/>
    <p:sldLayoutId id="2147483782" r:id="rId3"/>
    <p:sldLayoutId id="2147483783" r:id="rId4"/>
    <p:sldLayoutId id="2147483784" r:id="rId5"/>
    <p:sldLayoutId id="2147483778" r:id="rId6"/>
    <p:sldLayoutId id="2147483774" r:id="rId7"/>
    <p:sldLayoutId id="2147483775" r:id="rId8"/>
    <p:sldLayoutId id="2147483776" r:id="rId9"/>
    <p:sldLayoutId id="2147483777" r:id="rId10"/>
    <p:sldLayoutId id="2147483779" r:id="rId11"/>
  </p:sldLayoutIdLst>
  <p:txStyles>
    <p:titleStyle>
      <a:lvl1pPr algn="l" defTabSz="914400" rtl="0" eaLnBrk="1" latinLnBrk="0" hangingPunct="1">
        <a:lnSpc>
          <a:spcPct val="90000"/>
        </a:lnSpc>
        <a:spcBef>
          <a:spcPct val="0"/>
        </a:spcBef>
        <a:buNone/>
        <a:defRPr sz="4000" kern="1200">
          <a:solidFill>
            <a:schemeClr val="accent2"/>
          </a:solidFill>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5"/>
        </a:buClr>
        <a:buFont typeface="Arial" panose="020B0604020202020204" pitchFamily="34" charset="0"/>
        <a:buChar char="•"/>
        <a:defRPr sz="20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Clr>
          <a:schemeClr val="accent5"/>
        </a:buClr>
        <a:buFont typeface="Arial" panose="020B0604020202020204" pitchFamily="34" charset="0"/>
        <a:buChar char="•"/>
        <a:defRPr sz="18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Clr>
          <a:schemeClr val="accent5"/>
        </a:buClr>
        <a:buFont typeface="Arial" panose="020B0604020202020204" pitchFamily="34" charset="0"/>
        <a:buChar char="•"/>
        <a:defRPr sz="16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Clr>
          <a:schemeClr val="accent5"/>
        </a:buClr>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Clr>
          <a:schemeClr val="accent5"/>
        </a:buClr>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4.svg"/><Relationship Id="rId7" Type="http://schemas.openxmlformats.org/officeDocument/2006/relationships/diagramColors" Target="../diagrams/colors1.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6.sv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18.gif"/><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2" name="Freeform: Shape 34">
            <a:extLst>
              <a:ext uri="{FF2B5EF4-FFF2-40B4-BE49-F238E27FC236}">
                <a16:creationId xmlns:a16="http://schemas.microsoft.com/office/drawing/2014/main" id="{7A08E557-10DB-421A-876E-1AE58F8E07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44703" y="3732560"/>
            <a:ext cx="3352193" cy="3125440"/>
          </a:xfrm>
          <a:custGeom>
            <a:avLst/>
            <a:gdLst>
              <a:gd name="connsiteX0" fmla="*/ 0 w 3352193"/>
              <a:gd name="connsiteY0" fmla="*/ 3125374 h 3125440"/>
              <a:gd name="connsiteX1" fmla="*/ 2579 w 3352193"/>
              <a:gd name="connsiteY1" fmla="*/ 3125440 h 3125440"/>
              <a:gd name="connsiteX2" fmla="*/ 0 w 3352193"/>
              <a:gd name="connsiteY2" fmla="*/ 3125440 h 3125440"/>
              <a:gd name="connsiteX3" fmla="*/ 3352193 w 3352193"/>
              <a:gd name="connsiteY3" fmla="*/ 0 h 3125440"/>
              <a:gd name="connsiteX4" fmla="*/ 3352193 w 3352193"/>
              <a:gd name="connsiteY4" fmla="*/ 3125440 h 3125440"/>
              <a:gd name="connsiteX5" fmla="*/ 2579 w 3352193"/>
              <a:gd name="connsiteY5" fmla="*/ 3125440 h 3125440"/>
              <a:gd name="connsiteX6" fmla="*/ 3348685 w 3352193"/>
              <a:gd name="connsiteY6" fmla="*/ 47035 h 3125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52193" h="3125440">
                <a:moveTo>
                  <a:pt x="0" y="3125374"/>
                </a:moveTo>
                <a:lnTo>
                  <a:pt x="2579" y="3125440"/>
                </a:lnTo>
                <a:lnTo>
                  <a:pt x="0" y="3125440"/>
                </a:lnTo>
                <a:close/>
                <a:moveTo>
                  <a:pt x="3352193" y="0"/>
                </a:moveTo>
                <a:lnTo>
                  <a:pt x="3352193" y="3125440"/>
                </a:lnTo>
                <a:lnTo>
                  <a:pt x="2579" y="3125440"/>
                </a:lnTo>
                <a:cubicBezTo>
                  <a:pt x="1744073" y="3125440"/>
                  <a:pt x="3176441" y="1776129"/>
                  <a:pt x="3348685" y="47035"/>
                </a:cubicBezTo>
                <a:close/>
              </a:path>
            </a:pathLst>
          </a:cu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useBgFill="1">
        <p:nvSpPr>
          <p:cNvPr id="33" name="Rectangle 36">
            <a:extLst>
              <a:ext uri="{FF2B5EF4-FFF2-40B4-BE49-F238E27FC236}">
                <a16:creationId xmlns:a16="http://schemas.microsoft.com/office/drawing/2014/main" id="{F09CA6CC-C9DF-440F-BE30-1167A921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8">
            <a:extLst>
              <a:ext uri="{FF2B5EF4-FFF2-40B4-BE49-F238E27FC236}">
                <a16:creationId xmlns:a16="http://schemas.microsoft.com/office/drawing/2014/main" id="{6F82D7C3-4329-485C-9C81-FB5BA3FA96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48146" y="0"/>
            <a:ext cx="7643854" cy="6858000"/>
          </a:xfrm>
          <a:prstGeom prst="rect">
            <a:avLst/>
          </a:pr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E9387E7-E5DC-1745-2317-670C1268A927}"/>
              </a:ext>
            </a:extLst>
          </p:cNvPr>
          <p:cNvSpPr>
            <a:spLocks noGrp="1"/>
          </p:cNvSpPr>
          <p:nvPr>
            <p:ph type="ctrTitle"/>
          </p:nvPr>
        </p:nvSpPr>
        <p:spPr>
          <a:xfrm>
            <a:off x="5414504" y="1031955"/>
            <a:ext cx="6777496" cy="1433767"/>
          </a:xfrm>
        </p:spPr>
        <p:txBody>
          <a:bodyPr vert="horz" lIns="91440" tIns="45720" rIns="91440" bIns="45720" rtlCol="0" anchor="ctr">
            <a:normAutofit/>
          </a:bodyPr>
          <a:lstStyle/>
          <a:p>
            <a:pPr algn="ctr"/>
            <a:r>
              <a:rPr lang="en-US" sz="3600" b="1" dirty="0">
                <a:solidFill>
                  <a:srgbClr val="FFFFFF"/>
                </a:solidFill>
                <a:latin typeface="Amasis MT Pro Black" panose="02040A04050005020304" pitchFamily="18" charset="0"/>
              </a:rPr>
              <a:t>Mabaret El Asafra </a:t>
            </a:r>
            <a:br>
              <a:rPr lang="en-US" sz="3600" b="1" dirty="0">
                <a:solidFill>
                  <a:srgbClr val="FFFFFF"/>
                </a:solidFill>
                <a:latin typeface="Amasis MT Pro Black" panose="02040A04050005020304" pitchFamily="18" charset="0"/>
              </a:rPr>
            </a:br>
            <a:r>
              <a:rPr lang="en-US" sz="3600" b="1" dirty="0">
                <a:solidFill>
                  <a:srgbClr val="FFFFFF"/>
                </a:solidFill>
                <a:latin typeface="Amasis MT Pro Black" panose="02040A04050005020304" pitchFamily="18" charset="0"/>
              </a:rPr>
              <a:t>Marketing Plan</a:t>
            </a:r>
            <a:endParaRPr lang="en-US" sz="3600" dirty="0">
              <a:solidFill>
                <a:srgbClr val="FFFFFF"/>
              </a:solidFill>
              <a:latin typeface="Amasis MT Pro Black" panose="02040A04050005020304" pitchFamily="18" charset="0"/>
            </a:endParaRPr>
          </a:p>
        </p:txBody>
      </p:sp>
      <p:pic>
        <p:nvPicPr>
          <p:cNvPr id="18" name="Picture 17" descr="Diagram&#10;&#10;Description automatically generated">
            <a:extLst>
              <a:ext uri="{FF2B5EF4-FFF2-40B4-BE49-F238E27FC236}">
                <a16:creationId xmlns:a16="http://schemas.microsoft.com/office/drawing/2014/main" id="{7E3F25D2-099C-A3F9-4D0B-0D33BF3C2140}"/>
              </a:ext>
            </a:extLst>
          </p:cNvPr>
          <p:cNvPicPr>
            <a:picLocks noChangeAspect="1"/>
          </p:cNvPicPr>
          <p:nvPr/>
        </p:nvPicPr>
        <p:blipFill rotWithShape="1">
          <a:blip r:embed="rId2">
            <a:extLst>
              <a:ext uri="{28A0092B-C50C-407E-A947-70E740481C1C}">
                <a14:useLocalDpi xmlns:a14="http://schemas.microsoft.com/office/drawing/2010/main" val="0"/>
              </a:ext>
            </a:extLst>
          </a:blip>
          <a:srcRect t="52" r="3" b="24"/>
          <a:stretch/>
        </p:blipFill>
        <p:spPr>
          <a:xfrm>
            <a:off x="20" y="5379"/>
            <a:ext cx="5181578" cy="6858000"/>
          </a:xfrm>
          <a:prstGeom prst="rect">
            <a:avLst/>
          </a:prstGeom>
        </p:spPr>
      </p:pic>
      <p:sp>
        <p:nvSpPr>
          <p:cNvPr id="3" name="Subtitle 2">
            <a:extLst>
              <a:ext uri="{FF2B5EF4-FFF2-40B4-BE49-F238E27FC236}">
                <a16:creationId xmlns:a16="http://schemas.microsoft.com/office/drawing/2014/main" id="{498B59A8-B5C6-9B58-57A7-6A8ED99DEDD2}"/>
              </a:ext>
            </a:extLst>
          </p:cNvPr>
          <p:cNvSpPr>
            <a:spLocks noGrp="1"/>
          </p:cNvSpPr>
          <p:nvPr>
            <p:ph type="subTitle" idx="1"/>
          </p:nvPr>
        </p:nvSpPr>
        <p:spPr>
          <a:xfrm>
            <a:off x="5877338" y="2764589"/>
            <a:ext cx="5618922" cy="4033299"/>
          </a:xfrm>
        </p:spPr>
        <p:txBody>
          <a:bodyPr vert="horz" lIns="91440" tIns="45720" rIns="91440" bIns="45720" rtlCol="0">
            <a:normAutofit/>
          </a:bodyPr>
          <a:lstStyle/>
          <a:p>
            <a:pPr marR="0" lvl="0" algn="ctr" fontAlgn="auto">
              <a:spcBef>
                <a:spcPts val="0"/>
              </a:spcBef>
              <a:spcAft>
                <a:spcPts val="0"/>
              </a:spcAft>
              <a:buSzPct val="85000"/>
              <a:tabLst/>
              <a:defRPr/>
            </a:pPr>
            <a:r>
              <a:rPr kumimoji="0" lang="en-US" sz="2000" b="0" i="0" u="none" strike="noStrike" cap="none" spc="0" normalizeH="0" baseline="0" noProof="0" dirty="0">
                <a:ln>
                  <a:noFill/>
                </a:ln>
                <a:solidFill>
                  <a:srgbClr val="FFFFFF"/>
                </a:solidFill>
                <a:effectLst/>
                <a:uLnTx/>
                <a:uFillTx/>
              </a:rPr>
              <a:t> By:   </a:t>
            </a:r>
          </a:p>
          <a:p>
            <a:pPr marR="0" lvl="0" fontAlgn="auto">
              <a:spcBef>
                <a:spcPts val="0"/>
              </a:spcBef>
              <a:spcAft>
                <a:spcPts val="0"/>
              </a:spcAft>
              <a:buSzPct val="85000"/>
              <a:tabLst/>
              <a:defRPr/>
            </a:pPr>
            <a:r>
              <a:rPr lang="en-US" sz="2000" b="0" cap="none" spc="0" dirty="0">
                <a:solidFill>
                  <a:srgbClr val="FFFFFF"/>
                </a:solidFill>
              </a:rPr>
              <a:t>  </a:t>
            </a:r>
            <a:r>
              <a:rPr kumimoji="0" lang="en-US" sz="2000" b="0" i="0" u="none" strike="noStrike" cap="none" spc="0" normalizeH="0" baseline="0" noProof="0" dirty="0">
                <a:ln>
                  <a:noFill/>
                </a:ln>
                <a:solidFill>
                  <a:srgbClr val="FFFFFF"/>
                </a:solidFill>
                <a:effectLst/>
                <a:uLnTx/>
                <a:uFillTx/>
              </a:rPr>
              <a:t>                1- Rahma Mohamed Elsayed</a:t>
            </a:r>
          </a:p>
          <a:p>
            <a:pPr marR="0" lvl="0" fontAlgn="auto">
              <a:spcBef>
                <a:spcPts val="0"/>
              </a:spcBef>
              <a:spcAft>
                <a:spcPts val="0"/>
              </a:spcAft>
              <a:buSzPct val="85000"/>
              <a:tabLst/>
              <a:defRPr/>
            </a:pPr>
            <a:r>
              <a:rPr kumimoji="0" lang="en-US" sz="2000" b="0" i="0" u="none" strike="noStrike" cap="none" spc="0" normalizeH="0" baseline="0" noProof="0" dirty="0">
                <a:ln>
                  <a:noFill/>
                </a:ln>
                <a:solidFill>
                  <a:srgbClr val="FFFFFF"/>
                </a:solidFill>
                <a:effectLst/>
                <a:uLnTx/>
                <a:uFillTx/>
              </a:rPr>
              <a:t>                  2- Sarah Sameh Elzahaby </a:t>
            </a:r>
          </a:p>
          <a:p>
            <a:pPr marR="0" lvl="0" fontAlgn="auto">
              <a:spcBef>
                <a:spcPts val="0"/>
              </a:spcBef>
              <a:spcAft>
                <a:spcPts val="0"/>
              </a:spcAft>
              <a:buSzPct val="85000"/>
              <a:tabLst/>
              <a:defRPr/>
            </a:pPr>
            <a:r>
              <a:rPr kumimoji="0" lang="en-US" sz="2000" b="0" i="0" u="none" strike="noStrike" cap="none" spc="0" normalizeH="0" baseline="0" noProof="0" dirty="0">
                <a:ln>
                  <a:noFill/>
                </a:ln>
                <a:solidFill>
                  <a:srgbClr val="FFFFFF"/>
                </a:solidFill>
                <a:effectLst/>
                <a:uLnTx/>
                <a:uFillTx/>
              </a:rPr>
              <a:t>                  3- Sarah Ashraf Gaber</a:t>
            </a:r>
          </a:p>
          <a:p>
            <a:pPr marR="0" lvl="0" fontAlgn="auto">
              <a:spcBef>
                <a:spcPts val="0"/>
              </a:spcBef>
              <a:spcAft>
                <a:spcPts val="0"/>
              </a:spcAft>
              <a:buSzPct val="85000"/>
              <a:tabLst/>
              <a:defRPr/>
            </a:pPr>
            <a:r>
              <a:rPr kumimoji="0" lang="en-US" sz="2000" b="0" i="0" u="none" strike="noStrike" cap="none" spc="0" normalizeH="0" baseline="0" noProof="0" dirty="0">
                <a:ln>
                  <a:noFill/>
                </a:ln>
                <a:solidFill>
                  <a:srgbClr val="FFFFFF"/>
                </a:solidFill>
                <a:effectLst/>
                <a:uLnTx/>
                <a:uFillTx/>
              </a:rPr>
              <a:t>                  4- Radwa Maged Mohamed</a:t>
            </a:r>
          </a:p>
          <a:p>
            <a:pPr marR="0" lvl="0" fontAlgn="auto">
              <a:spcBef>
                <a:spcPts val="0"/>
              </a:spcBef>
              <a:spcAft>
                <a:spcPts val="0"/>
              </a:spcAft>
              <a:buSzPct val="85000"/>
              <a:tabLst/>
              <a:defRPr/>
            </a:pPr>
            <a:r>
              <a:rPr kumimoji="0" lang="en-US" sz="2000" b="0" i="0" u="none" strike="noStrike" cap="none" spc="0" normalizeH="0" baseline="0" noProof="0" dirty="0">
                <a:ln>
                  <a:noFill/>
                </a:ln>
                <a:solidFill>
                  <a:srgbClr val="FFFFFF"/>
                </a:solidFill>
                <a:effectLst/>
                <a:uLnTx/>
                <a:uFillTx/>
              </a:rPr>
              <a:t>                  5- Salma Waleed Rady</a:t>
            </a:r>
          </a:p>
          <a:p>
            <a:pPr marR="0" lvl="0" fontAlgn="auto">
              <a:spcBef>
                <a:spcPts val="0"/>
              </a:spcBef>
              <a:spcAft>
                <a:spcPts val="0"/>
              </a:spcAft>
              <a:buSzPct val="85000"/>
              <a:tabLst/>
              <a:defRPr/>
            </a:pPr>
            <a:r>
              <a:rPr kumimoji="0" lang="en-US" sz="2000" b="0" i="0" u="none" strike="noStrike" cap="none" spc="0" normalizeH="0" baseline="0" noProof="0" dirty="0">
                <a:ln>
                  <a:noFill/>
                </a:ln>
                <a:solidFill>
                  <a:srgbClr val="FFFFFF"/>
                </a:solidFill>
                <a:effectLst/>
                <a:uLnTx/>
                <a:uFillTx/>
              </a:rPr>
              <a:t>                  6- Mariam Ramadan</a:t>
            </a:r>
          </a:p>
          <a:p>
            <a:pPr marR="0" lvl="0" algn="ctr" fontAlgn="auto">
              <a:spcBef>
                <a:spcPts val="0"/>
              </a:spcBef>
              <a:spcAft>
                <a:spcPts val="0"/>
              </a:spcAft>
              <a:buSzPct val="85000"/>
              <a:tabLst/>
              <a:defRPr/>
            </a:pPr>
            <a:r>
              <a:rPr kumimoji="0" lang="en-US" sz="2000" b="0" i="0" u="none" strike="noStrike" cap="none" spc="0" normalizeH="0" baseline="0" noProof="0" dirty="0">
                <a:ln>
                  <a:noFill/>
                </a:ln>
                <a:solidFill>
                  <a:srgbClr val="FFFFFF"/>
                </a:solidFill>
                <a:effectLst/>
                <a:uLnTx/>
                <a:uFillTx/>
              </a:rPr>
              <a:t> Under supervision of Dr. Ola Elgeuoshy</a:t>
            </a:r>
          </a:p>
          <a:p>
            <a:pPr marR="0" lvl="0" algn="ctr" fontAlgn="auto">
              <a:spcBef>
                <a:spcPts val="0"/>
              </a:spcBef>
              <a:spcAft>
                <a:spcPts val="0"/>
              </a:spcAft>
              <a:buSzPct val="85000"/>
              <a:tabLst/>
              <a:defRPr/>
            </a:pPr>
            <a:r>
              <a:rPr kumimoji="0" lang="en-US" sz="2000" b="0" i="0" u="none" strike="noStrike" cap="none" spc="0" normalizeH="0" baseline="0" noProof="0" dirty="0">
                <a:ln>
                  <a:noFill/>
                </a:ln>
                <a:solidFill>
                  <a:srgbClr val="FFFFFF"/>
                </a:solidFill>
                <a:effectLst/>
                <a:uLnTx/>
                <a:uFillTx/>
              </a:rPr>
              <a:t> 2022</a:t>
            </a:r>
          </a:p>
          <a:p>
            <a:pPr marL="0" marR="0" lvl="0" indent="-228600" fontAlgn="auto">
              <a:spcBef>
                <a:spcPts val="1000"/>
              </a:spcBef>
              <a:spcAft>
                <a:spcPts val="0"/>
              </a:spcAft>
              <a:buSzTx/>
              <a:buFont typeface="Arial" panose="020B0604020202020204" pitchFamily="34" charset="0"/>
              <a:buChar char="•"/>
              <a:tabLst/>
              <a:defRPr/>
            </a:pPr>
            <a:endParaRPr kumimoji="0" lang="en-US" sz="2000" b="0" i="0" u="none" strike="noStrike" cap="all" spc="600" normalizeH="0" baseline="0" noProof="0" dirty="0">
              <a:ln>
                <a:noFill/>
              </a:ln>
              <a:solidFill>
                <a:srgbClr val="FFFFFF"/>
              </a:solidFill>
              <a:effectLst/>
              <a:uLnTx/>
              <a:uFillTx/>
            </a:endParaRPr>
          </a:p>
          <a:p>
            <a:pPr indent="-228600">
              <a:buFont typeface="Arial" panose="020B0604020202020204" pitchFamily="34" charset="0"/>
              <a:buChar char="•"/>
            </a:pPr>
            <a:endParaRPr lang="en-US" sz="2000" dirty="0">
              <a:solidFill>
                <a:srgbClr val="FFFFFF"/>
              </a:solidFill>
            </a:endParaRPr>
          </a:p>
        </p:txBody>
      </p:sp>
      <p:sp>
        <p:nvSpPr>
          <p:cNvPr id="41" name="Freeform: Shape 40">
            <a:extLst>
              <a:ext uri="{FF2B5EF4-FFF2-40B4-BE49-F238E27FC236}">
                <a16:creationId xmlns:a16="http://schemas.microsoft.com/office/drawing/2014/main" id="{B4A844BD-14AA-428F-A577-AF00BC3747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005014" y="3249456"/>
            <a:ext cx="2353172" cy="4863918"/>
          </a:xfrm>
          <a:custGeom>
            <a:avLst/>
            <a:gdLst>
              <a:gd name="connsiteX0" fmla="*/ 2352312 w 2353172"/>
              <a:gd name="connsiteY0" fmla="*/ 0 h 4863918"/>
              <a:gd name="connsiteX1" fmla="*/ 2353172 w 2353172"/>
              <a:gd name="connsiteY1" fmla="*/ 0 h 4863918"/>
              <a:gd name="connsiteX2" fmla="*/ 2353172 w 2353172"/>
              <a:gd name="connsiteY2" fmla="*/ 4863918 h 4863918"/>
              <a:gd name="connsiteX3" fmla="*/ 2352312 w 2353172"/>
              <a:gd name="connsiteY3" fmla="*/ 4863918 h 4863918"/>
              <a:gd name="connsiteX4" fmla="*/ 2340504 w 2353172"/>
              <a:gd name="connsiteY4" fmla="*/ 4630072 h 4863918"/>
              <a:gd name="connsiteX5" fmla="*/ 134816 w 2353172"/>
              <a:gd name="connsiteY5" fmla="*/ 2438342 h 4863918"/>
              <a:gd name="connsiteX6" fmla="*/ 0 w 2353172"/>
              <a:gd name="connsiteY6" fmla="*/ 2431959 h 4863918"/>
              <a:gd name="connsiteX7" fmla="*/ 134816 w 2353172"/>
              <a:gd name="connsiteY7" fmla="*/ 2425576 h 4863918"/>
              <a:gd name="connsiteX8" fmla="*/ 2340504 w 2353172"/>
              <a:gd name="connsiteY8" fmla="*/ 233845 h 4863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3172" h="4863918">
                <a:moveTo>
                  <a:pt x="2352312" y="0"/>
                </a:moveTo>
                <a:lnTo>
                  <a:pt x="2353172" y="0"/>
                </a:lnTo>
                <a:lnTo>
                  <a:pt x="2353172" y="4863918"/>
                </a:lnTo>
                <a:lnTo>
                  <a:pt x="2352312" y="4863918"/>
                </a:lnTo>
                <a:lnTo>
                  <a:pt x="2340504" y="4630072"/>
                </a:lnTo>
                <a:cubicBezTo>
                  <a:pt x="2222700" y="3470082"/>
                  <a:pt x="1296917" y="2548952"/>
                  <a:pt x="134816" y="2438342"/>
                </a:cubicBezTo>
                <a:lnTo>
                  <a:pt x="0" y="2431959"/>
                </a:lnTo>
                <a:lnTo>
                  <a:pt x="134816" y="2425576"/>
                </a:lnTo>
                <a:cubicBezTo>
                  <a:pt x="1296917" y="2314966"/>
                  <a:pt x="2222700" y="1393835"/>
                  <a:pt x="2340504" y="233845"/>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3" name="Freeform: Shape 42">
            <a:extLst>
              <a:ext uri="{FF2B5EF4-FFF2-40B4-BE49-F238E27FC236}">
                <a16:creationId xmlns:a16="http://schemas.microsoft.com/office/drawing/2014/main" id="{B5E57564-AF5B-45C2-9B42-165C77BE88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005012" y="3249456"/>
            <a:ext cx="2353172" cy="4863918"/>
          </a:xfrm>
          <a:custGeom>
            <a:avLst/>
            <a:gdLst>
              <a:gd name="connsiteX0" fmla="*/ 2352312 w 2353172"/>
              <a:gd name="connsiteY0" fmla="*/ 0 h 4863918"/>
              <a:gd name="connsiteX1" fmla="*/ 2353172 w 2353172"/>
              <a:gd name="connsiteY1" fmla="*/ 0 h 4863918"/>
              <a:gd name="connsiteX2" fmla="*/ 2353172 w 2353172"/>
              <a:gd name="connsiteY2" fmla="*/ 4863918 h 4863918"/>
              <a:gd name="connsiteX3" fmla="*/ 2352312 w 2353172"/>
              <a:gd name="connsiteY3" fmla="*/ 4863918 h 4863918"/>
              <a:gd name="connsiteX4" fmla="*/ 2340504 w 2353172"/>
              <a:gd name="connsiteY4" fmla="*/ 4630072 h 4863918"/>
              <a:gd name="connsiteX5" fmla="*/ 134816 w 2353172"/>
              <a:gd name="connsiteY5" fmla="*/ 2438342 h 4863918"/>
              <a:gd name="connsiteX6" fmla="*/ 0 w 2353172"/>
              <a:gd name="connsiteY6" fmla="*/ 2431959 h 4863918"/>
              <a:gd name="connsiteX7" fmla="*/ 134816 w 2353172"/>
              <a:gd name="connsiteY7" fmla="*/ 2425576 h 4863918"/>
              <a:gd name="connsiteX8" fmla="*/ 2340504 w 2353172"/>
              <a:gd name="connsiteY8" fmla="*/ 233845 h 4863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3172" h="4863918">
                <a:moveTo>
                  <a:pt x="2352312" y="0"/>
                </a:moveTo>
                <a:lnTo>
                  <a:pt x="2353172" y="0"/>
                </a:lnTo>
                <a:lnTo>
                  <a:pt x="2353172" y="4863918"/>
                </a:lnTo>
                <a:lnTo>
                  <a:pt x="2352312" y="4863918"/>
                </a:lnTo>
                <a:lnTo>
                  <a:pt x="2340504" y="4630072"/>
                </a:lnTo>
                <a:cubicBezTo>
                  <a:pt x="2222700" y="3470082"/>
                  <a:pt x="1296917" y="2548952"/>
                  <a:pt x="134816" y="2438342"/>
                </a:cubicBezTo>
                <a:lnTo>
                  <a:pt x="0" y="2431959"/>
                </a:lnTo>
                <a:lnTo>
                  <a:pt x="134816" y="2425576"/>
                </a:lnTo>
                <a:cubicBezTo>
                  <a:pt x="1296917" y="2314966"/>
                  <a:pt x="2222700" y="1393835"/>
                  <a:pt x="2340504" y="233845"/>
                </a:cubicBezTo>
                <a:close/>
              </a:path>
            </a:pathLst>
          </a:custGeom>
          <a:solidFill>
            <a:schemeClr val="accent2">
              <a:lumMod val="7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6" name="Picture 5" descr="Text&#10;&#10;Description automatically generated">
            <a:extLst>
              <a:ext uri="{FF2B5EF4-FFF2-40B4-BE49-F238E27FC236}">
                <a16:creationId xmlns:a16="http://schemas.microsoft.com/office/drawing/2014/main" id="{7FF3CA3B-54F3-6062-C238-185F6D41B15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251" y="60112"/>
            <a:ext cx="2080549" cy="911731"/>
          </a:xfrm>
          <a:prstGeom prst="rect">
            <a:avLst/>
          </a:prstGeom>
        </p:spPr>
      </p:pic>
    </p:spTree>
    <p:extLst>
      <p:ext uri="{BB962C8B-B14F-4D97-AF65-F5344CB8AC3E}">
        <p14:creationId xmlns:p14="http://schemas.microsoft.com/office/powerpoint/2010/main" val="407038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8354E4A1-6024-4D18-89EA-EB7EF53D3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reeform: Shape 19">
            <a:extLst>
              <a:ext uri="{FF2B5EF4-FFF2-40B4-BE49-F238E27FC236}">
                <a16:creationId xmlns:a16="http://schemas.microsoft.com/office/drawing/2014/main" id="{184965AF-C953-45C8-BD68-12F8B58810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56" y="0"/>
            <a:ext cx="12186844" cy="2128964"/>
          </a:xfrm>
          <a:custGeom>
            <a:avLst/>
            <a:gdLst>
              <a:gd name="connsiteX0" fmla="*/ 0 w 12186844"/>
              <a:gd name="connsiteY0" fmla="*/ 0 h 2128964"/>
              <a:gd name="connsiteX1" fmla="*/ 12186844 w 12186844"/>
              <a:gd name="connsiteY1" fmla="*/ 0 h 2128964"/>
              <a:gd name="connsiteX2" fmla="*/ 12186844 w 12186844"/>
              <a:gd name="connsiteY2" fmla="*/ 2128964 h 2128964"/>
              <a:gd name="connsiteX3" fmla="*/ 2247277 w 12186844"/>
              <a:gd name="connsiteY3" fmla="*/ 2128964 h 2128964"/>
              <a:gd name="connsiteX4" fmla="*/ 2326545 w 12186844"/>
              <a:gd name="connsiteY4" fmla="*/ 2125211 h 2128964"/>
              <a:gd name="connsiteX5" fmla="*/ 2191729 w 12186844"/>
              <a:gd name="connsiteY5" fmla="*/ 2118828 h 2128964"/>
              <a:gd name="connsiteX6" fmla="*/ 66975 w 12186844"/>
              <a:gd name="connsiteY6" fmla="*/ 349781 h 2128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86844" h="2128964">
                <a:moveTo>
                  <a:pt x="0" y="0"/>
                </a:moveTo>
                <a:lnTo>
                  <a:pt x="12186844" y="0"/>
                </a:lnTo>
                <a:lnTo>
                  <a:pt x="12186844" y="2128964"/>
                </a:lnTo>
                <a:lnTo>
                  <a:pt x="2247277" y="2128964"/>
                </a:lnTo>
                <a:lnTo>
                  <a:pt x="2326545" y="2125211"/>
                </a:lnTo>
                <a:lnTo>
                  <a:pt x="2191729" y="2118828"/>
                </a:lnTo>
                <a:cubicBezTo>
                  <a:pt x="1174891" y="2022044"/>
                  <a:pt x="338983" y="1304706"/>
                  <a:pt x="66975" y="349781"/>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Freeform: Shape 21">
            <a:extLst>
              <a:ext uri="{FF2B5EF4-FFF2-40B4-BE49-F238E27FC236}">
                <a16:creationId xmlns:a16="http://schemas.microsoft.com/office/drawing/2014/main" id="{2DECE677-C1FD-4829-8D4A-3C19A04A36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33672" y="0"/>
            <a:ext cx="2353172" cy="2431959"/>
          </a:xfrm>
          <a:custGeom>
            <a:avLst/>
            <a:gdLst>
              <a:gd name="connsiteX0" fmla="*/ 0 w 2353172"/>
              <a:gd name="connsiteY0" fmla="*/ 0 h 2431959"/>
              <a:gd name="connsiteX1" fmla="*/ 2353172 w 2353172"/>
              <a:gd name="connsiteY1" fmla="*/ 0 h 2431959"/>
              <a:gd name="connsiteX2" fmla="*/ 2353172 w 2353172"/>
              <a:gd name="connsiteY2" fmla="*/ 2431959 h 2431959"/>
              <a:gd name="connsiteX3" fmla="*/ 2352312 w 2353172"/>
              <a:gd name="connsiteY3" fmla="*/ 2431959 h 2431959"/>
              <a:gd name="connsiteX4" fmla="*/ 2340504 w 2353172"/>
              <a:gd name="connsiteY4" fmla="*/ 2198113 h 2431959"/>
              <a:gd name="connsiteX5" fmla="*/ 134816 w 2353172"/>
              <a:gd name="connsiteY5" fmla="*/ 6383 h 2431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53172" h="2431959">
                <a:moveTo>
                  <a:pt x="0" y="0"/>
                </a:moveTo>
                <a:lnTo>
                  <a:pt x="2353172" y="0"/>
                </a:lnTo>
                <a:lnTo>
                  <a:pt x="2353172" y="2431959"/>
                </a:lnTo>
                <a:lnTo>
                  <a:pt x="2352312" y="2431959"/>
                </a:lnTo>
                <a:lnTo>
                  <a:pt x="2340504" y="2198113"/>
                </a:lnTo>
                <a:cubicBezTo>
                  <a:pt x="2222700" y="1038123"/>
                  <a:pt x="1296917" y="116993"/>
                  <a:pt x="134816" y="6383"/>
                </a:cubicBezTo>
                <a:close/>
              </a:path>
            </a:pathLst>
          </a:custGeom>
          <a:solidFill>
            <a:schemeClr val="accent2">
              <a:lumMod val="7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7A838D0C-7DFD-503F-EC4B-A0347DD016F5}"/>
              </a:ext>
            </a:extLst>
          </p:cNvPr>
          <p:cNvSpPr>
            <a:spLocks noGrp="1"/>
          </p:cNvSpPr>
          <p:nvPr>
            <p:ph type="title"/>
          </p:nvPr>
        </p:nvSpPr>
        <p:spPr>
          <a:xfrm>
            <a:off x="914400" y="510988"/>
            <a:ext cx="9344578" cy="1156448"/>
          </a:xfrm>
        </p:spPr>
        <p:txBody>
          <a:bodyPr vert="horz" lIns="91440" tIns="45720" rIns="91440" bIns="45720" rtlCol="0" anchor="ctr">
            <a:normAutofit/>
          </a:bodyPr>
          <a:lstStyle/>
          <a:p>
            <a:r>
              <a:rPr lang="en-US" sz="3600" b="1" dirty="0">
                <a:solidFill>
                  <a:srgbClr val="FFFFFF"/>
                </a:solidFill>
                <a:latin typeface="Amasis MT Pro Light" panose="02040304050005020304" pitchFamily="18" charset="0"/>
              </a:rPr>
              <a:t>Objectives:</a:t>
            </a:r>
          </a:p>
        </p:txBody>
      </p:sp>
      <p:pic>
        <p:nvPicPr>
          <p:cNvPr id="13" name="Graphic 6" descr="Bullseye">
            <a:extLst>
              <a:ext uri="{FF2B5EF4-FFF2-40B4-BE49-F238E27FC236}">
                <a16:creationId xmlns:a16="http://schemas.microsoft.com/office/drawing/2014/main" id="{227B3416-A415-F1BE-EDF2-0C013DD80AE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121565" y="379683"/>
            <a:ext cx="1419058" cy="1419058"/>
          </a:xfrm>
          <a:prstGeom prst="rect">
            <a:avLst/>
          </a:prstGeom>
        </p:spPr>
      </p:pic>
      <p:graphicFrame>
        <p:nvGraphicFramePr>
          <p:cNvPr id="26" name="TextBox 3">
            <a:extLst>
              <a:ext uri="{FF2B5EF4-FFF2-40B4-BE49-F238E27FC236}">
                <a16:creationId xmlns:a16="http://schemas.microsoft.com/office/drawing/2014/main" id="{BC1B1CFC-8FB3-AC0E-ADD3-1A1E5B7B4DA5}"/>
              </a:ext>
            </a:extLst>
          </p:cNvPr>
          <p:cNvGraphicFramePr/>
          <p:nvPr>
            <p:extLst>
              <p:ext uri="{D42A27DB-BD31-4B8C-83A1-F6EECF244321}">
                <p14:modId xmlns:p14="http://schemas.microsoft.com/office/powerpoint/2010/main" val="346351743"/>
              </p:ext>
            </p:extLst>
          </p:nvPr>
        </p:nvGraphicFramePr>
        <p:xfrm>
          <a:off x="914400" y="2508647"/>
          <a:ext cx="9502816" cy="375081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566462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B0F316-BB3C-6C40-F6AB-C23F45863C7D}"/>
              </a:ext>
            </a:extLst>
          </p:cNvPr>
          <p:cNvSpPr>
            <a:spLocks noGrp="1"/>
          </p:cNvSpPr>
          <p:nvPr>
            <p:ph type="title"/>
          </p:nvPr>
        </p:nvSpPr>
        <p:spPr>
          <a:xfrm>
            <a:off x="551650" y="481697"/>
            <a:ext cx="9914859" cy="1329004"/>
          </a:xfrm>
        </p:spPr>
        <p:txBody>
          <a:bodyPr>
            <a:normAutofit/>
          </a:bodyPr>
          <a:lstStyle/>
          <a:p>
            <a:r>
              <a:rPr lang="en-US" sz="3600" b="1" dirty="0">
                <a:latin typeface="Amasis MT Pro Light" panose="02040304050005020304" pitchFamily="18" charset="0"/>
              </a:rPr>
              <a:t>Mabaret El Asafra profile:</a:t>
            </a:r>
          </a:p>
        </p:txBody>
      </p:sp>
      <p:sp>
        <p:nvSpPr>
          <p:cNvPr id="3" name="Content Placeholder 2">
            <a:extLst>
              <a:ext uri="{FF2B5EF4-FFF2-40B4-BE49-F238E27FC236}">
                <a16:creationId xmlns:a16="http://schemas.microsoft.com/office/drawing/2014/main" id="{EC152BB0-8954-27CC-31E5-7EC453CB0386}"/>
              </a:ext>
            </a:extLst>
          </p:cNvPr>
          <p:cNvSpPr>
            <a:spLocks noGrp="1"/>
          </p:cNvSpPr>
          <p:nvPr>
            <p:ph idx="1"/>
          </p:nvPr>
        </p:nvSpPr>
        <p:spPr/>
        <p:txBody>
          <a:bodyPr>
            <a:normAutofit fontScale="92500" lnSpcReduction="10000"/>
          </a:bodyPr>
          <a:lstStyle/>
          <a:p>
            <a:pPr marL="431800" marR="0" lvl="0" indent="-285750" defTabSz="685800" rtl="0" eaLnBrk="1" fontAlgn="auto" latinLnBrk="0" hangingPunct="1">
              <a:lnSpc>
                <a:spcPct val="140000"/>
              </a:lnSpc>
              <a:spcBef>
                <a:spcPts val="0"/>
              </a:spcBef>
              <a:spcAft>
                <a:spcPts val="0"/>
              </a:spcAft>
              <a:buClrTx/>
              <a:buSzPts val="1400"/>
              <a:buFont typeface="Wingdings" panose="05000000000000000000" pitchFamily="2" charset="2"/>
              <a:buChar char="q"/>
              <a:tabLst/>
              <a:defRPr/>
            </a:pPr>
            <a:r>
              <a:rPr kumimoji="0" lang="en-US" sz="1900" b="0" i="0" u="none" strike="noStrike" kern="1200" cap="none" spc="0" normalizeH="0" baseline="0" noProof="0" dirty="0">
                <a:ln>
                  <a:noFill/>
                </a:ln>
                <a:solidFill>
                  <a:schemeClr val="tx1">
                    <a:lumMod val="95000"/>
                    <a:lumOff val="5000"/>
                  </a:schemeClr>
                </a:solidFill>
                <a:effectLst/>
                <a:uLnTx/>
                <a:uFillTx/>
                <a:latin typeface="Montserrat" panose="00000500000000000000" pitchFamily="2" charset="0"/>
              </a:rPr>
              <a:t>Mabaret El Asafra Laboratories was established in 1982.</a:t>
            </a:r>
          </a:p>
          <a:p>
            <a:pPr marL="146050" marR="0" lvl="0" indent="0" defTabSz="685800" rtl="0" eaLnBrk="1" fontAlgn="auto" latinLnBrk="0" hangingPunct="1">
              <a:lnSpc>
                <a:spcPct val="140000"/>
              </a:lnSpc>
              <a:spcBef>
                <a:spcPts val="0"/>
              </a:spcBef>
              <a:spcAft>
                <a:spcPts val="0"/>
              </a:spcAft>
              <a:buClrTx/>
              <a:buSzPts val="1400"/>
              <a:buFont typeface="Arial" panose="020B0604020202020204" pitchFamily="34" charset="0"/>
              <a:buNone/>
              <a:tabLst/>
              <a:defRPr/>
            </a:pPr>
            <a:endParaRPr kumimoji="0" lang="ar-EG" sz="1900" b="0" i="0" u="none" strike="noStrike" kern="1200" cap="none" spc="0" normalizeH="0" baseline="0" noProof="0" dirty="0">
              <a:ln>
                <a:noFill/>
              </a:ln>
              <a:solidFill>
                <a:schemeClr val="tx1">
                  <a:lumMod val="95000"/>
                  <a:lumOff val="5000"/>
                </a:schemeClr>
              </a:solidFill>
              <a:effectLst/>
              <a:uLnTx/>
              <a:uFillTx/>
              <a:latin typeface="Montserrat" panose="00000500000000000000" pitchFamily="2" charset="0"/>
              <a:cs typeface="Arial" panose="020B0604020202020204" pitchFamily="34" charset="0"/>
            </a:endParaRPr>
          </a:p>
          <a:p>
            <a:pPr marL="431800" marR="0" lvl="0" indent="-285750" defTabSz="685800" rtl="0" eaLnBrk="1" fontAlgn="auto" latinLnBrk="0" hangingPunct="1">
              <a:lnSpc>
                <a:spcPct val="140000"/>
              </a:lnSpc>
              <a:spcBef>
                <a:spcPts val="0"/>
              </a:spcBef>
              <a:spcAft>
                <a:spcPts val="0"/>
              </a:spcAft>
              <a:buClrTx/>
              <a:buSzPts val="1400"/>
              <a:buFont typeface="Wingdings" panose="05000000000000000000" pitchFamily="2" charset="2"/>
              <a:buChar char="q"/>
              <a:tabLst/>
              <a:defRPr/>
            </a:pPr>
            <a:r>
              <a:rPr kumimoji="0" lang="en-US" sz="1900" b="0" i="0" u="none" strike="noStrike" kern="1200" cap="none" spc="0" normalizeH="0" baseline="0" noProof="0" dirty="0">
                <a:ln>
                  <a:noFill/>
                </a:ln>
                <a:solidFill>
                  <a:schemeClr val="tx1">
                    <a:lumMod val="95000"/>
                    <a:lumOff val="5000"/>
                  </a:schemeClr>
                </a:solidFill>
                <a:effectLst/>
                <a:uLnTx/>
                <a:uFillTx/>
                <a:latin typeface="Montserrat" panose="00000500000000000000" pitchFamily="2" charset="0"/>
              </a:rPr>
              <a:t>Now, Lab has 10 branches in Alexandria  and 13 in Egypt.</a:t>
            </a:r>
          </a:p>
          <a:p>
            <a:pPr marL="146050" marR="0" lvl="0" indent="0" defTabSz="685800" rtl="0" eaLnBrk="1" fontAlgn="auto" latinLnBrk="0" hangingPunct="1">
              <a:lnSpc>
                <a:spcPct val="140000"/>
              </a:lnSpc>
              <a:spcBef>
                <a:spcPts val="0"/>
              </a:spcBef>
              <a:spcAft>
                <a:spcPts val="0"/>
              </a:spcAft>
              <a:buClrTx/>
              <a:buSzPts val="1400"/>
              <a:buFont typeface="Arial" panose="020B0604020202020204" pitchFamily="34" charset="0"/>
              <a:buNone/>
              <a:tabLst/>
              <a:defRPr/>
            </a:pPr>
            <a:endParaRPr kumimoji="0" lang="en-US" sz="1900" b="0" i="0" u="none" strike="noStrike" kern="1200" cap="none" spc="0" normalizeH="0" baseline="0" noProof="0" dirty="0">
              <a:ln>
                <a:noFill/>
              </a:ln>
              <a:solidFill>
                <a:schemeClr val="tx1">
                  <a:lumMod val="95000"/>
                  <a:lumOff val="5000"/>
                </a:schemeClr>
              </a:solidFill>
              <a:effectLst/>
              <a:uLnTx/>
              <a:uFillTx/>
              <a:latin typeface="Montserrat" panose="00000500000000000000" pitchFamily="2" charset="0"/>
            </a:endParaRPr>
          </a:p>
          <a:p>
            <a:pPr marL="431800" marR="0" lvl="0" indent="-285750" defTabSz="685800" rtl="0" eaLnBrk="1" fontAlgn="auto" latinLnBrk="0" hangingPunct="1">
              <a:lnSpc>
                <a:spcPct val="140000"/>
              </a:lnSpc>
              <a:spcBef>
                <a:spcPts val="0"/>
              </a:spcBef>
              <a:spcAft>
                <a:spcPts val="0"/>
              </a:spcAft>
              <a:buClrTx/>
              <a:buSzPts val="1400"/>
              <a:buFont typeface="Wingdings" panose="05000000000000000000" pitchFamily="2" charset="2"/>
              <a:buChar char="q"/>
              <a:tabLst/>
              <a:defRPr/>
            </a:pPr>
            <a:r>
              <a:rPr kumimoji="0" lang="en-US" sz="1900" b="0" i="0" u="none" strike="noStrike" kern="1200" cap="none" spc="0" normalizeH="0" baseline="0" noProof="0" dirty="0">
                <a:ln>
                  <a:noFill/>
                </a:ln>
                <a:solidFill>
                  <a:schemeClr val="tx1">
                    <a:lumMod val="95000"/>
                    <a:lumOff val="5000"/>
                  </a:schemeClr>
                </a:solidFill>
                <a:effectLst/>
                <a:uLnTx/>
                <a:uFillTx/>
                <a:latin typeface="Montserrat" panose="00000500000000000000" pitchFamily="2" charset="0"/>
              </a:rPr>
              <a:t>2 main branches open 24/7.</a:t>
            </a:r>
            <a:endParaRPr kumimoji="0" lang="ar-EG" sz="1900" b="0" i="0" u="none" strike="noStrike" kern="1200" cap="none" spc="0" normalizeH="0" baseline="0" noProof="0" dirty="0">
              <a:ln>
                <a:noFill/>
              </a:ln>
              <a:solidFill>
                <a:schemeClr val="tx1">
                  <a:lumMod val="95000"/>
                  <a:lumOff val="5000"/>
                </a:schemeClr>
              </a:solidFill>
              <a:effectLst/>
              <a:uLnTx/>
              <a:uFillTx/>
              <a:latin typeface="Montserrat" panose="00000500000000000000" pitchFamily="2" charset="0"/>
              <a:cs typeface="Arial" panose="020B0604020202020204" pitchFamily="34" charset="0"/>
            </a:endParaRPr>
          </a:p>
          <a:p>
            <a:pPr marL="431800" marR="0" lvl="0" indent="-285750" defTabSz="685800" rtl="0" eaLnBrk="1" fontAlgn="auto" latinLnBrk="0" hangingPunct="1">
              <a:lnSpc>
                <a:spcPct val="140000"/>
              </a:lnSpc>
              <a:spcBef>
                <a:spcPts val="0"/>
              </a:spcBef>
              <a:spcAft>
                <a:spcPts val="0"/>
              </a:spcAft>
              <a:buClrTx/>
              <a:buSzPts val="1400"/>
              <a:buFont typeface="Wingdings" panose="05000000000000000000" pitchFamily="2" charset="2"/>
              <a:buChar char="q"/>
              <a:tabLst/>
              <a:defRPr/>
            </a:pPr>
            <a:endParaRPr kumimoji="0" lang="en-US" sz="1900" b="0" i="0" u="none" strike="noStrike" kern="1200" cap="none" spc="0" normalizeH="0" baseline="0" noProof="0" dirty="0">
              <a:ln>
                <a:noFill/>
              </a:ln>
              <a:solidFill>
                <a:schemeClr val="tx1">
                  <a:lumMod val="95000"/>
                  <a:lumOff val="5000"/>
                </a:schemeClr>
              </a:solidFill>
              <a:effectLst/>
              <a:uLnTx/>
              <a:uFillTx/>
              <a:latin typeface="Montserrat" panose="00000500000000000000" pitchFamily="2" charset="0"/>
            </a:endParaRPr>
          </a:p>
          <a:p>
            <a:pPr marL="431800" marR="0" lvl="0" indent="-285750" defTabSz="685800" rtl="0" eaLnBrk="1" fontAlgn="auto" latinLnBrk="0" hangingPunct="1">
              <a:lnSpc>
                <a:spcPct val="140000"/>
              </a:lnSpc>
              <a:spcBef>
                <a:spcPts val="0"/>
              </a:spcBef>
              <a:spcAft>
                <a:spcPts val="0"/>
              </a:spcAft>
              <a:buClrTx/>
              <a:buSzPts val="1400"/>
              <a:buFont typeface="Wingdings" panose="05000000000000000000" pitchFamily="2" charset="2"/>
              <a:buChar char="q"/>
              <a:tabLst/>
              <a:defRPr/>
            </a:pPr>
            <a:r>
              <a:rPr kumimoji="0" lang="en-US" sz="1900" b="0" i="0" u="none" strike="noStrike" kern="1200" cap="none" spc="0" normalizeH="0" baseline="0" noProof="0" dirty="0">
                <a:ln>
                  <a:noFill/>
                </a:ln>
                <a:solidFill>
                  <a:schemeClr val="tx1">
                    <a:lumMod val="95000"/>
                    <a:lumOff val="5000"/>
                  </a:schemeClr>
                </a:solidFill>
                <a:effectLst/>
                <a:uLnTx/>
                <a:uFillTx/>
                <a:latin typeface="Montserrat" panose="00000500000000000000" pitchFamily="2" charset="0"/>
              </a:rPr>
              <a:t>It is considered as a mega lab.</a:t>
            </a:r>
          </a:p>
          <a:p>
            <a:pPr marL="146050" marR="0" lvl="0" indent="0" defTabSz="685800" rtl="0" eaLnBrk="1" fontAlgn="auto" latinLnBrk="0" hangingPunct="1">
              <a:lnSpc>
                <a:spcPct val="140000"/>
              </a:lnSpc>
              <a:spcBef>
                <a:spcPts val="0"/>
              </a:spcBef>
              <a:spcAft>
                <a:spcPts val="0"/>
              </a:spcAft>
              <a:buClrTx/>
              <a:buSzPts val="1400"/>
              <a:buFont typeface="Arial" panose="020B0604020202020204" pitchFamily="34" charset="0"/>
              <a:buNone/>
              <a:tabLst/>
              <a:defRPr/>
            </a:pPr>
            <a:endParaRPr kumimoji="0" lang="en-US" sz="1900" b="0" i="0" u="none" strike="noStrike" kern="1200" cap="none" spc="0" normalizeH="0" baseline="0" noProof="0" dirty="0">
              <a:ln>
                <a:noFill/>
              </a:ln>
              <a:solidFill>
                <a:schemeClr val="tx1">
                  <a:lumMod val="95000"/>
                  <a:lumOff val="5000"/>
                </a:schemeClr>
              </a:solidFill>
              <a:effectLst/>
              <a:uLnTx/>
              <a:uFillTx/>
              <a:latin typeface="Montserrat" panose="00000500000000000000" pitchFamily="2" charset="0"/>
            </a:endParaRPr>
          </a:p>
          <a:p>
            <a:pPr marL="431800" marR="0" lvl="0" indent="-285750" defTabSz="685800" rtl="0" eaLnBrk="1" fontAlgn="auto" latinLnBrk="0" hangingPunct="1">
              <a:lnSpc>
                <a:spcPct val="140000"/>
              </a:lnSpc>
              <a:spcBef>
                <a:spcPts val="0"/>
              </a:spcBef>
              <a:spcAft>
                <a:spcPts val="0"/>
              </a:spcAft>
              <a:buClrTx/>
              <a:buSzPts val="1400"/>
              <a:buFont typeface="Wingdings" panose="05000000000000000000" pitchFamily="2" charset="2"/>
              <a:buChar char="q"/>
              <a:tabLst/>
              <a:defRPr/>
            </a:pPr>
            <a:r>
              <a:rPr kumimoji="0" lang="en-US" sz="1900" b="0" i="0" u="none" strike="noStrike" kern="1200" cap="none" spc="0" normalizeH="0" baseline="0" noProof="0" dirty="0">
                <a:ln>
                  <a:noFill/>
                </a:ln>
                <a:solidFill>
                  <a:schemeClr val="tx1">
                    <a:lumMod val="95000"/>
                    <a:lumOff val="5000"/>
                  </a:schemeClr>
                </a:solidFill>
                <a:effectLst/>
                <a:uLnTx/>
                <a:uFillTx/>
                <a:latin typeface="Montserrat" panose="00000500000000000000" pitchFamily="2" charset="0"/>
              </a:rPr>
              <a:t>They offer around 1200 test</a:t>
            </a:r>
            <a:r>
              <a:rPr kumimoji="0" lang="ar-EG" sz="1900" b="0" i="0" u="none" strike="noStrike" kern="1200" cap="none" spc="0" normalizeH="0" baseline="0" noProof="0" dirty="0">
                <a:ln>
                  <a:noFill/>
                </a:ln>
                <a:solidFill>
                  <a:schemeClr val="tx1">
                    <a:lumMod val="95000"/>
                    <a:lumOff val="5000"/>
                  </a:schemeClr>
                </a:solidFill>
                <a:effectLst/>
                <a:uLnTx/>
                <a:uFillTx/>
                <a:latin typeface="Montserrat" panose="00000500000000000000" pitchFamily="2" charset="0"/>
                <a:cs typeface="Arial" panose="020B0604020202020204" pitchFamily="34" charset="0"/>
              </a:rPr>
              <a:t> </a:t>
            </a:r>
            <a:r>
              <a:rPr kumimoji="0" lang="en-US" sz="1900" b="0" i="0" u="none" strike="noStrike" kern="1200" cap="none" spc="0" normalizeH="0" baseline="0" noProof="0" dirty="0">
                <a:ln>
                  <a:noFill/>
                </a:ln>
                <a:solidFill>
                  <a:schemeClr val="tx1">
                    <a:lumMod val="95000"/>
                    <a:lumOff val="5000"/>
                  </a:schemeClr>
                </a:solidFill>
                <a:effectLst/>
                <a:uLnTx/>
                <a:uFillTx/>
                <a:latin typeface="Montserrat" panose="00000500000000000000" pitchFamily="2" charset="0"/>
              </a:rPr>
              <a:t>in all branches.</a:t>
            </a:r>
          </a:p>
          <a:p>
            <a:pPr marL="431800" marR="0" lvl="0" indent="-285750" defTabSz="685800" rtl="0" eaLnBrk="1" fontAlgn="auto" latinLnBrk="0" hangingPunct="1">
              <a:lnSpc>
                <a:spcPct val="140000"/>
              </a:lnSpc>
              <a:spcBef>
                <a:spcPts val="0"/>
              </a:spcBef>
              <a:spcAft>
                <a:spcPts val="0"/>
              </a:spcAft>
              <a:buClrTx/>
              <a:buSzPts val="1400"/>
              <a:buFont typeface="Wingdings" panose="05000000000000000000" pitchFamily="2" charset="2"/>
              <a:buChar char="q"/>
              <a:tabLst/>
              <a:defRPr/>
            </a:pPr>
            <a:endParaRPr kumimoji="0" lang="en-US" sz="1900" b="0" i="0" u="none" strike="noStrike" kern="1200" cap="none" spc="0" normalizeH="0" baseline="0" noProof="0" dirty="0">
              <a:ln>
                <a:noFill/>
              </a:ln>
              <a:solidFill>
                <a:schemeClr val="tx1">
                  <a:lumMod val="95000"/>
                  <a:lumOff val="5000"/>
                </a:schemeClr>
              </a:solidFill>
              <a:effectLst/>
              <a:uLnTx/>
              <a:uFillTx/>
              <a:latin typeface="Montserrat" panose="00000500000000000000" pitchFamily="2" charset="0"/>
            </a:endParaRPr>
          </a:p>
          <a:p>
            <a:pPr marL="431800" marR="0" lvl="0" indent="-285750" defTabSz="685800" rtl="0" eaLnBrk="1" fontAlgn="auto" latinLnBrk="0" hangingPunct="1">
              <a:lnSpc>
                <a:spcPct val="140000"/>
              </a:lnSpc>
              <a:spcBef>
                <a:spcPts val="0"/>
              </a:spcBef>
              <a:spcAft>
                <a:spcPts val="0"/>
              </a:spcAft>
              <a:buClrTx/>
              <a:buSzPts val="1400"/>
              <a:buFont typeface="Wingdings" panose="05000000000000000000" pitchFamily="2" charset="2"/>
              <a:buChar char="q"/>
              <a:tabLst/>
              <a:defRPr/>
            </a:pPr>
            <a:r>
              <a:rPr kumimoji="0" lang="en-US" sz="1900" b="0" i="0" u="none" strike="noStrike" kern="1200" cap="none" spc="0" normalizeH="0" baseline="0" noProof="0" dirty="0">
                <a:ln>
                  <a:noFill/>
                </a:ln>
                <a:solidFill>
                  <a:schemeClr val="tx1">
                    <a:lumMod val="95000"/>
                    <a:lumOff val="5000"/>
                  </a:schemeClr>
                </a:solidFill>
                <a:effectLst/>
                <a:uLnTx/>
                <a:uFillTx/>
                <a:latin typeface="Montserrat" panose="00000500000000000000" pitchFamily="2" charset="0"/>
              </a:rPr>
              <a:t>Provide affordable prices and upgraded machines.</a:t>
            </a:r>
            <a:endParaRPr kumimoji="0" lang="ar-EG" sz="1900" b="0" i="0" u="none" strike="noStrike" kern="1200" cap="none" spc="0" normalizeH="0" baseline="0" noProof="0" dirty="0">
              <a:ln>
                <a:noFill/>
              </a:ln>
              <a:solidFill>
                <a:schemeClr val="tx1">
                  <a:lumMod val="95000"/>
                  <a:lumOff val="5000"/>
                </a:schemeClr>
              </a:solidFill>
              <a:effectLst/>
              <a:uLnTx/>
              <a:uFillTx/>
              <a:latin typeface="Montserrat" panose="00000500000000000000" pitchFamily="2" charset="0"/>
              <a:cs typeface="Arial" panose="020B0604020202020204" pitchFamily="34" charset="0"/>
            </a:endParaRPr>
          </a:p>
          <a:p>
            <a:endParaRPr lang="en-US" dirty="0"/>
          </a:p>
        </p:txBody>
      </p:sp>
      <p:pic>
        <p:nvPicPr>
          <p:cNvPr id="4" name="Picture 3">
            <a:extLst>
              <a:ext uri="{FF2B5EF4-FFF2-40B4-BE49-F238E27FC236}">
                <a16:creationId xmlns:a16="http://schemas.microsoft.com/office/drawing/2014/main" id="{0FF65F52-6990-22E1-62BD-35B28A4C16F0}"/>
              </a:ext>
            </a:extLst>
          </p:cNvPr>
          <p:cNvPicPr>
            <a:picLocks noChangeAspect="1"/>
          </p:cNvPicPr>
          <p:nvPr/>
        </p:nvPicPr>
        <p:blipFill>
          <a:blip r:embed="rId2"/>
          <a:stretch>
            <a:fillRect/>
          </a:stretch>
        </p:blipFill>
        <p:spPr>
          <a:xfrm>
            <a:off x="8051246" y="2043789"/>
            <a:ext cx="3325492" cy="3225728"/>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35818723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imeline&#10;&#10;Description automatically generated">
            <a:extLst>
              <a:ext uri="{FF2B5EF4-FFF2-40B4-BE49-F238E27FC236}">
                <a16:creationId xmlns:a16="http://schemas.microsoft.com/office/drawing/2014/main" id="{22D82038-6C0C-C58A-145B-5A6A563F72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00225" y="371595"/>
            <a:ext cx="7858125" cy="611481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8447605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FE88B1-9059-283F-44CA-237D1A6ED27D}"/>
              </a:ext>
            </a:extLst>
          </p:cNvPr>
          <p:cNvSpPr>
            <a:spLocks noGrp="1"/>
          </p:cNvSpPr>
          <p:nvPr>
            <p:ph type="title"/>
          </p:nvPr>
        </p:nvSpPr>
        <p:spPr>
          <a:xfrm>
            <a:off x="831305" y="-1556"/>
            <a:ext cx="9914859" cy="1329004"/>
          </a:xfrm>
        </p:spPr>
        <p:txBody>
          <a:bodyPr>
            <a:normAutofit/>
          </a:bodyPr>
          <a:lstStyle/>
          <a:p>
            <a:r>
              <a:rPr lang="en-US" sz="3600" b="1" dirty="0">
                <a:latin typeface="Amasis MT Pro Light" panose="02040304050005020304" pitchFamily="18" charset="0"/>
              </a:rPr>
              <a:t>Consumer Behavioral Analysis</a:t>
            </a:r>
            <a:r>
              <a:rPr lang="en-US" sz="3600" b="1" dirty="0">
                <a:latin typeface="Amasis MT Pro" panose="02040504050005020304" pitchFamily="18" charset="0"/>
              </a:rPr>
              <a:t>:</a:t>
            </a:r>
          </a:p>
        </p:txBody>
      </p:sp>
      <p:sp>
        <p:nvSpPr>
          <p:cNvPr id="3" name="Content Placeholder 2">
            <a:extLst>
              <a:ext uri="{FF2B5EF4-FFF2-40B4-BE49-F238E27FC236}">
                <a16:creationId xmlns:a16="http://schemas.microsoft.com/office/drawing/2014/main" id="{ECC9224B-691C-D702-C902-DA2F44175FE2}"/>
              </a:ext>
            </a:extLst>
          </p:cNvPr>
          <p:cNvSpPr>
            <a:spLocks noGrp="1"/>
          </p:cNvSpPr>
          <p:nvPr>
            <p:ph idx="1"/>
          </p:nvPr>
        </p:nvSpPr>
        <p:spPr>
          <a:xfrm>
            <a:off x="831304" y="1031359"/>
            <a:ext cx="9914860" cy="2474524"/>
          </a:xfrm>
          <a:noFill/>
        </p:spPr>
        <p:txBody>
          <a:bodyPr/>
          <a:lstStyle/>
          <a:p>
            <a:pPr>
              <a:buClrTx/>
              <a:buFont typeface="Wingdings" panose="05000000000000000000" pitchFamily="2" charset="2"/>
              <a:buChar char="q"/>
            </a:pPr>
            <a:r>
              <a:rPr lang="en-US" sz="2400" dirty="0">
                <a:solidFill>
                  <a:schemeClr val="tx1">
                    <a:lumMod val="95000"/>
                    <a:lumOff val="5000"/>
                  </a:schemeClr>
                </a:solidFill>
              </a:rPr>
              <a:t> </a:t>
            </a:r>
            <a:r>
              <a:rPr lang="en-US" sz="2400" dirty="0">
                <a:solidFill>
                  <a:schemeClr val="tx1">
                    <a:lumMod val="95000"/>
                    <a:lumOff val="5000"/>
                  </a:schemeClr>
                </a:solidFill>
                <a:latin typeface="Montserrat" panose="00000500000000000000" pitchFamily="2" charset="0"/>
              </a:rPr>
              <a:t>Factors that influence Consumer:</a:t>
            </a:r>
          </a:p>
          <a:p>
            <a:pPr marL="0" indent="0">
              <a:buNone/>
            </a:pPr>
            <a:r>
              <a:rPr lang="en-US" dirty="0"/>
              <a:t> </a:t>
            </a:r>
          </a:p>
          <a:p>
            <a:pPr marL="0" indent="0">
              <a:buNone/>
            </a:pPr>
            <a:endParaRPr lang="en-US" dirty="0"/>
          </a:p>
          <a:p>
            <a:pPr marL="0" indent="0">
              <a:buNone/>
            </a:pPr>
            <a:endParaRPr lang="en-US" dirty="0"/>
          </a:p>
        </p:txBody>
      </p:sp>
      <p:grpSp>
        <p:nvGrpSpPr>
          <p:cNvPr id="4" name="Google Shape;351;p21">
            <a:extLst>
              <a:ext uri="{FF2B5EF4-FFF2-40B4-BE49-F238E27FC236}">
                <a16:creationId xmlns:a16="http://schemas.microsoft.com/office/drawing/2014/main" id="{D03A5915-795F-74D9-3ED9-5050B89FA46F}"/>
              </a:ext>
            </a:extLst>
          </p:cNvPr>
          <p:cNvGrpSpPr/>
          <p:nvPr/>
        </p:nvGrpSpPr>
        <p:grpSpPr>
          <a:xfrm>
            <a:off x="505916" y="1501366"/>
            <a:ext cx="2387231" cy="2004517"/>
            <a:chOff x="791768" y="1964796"/>
            <a:chExt cx="1753199" cy="2352731"/>
          </a:xfrm>
        </p:grpSpPr>
        <p:sp>
          <p:nvSpPr>
            <p:cNvPr id="5" name="Google Shape;353;p21">
              <a:extLst>
                <a:ext uri="{FF2B5EF4-FFF2-40B4-BE49-F238E27FC236}">
                  <a16:creationId xmlns:a16="http://schemas.microsoft.com/office/drawing/2014/main" id="{1673A8FF-F7DB-AE4F-413B-538E7E4F5DF9}"/>
                </a:ext>
              </a:extLst>
            </p:cNvPr>
            <p:cNvSpPr/>
            <p:nvPr/>
          </p:nvSpPr>
          <p:spPr>
            <a:xfrm>
              <a:off x="791768" y="2453987"/>
              <a:ext cx="1753199" cy="1863540"/>
            </a:xfrm>
            <a:custGeom>
              <a:avLst/>
              <a:gdLst/>
              <a:ahLst/>
              <a:cxnLst/>
              <a:rect l="l" t="t" r="r" b="b"/>
              <a:pathLst>
                <a:path w="58318" h="55406" extrusionOk="0">
                  <a:moveTo>
                    <a:pt x="34124" y="935"/>
                  </a:moveTo>
                  <a:cubicBezTo>
                    <a:pt x="34235" y="1012"/>
                    <a:pt x="34186" y="1268"/>
                    <a:pt x="34279" y="1268"/>
                  </a:cubicBezTo>
                  <a:cubicBezTo>
                    <a:pt x="34315" y="1268"/>
                    <a:pt x="34372" y="1229"/>
                    <a:pt x="34469" y="1126"/>
                  </a:cubicBezTo>
                  <a:cubicBezTo>
                    <a:pt x="34490" y="1105"/>
                    <a:pt x="34519" y="1096"/>
                    <a:pt x="34553" y="1096"/>
                  </a:cubicBezTo>
                  <a:cubicBezTo>
                    <a:pt x="34691" y="1096"/>
                    <a:pt x="34919" y="1238"/>
                    <a:pt x="35100" y="1257"/>
                  </a:cubicBezTo>
                  <a:cubicBezTo>
                    <a:pt x="35326" y="1293"/>
                    <a:pt x="35541" y="1328"/>
                    <a:pt x="35767" y="1352"/>
                  </a:cubicBezTo>
                  <a:cubicBezTo>
                    <a:pt x="36160" y="1376"/>
                    <a:pt x="48459" y="1435"/>
                    <a:pt x="48852" y="1447"/>
                  </a:cubicBezTo>
                  <a:cubicBezTo>
                    <a:pt x="49161" y="1447"/>
                    <a:pt x="49469" y="1579"/>
                    <a:pt x="49788" y="1579"/>
                  </a:cubicBezTo>
                  <a:cubicBezTo>
                    <a:pt x="49802" y="1579"/>
                    <a:pt x="49815" y="1579"/>
                    <a:pt x="49828" y="1578"/>
                  </a:cubicBezTo>
                  <a:cubicBezTo>
                    <a:pt x="49853" y="1577"/>
                    <a:pt x="49878" y="1577"/>
                    <a:pt x="49902" y="1577"/>
                  </a:cubicBezTo>
                  <a:cubicBezTo>
                    <a:pt x="50372" y="1577"/>
                    <a:pt x="50792" y="1786"/>
                    <a:pt x="51233" y="1888"/>
                  </a:cubicBezTo>
                  <a:cubicBezTo>
                    <a:pt x="51426" y="1934"/>
                    <a:pt x="51605" y="1987"/>
                    <a:pt x="51796" y="1987"/>
                  </a:cubicBezTo>
                  <a:cubicBezTo>
                    <a:pt x="51853" y="1987"/>
                    <a:pt x="51911" y="1982"/>
                    <a:pt x="51971" y="1971"/>
                  </a:cubicBezTo>
                  <a:cubicBezTo>
                    <a:pt x="51979" y="1970"/>
                    <a:pt x="51987" y="1969"/>
                    <a:pt x="51994" y="1969"/>
                  </a:cubicBezTo>
                  <a:cubicBezTo>
                    <a:pt x="52113" y="1969"/>
                    <a:pt x="52197" y="2139"/>
                    <a:pt x="52376" y="2150"/>
                  </a:cubicBezTo>
                  <a:cubicBezTo>
                    <a:pt x="52579" y="2150"/>
                    <a:pt x="52638" y="2090"/>
                    <a:pt x="52614" y="1912"/>
                  </a:cubicBezTo>
                  <a:lnTo>
                    <a:pt x="52614" y="1912"/>
                  </a:lnTo>
                  <a:cubicBezTo>
                    <a:pt x="52757" y="1947"/>
                    <a:pt x="52781" y="2066"/>
                    <a:pt x="52841" y="2150"/>
                  </a:cubicBezTo>
                  <a:cubicBezTo>
                    <a:pt x="52882" y="2208"/>
                    <a:pt x="52923" y="2294"/>
                    <a:pt x="52996" y="2294"/>
                  </a:cubicBezTo>
                  <a:cubicBezTo>
                    <a:pt x="53028" y="2294"/>
                    <a:pt x="53067" y="2277"/>
                    <a:pt x="53114" y="2233"/>
                  </a:cubicBezTo>
                  <a:cubicBezTo>
                    <a:pt x="53162" y="2192"/>
                    <a:pt x="53200" y="2176"/>
                    <a:pt x="53231" y="2176"/>
                  </a:cubicBezTo>
                  <a:cubicBezTo>
                    <a:pt x="53309" y="2176"/>
                    <a:pt x="53346" y="2279"/>
                    <a:pt x="53388" y="2364"/>
                  </a:cubicBezTo>
                  <a:cubicBezTo>
                    <a:pt x="53412" y="2400"/>
                    <a:pt x="53376" y="2471"/>
                    <a:pt x="53448" y="2483"/>
                  </a:cubicBezTo>
                  <a:cubicBezTo>
                    <a:pt x="53900" y="2519"/>
                    <a:pt x="54222" y="2805"/>
                    <a:pt x="54555" y="3055"/>
                  </a:cubicBezTo>
                  <a:cubicBezTo>
                    <a:pt x="54900" y="3317"/>
                    <a:pt x="55198" y="3638"/>
                    <a:pt x="55555" y="3888"/>
                  </a:cubicBezTo>
                  <a:cubicBezTo>
                    <a:pt x="55829" y="4090"/>
                    <a:pt x="56067" y="4317"/>
                    <a:pt x="56305" y="4567"/>
                  </a:cubicBezTo>
                  <a:cubicBezTo>
                    <a:pt x="56651" y="4948"/>
                    <a:pt x="56698" y="5448"/>
                    <a:pt x="56936" y="5865"/>
                  </a:cubicBezTo>
                  <a:cubicBezTo>
                    <a:pt x="56996" y="5972"/>
                    <a:pt x="56901" y="6067"/>
                    <a:pt x="56877" y="6162"/>
                  </a:cubicBezTo>
                  <a:cubicBezTo>
                    <a:pt x="56853" y="6281"/>
                    <a:pt x="56817" y="6388"/>
                    <a:pt x="56972" y="6412"/>
                  </a:cubicBezTo>
                  <a:cubicBezTo>
                    <a:pt x="57067" y="6424"/>
                    <a:pt x="57067" y="6484"/>
                    <a:pt x="57067" y="6543"/>
                  </a:cubicBezTo>
                  <a:cubicBezTo>
                    <a:pt x="56972" y="7091"/>
                    <a:pt x="57210" y="7627"/>
                    <a:pt x="57174" y="8162"/>
                  </a:cubicBezTo>
                  <a:cubicBezTo>
                    <a:pt x="57151" y="8758"/>
                    <a:pt x="57246" y="9341"/>
                    <a:pt x="57139" y="9936"/>
                  </a:cubicBezTo>
                  <a:cubicBezTo>
                    <a:pt x="57055" y="10389"/>
                    <a:pt x="57139" y="10889"/>
                    <a:pt x="57163" y="11365"/>
                  </a:cubicBezTo>
                  <a:cubicBezTo>
                    <a:pt x="57186" y="11675"/>
                    <a:pt x="57115" y="11972"/>
                    <a:pt x="57115" y="12282"/>
                  </a:cubicBezTo>
                  <a:cubicBezTo>
                    <a:pt x="57115" y="12524"/>
                    <a:pt x="56941" y="12585"/>
                    <a:pt x="56758" y="12585"/>
                  </a:cubicBezTo>
                  <a:cubicBezTo>
                    <a:pt x="56670" y="12585"/>
                    <a:pt x="56581" y="12571"/>
                    <a:pt x="56508" y="12556"/>
                  </a:cubicBezTo>
                  <a:cubicBezTo>
                    <a:pt x="56055" y="12472"/>
                    <a:pt x="55603" y="12484"/>
                    <a:pt x="55150" y="12461"/>
                  </a:cubicBezTo>
                  <a:cubicBezTo>
                    <a:pt x="54579" y="12437"/>
                    <a:pt x="54019" y="12425"/>
                    <a:pt x="53448" y="12389"/>
                  </a:cubicBezTo>
                  <a:cubicBezTo>
                    <a:pt x="53408" y="12384"/>
                    <a:pt x="53368" y="12383"/>
                    <a:pt x="53328" y="12383"/>
                  </a:cubicBezTo>
                  <a:cubicBezTo>
                    <a:pt x="53163" y="12383"/>
                    <a:pt x="52994" y="12415"/>
                    <a:pt x="52841" y="12425"/>
                  </a:cubicBezTo>
                  <a:cubicBezTo>
                    <a:pt x="52691" y="12437"/>
                    <a:pt x="52542" y="12441"/>
                    <a:pt x="52391" y="12441"/>
                  </a:cubicBezTo>
                  <a:cubicBezTo>
                    <a:pt x="51999" y="12441"/>
                    <a:pt x="51604" y="12412"/>
                    <a:pt x="51208" y="12412"/>
                  </a:cubicBezTo>
                  <a:cubicBezTo>
                    <a:pt x="51161" y="12412"/>
                    <a:pt x="51114" y="12412"/>
                    <a:pt x="51067" y="12413"/>
                  </a:cubicBezTo>
                  <a:cubicBezTo>
                    <a:pt x="50896" y="12417"/>
                    <a:pt x="50721" y="12418"/>
                    <a:pt x="50545" y="12418"/>
                  </a:cubicBezTo>
                  <a:cubicBezTo>
                    <a:pt x="50192" y="12418"/>
                    <a:pt x="49832" y="12413"/>
                    <a:pt x="49483" y="12413"/>
                  </a:cubicBezTo>
                  <a:cubicBezTo>
                    <a:pt x="48921" y="12413"/>
                    <a:pt x="40739" y="12367"/>
                    <a:pt x="37129" y="12367"/>
                  </a:cubicBezTo>
                  <a:cubicBezTo>
                    <a:pt x="36227" y="12367"/>
                    <a:pt x="35610" y="12370"/>
                    <a:pt x="35469" y="12377"/>
                  </a:cubicBezTo>
                  <a:cubicBezTo>
                    <a:pt x="35111" y="12399"/>
                    <a:pt x="34749" y="12403"/>
                    <a:pt x="34386" y="12403"/>
                  </a:cubicBezTo>
                  <a:cubicBezTo>
                    <a:pt x="34179" y="12403"/>
                    <a:pt x="33970" y="12402"/>
                    <a:pt x="33763" y="12402"/>
                  </a:cubicBezTo>
                  <a:cubicBezTo>
                    <a:pt x="33357" y="12402"/>
                    <a:pt x="32953" y="12407"/>
                    <a:pt x="32552" y="12437"/>
                  </a:cubicBezTo>
                  <a:cubicBezTo>
                    <a:pt x="32149" y="12458"/>
                    <a:pt x="31746" y="12464"/>
                    <a:pt x="31342" y="12464"/>
                  </a:cubicBezTo>
                  <a:cubicBezTo>
                    <a:pt x="30832" y="12464"/>
                    <a:pt x="30322" y="12455"/>
                    <a:pt x="29812" y="12455"/>
                  </a:cubicBezTo>
                  <a:cubicBezTo>
                    <a:pt x="29606" y="12455"/>
                    <a:pt x="29401" y="12456"/>
                    <a:pt x="29195" y="12461"/>
                  </a:cubicBezTo>
                  <a:cubicBezTo>
                    <a:pt x="29097" y="12462"/>
                    <a:pt x="28998" y="12463"/>
                    <a:pt x="28899" y="12463"/>
                  </a:cubicBezTo>
                  <a:cubicBezTo>
                    <a:pt x="28195" y="12463"/>
                    <a:pt x="27477" y="12425"/>
                    <a:pt x="26778" y="12341"/>
                  </a:cubicBezTo>
                  <a:cubicBezTo>
                    <a:pt x="26619" y="12319"/>
                    <a:pt x="25735" y="12313"/>
                    <a:pt x="24577" y="12313"/>
                  </a:cubicBezTo>
                  <a:cubicBezTo>
                    <a:pt x="23170" y="12313"/>
                    <a:pt x="21358" y="12322"/>
                    <a:pt x="19949" y="12322"/>
                  </a:cubicBezTo>
                  <a:cubicBezTo>
                    <a:pt x="18790" y="12322"/>
                    <a:pt x="17904" y="12316"/>
                    <a:pt x="17741" y="12294"/>
                  </a:cubicBezTo>
                  <a:cubicBezTo>
                    <a:pt x="17484" y="12258"/>
                    <a:pt x="16585" y="12251"/>
                    <a:pt x="15529" y="12251"/>
                  </a:cubicBezTo>
                  <a:cubicBezTo>
                    <a:pt x="14853" y="12251"/>
                    <a:pt x="14113" y="12254"/>
                    <a:pt x="13436" y="12254"/>
                  </a:cubicBezTo>
                  <a:cubicBezTo>
                    <a:pt x="12380" y="12254"/>
                    <a:pt x="11478" y="12247"/>
                    <a:pt x="11216" y="12211"/>
                  </a:cubicBezTo>
                  <a:cubicBezTo>
                    <a:pt x="11148" y="12200"/>
                    <a:pt x="11079" y="12196"/>
                    <a:pt x="11008" y="12196"/>
                  </a:cubicBezTo>
                  <a:cubicBezTo>
                    <a:pt x="10757" y="12196"/>
                    <a:pt x="10497" y="12249"/>
                    <a:pt x="10245" y="12249"/>
                  </a:cubicBezTo>
                  <a:cubicBezTo>
                    <a:pt x="10175" y="12249"/>
                    <a:pt x="10106" y="12245"/>
                    <a:pt x="10038" y="12234"/>
                  </a:cubicBezTo>
                  <a:cubicBezTo>
                    <a:pt x="9947" y="12220"/>
                    <a:pt x="9857" y="12214"/>
                    <a:pt x="9767" y="12214"/>
                  </a:cubicBezTo>
                  <a:cubicBezTo>
                    <a:pt x="9410" y="12214"/>
                    <a:pt x="9056" y="12307"/>
                    <a:pt x="8700" y="12307"/>
                  </a:cubicBezTo>
                  <a:cubicBezTo>
                    <a:pt x="8567" y="12307"/>
                    <a:pt x="8433" y="12294"/>
                    <a:pt x="8299" y="12258"/>
                  </a:cubicBezTo>
                  <a:cubicBezTo>
                    <a:pt x="8271" y="12251"/>
                    <a:pt x="8233" y="12248"/>
                    <a:pt x="8191" y="12248"/>
                  </a:cubicBezTo>
                  <a:cubicBezTo>
                    <a:pt x="8088" y="12248"/>
                    <a:pt x="7958" y="12265"/>
                    <a:pt x="7883" y="12282"/>
                  </a:cubicBezTo>
                  <a:cubicBezTo>
                    <a:pt x="7144" y="12472"/>
                    <a:pt x="6382" y="12413"/>
                    <a:pt x="5632" y="12496"/>
                  </a:cubicBezTo>
                  <a:cubicBezTo>
                    <a:pt x="5073" y="12556"/>
                    <a:pt x="4430" y="12461"/>
                    <a:pt x="3930" y="12615"/>
                  </a:cubicBezTo>
                  <a:cubicBezTo>
                    <a:pt x="3759" y="12667"/>
                    <a:pt x="3585" y="12678"/>
                    <a:pt x="3412" y="12678"/>
                  </a:cubicBezTo>
                  <a:cubicBezTo>
                    <a:pt x="3299" y="12678"/>
                    <a:pt x="3186" y="12673"/>
                    <a:pt x="3074" y="12673"/>
                  </a:cubicBezTo>
                  <a:cubicBezTo>
                    <a:pt x="2806" y="12673"/>
                    <a:pt x="2541" y="12698"/>
                    <a:pt x="2287" y="12865"/>
                  </a:cubicBezTo>
                  <a:cubicBezTo>
                    <a:pt x="2191" y="12927"/>
                    <a:pt x="2095" y="12955"/>
                    <a:pt x="2007" y="12955"/>
                  </a:cubicBezTo>
                  <a:cubicBezTo>
                    <a:pt x="1722" y="12955"/>
                    <a:pt x="1509" y="12666"/>
                    <a:pt x="1572" y="12294"/>
                  </a:cubicBezTo>
                  <a:cubicBezTo>
                    <a:pt x="1715" y="11520"/>
                    <a:pt x="1513" y="10746"/>
                    <a:pt x="1608" y="9984"/>
                  </a:cubicBezTo>
                  <a:cubicBezTo>
                    <a:pt x="1715" y="9198"/>
                    <a:pt x="1691" y="8424"/>
                    <a:pt x="1739" y="7639"/>
                  </a:cubicBezTo>
                  <a:cubicBezTo>
                    <a:pt x="1751" y="7341"/>
                    <a:pt x="1715" y="7031"/>
                    <a:pt x="1644" y="6746"/>
                  </a:cubicBezTo>
                  <a:cubicBezTo>
                    <a:pt x="1620" y="6698"/>
                    <a:pt x="1608" y="6615"/>
                    <a:pt x="1632" y="6591"/>
                  </a:cubicBezTo>
                  <a:cubicBezTo>
                    <a:pt x="1941" y="6329"/>
                    <a:pt x="1727" y="5888"/>
                    <a:pt x="1894" y="5662"/>
                  </a:cubicBezTo>
                  <a:cubicBezTo>
                    <a:pt x="2096" y="5388"/>
                    <a:pt x="2037" y="5103"/>
                    <a:pt x="2144" y="4841"/>
                  </a:cubicBezTo>
                  <a:cubicBezTo>
                    <a:pt x="2465" y="4031"/>
                    <a:pt x="2965" y="3352"/>
                    <a:pt x="3727" y="2959"/>
                  </a:cubicBezTo>
                  <a:cubicBezTo>
                    <a:pt x="4204" y="2709"/>
                    <a:pt x="4704" y="2471"/>
                    <a:pt x="5227" y="2316"/>
                  </a:cubicBezTo>
                  <a:cubicBezTo>
                    <a:pt x="5751" y="2150"/>
                    <a:pt x="6311" y="2138"/>
                    <a:pt x="6823" y="2007"/>
                  </a:cubicBezTo>
                  <a:cubicBezTo>
                    <a:pt x="7454" y="1852"/>
                    <a:pt x="8121" y="1793"/>
                    <a:pt x="8752" y="1590"/>
                  </a:cubicBezTo>
                  <a:cubicBezTo>
                    <a:pt x="8891" y="1545"/>
                    <a:pt x="9040" y="1531"/>
                    <a:pt x="9195" y="1531"/>
                  </a:cubicBezTo>
                  <a:cubicBezTo>
                    <a:pt x="9449" y="1531"/>
                    <a:pt x="9718" y="1569"/>
                    <a:pt x="9978" y="1569"/>
                  </a:cubicBezTo>
                  <a:cubicBezTo>
                    <a:pt x="10018" y="1569"/>
                    <a:pt x="10058" y="1568"/>
                    <a:pt x="10097" y="1566"/>
                  </a:cubicBezTo>
                  <a:cubicBezTo>
                    <a:pt x="10788" y="1519"/>
                    <a:pt x="11466" y="1423"/>
                    <a:pt x="12145" y="1352"/>
                  </a:cubicBezTo>
                  <a:cubicBezTo>
                    <a:pt x="12597" y="1304"/>
                    <a:pt x="17527" y="1304"/>
                    <a:pt x="17991" y="1269"/>
                  </a:cubicBezTo>
                  <a:cubicBezTo>
                    <a:pt x="18454" y="1235"/>
                    <a:pt x="21280" y="1221"/>
                    <a:pt x="23806" y="1221"/>
                  </a:cubicBezTo>
                  <a:cubicBezTo>
                    <a:pt x="25762" y="1221"/>
                    <a:pt x="27538" y="1229"/>
                    <a:pt x="27897" y="1245"/>
                  </a:cubicBezTo>
                  <a:cubicBezTo>
                    <a:pt x="27929" y="1246"/>
                    <a:pt x="27961" y="1246"/>
                    <a:pt x="27992" y="1246"/>
                  </a:cubicBezTo>
                  <a:cubicBezTo>
                    <a:pt x="28426" y="1246"/>
                    <a:pt x="28865" y="1191"/>
                    <a:pt x="29306" y="1191"/>
                  </a:cubicBezTo>
                  <a:cubicBezTo>
                    <a:pt x="29439" y="1191"/>
                    <a:pt x="29573" y="1196"/>
                    <a:pt x="29707" y="1209"/>
                  </a:cubicBezTo>
                  <a:cubicBezTo>
                    <a:pt x="29908" y="1226"/>
                    <a:pt x="30121" y="1256"/>
                    <a:pt x="30339" y="1256"/>
                  </a:cubicBezTo>
                  <a:cubicBezTo>
                    <a:pt x="30585" y="1256"/>
                    <a:pt x="30835" y="1217"/>
                    <a:pt x="31076" y="1078"/>
                  </a:cubicBezTo>
                  <a:cubicBezTo>
                    <a:pt x="31099" y="1065"/>
                    <a:pt x="31127" y="1060"/>
                    <a:pt x="31158" y="1060"/>
                  </a:cubicBezTo>
                  <a:cubicBezTo>
                    <a:pt x="31287" y="1060"/>
                    <a:pt x="31470" y="1152"/>
                    <a:pt x="31620" y="1152"/>
                  </a:cubicBezTo>
                  <a:cubicBezTo>
                    <a:pt x="31633" y="1152"/>
                    <a:pt x="31646" y="1151"/>
                    <a:pt x="31659" y="1150"/>
                  </a:cubicBezTo>
                  <a:cubicBezTo>
                    <a:pt x="31700" y="1145"/>
                    <a:pt x="31743" y="1144"/>
                    <a:pt x="31788" y="1144"/>
                  </a:cubicBezTo>
                  <a:cubicBezTo>
                    <a:pt x="31882" y="1144"/>
                    <a:pt x="31981" y="1151"/>
                    <a:pt x="32066" y="1151"/>
                  </a:cubicBezTo>
                  <a:cubicBezTo>
                    <a:pt x="32154" y="1151"/>
                    <a:pt x="32227" y="1143"/>
                    <a:pt x="32267" y="1114"/>
                  </a:cubicBezTo>
                  <a:cubicBezTo>
                    <a:pt x="32347" y="1057"/>
                    <a:pt x="32423" y="1038"/>
                    <a:pt x="32493" y="1038"/>
                  </a:cubicBezTo>
                  <a:cubicBezTo>
                    <a:pt x="32598" y="1038"/>
                    <a:pt x="32693" y="1081"/>
                    <a:pt x="32779" y="1102"/>
                  </a:cubicBezTo>
                  <a:cubicBezTo>
                    <a:pt x="32917" y="1129"/>
                    <a:pt x="33054" y="1132"/>
                    <a:pt x="33189" y="1132"/>
                  </a:cubicBezTo>
                  <a:cubicBezTo>
                    <a:pt x="33235" y="1132"/>
                    <a:pt x="33280" y="1132"/>
                    <a:pt x="33325" y="1132"/>
                  </a:cubicBezTo>
                  <a:cubicBezTo>
                    <a:pt x="33505" y="1132"/>
                    <a:pt x="33683" y="1138"/>
                    <a:pt x="33862" y="1197"/>
                  </a:cubicBezTo>
                  <a:cubicBezTo>
                    <a:pt x="33881" y="1203"/>
                    <a:pt x="33900" y="1206"/>
                    <a:pt x="33916" y="1206"/>
                  </a:cubicBezTo>
                  <a:cubicBezTo>
                    <a:pt x="34034" y="1206"/>
                    <a:pt x="34093" y="1071"/>
                    <a:pt x="34124" y="935"/>
                  </a:cubicBezTo>
                  <a:close/>
                  <a:moveTo>
                    <a:pt x="11048" y="13120"/>
                  </a:moveTo>
                  <a:cubicBezTo>
                    <a:pt x="11204" y="13120"/>
                    <a:pt x="11359" y="13126"/>
                    <a:pt x="11514" y="13139"/>
                  </a:cubicBezTo>
                  <a:cubicBezTo>
                    <a:pt x="11907" y="13163"/>
                    <a:pt x="12312" y="13139"/>
                    <a:pt x="12705" y="13175"/>
                  </a:cubicBezTo>
                  <a:cubicBezTo>
                    <a:pt x="13502" y="13246"/>
                    <a:pt x="26230" y="13258"/>
                    <a:pt x="27040" y="13306"/>
                  </a:cubicBezTo>
                  <a:cubicBezTo>
                    <a:pt x="27397" y="13318"/>
                    <a:pt x="27766" y="13342"/>
                    <a:pt x="28123" y="13342"/>
                  </a:cubicBezTo>
                  <a:cubicBezTo>
                    <a:pt x="28280" y="13342"/>
                    <a:pt x="28437" y="13340"/>
                    <a:pt x="28595" y="13340"/>
                  </a:cubicBezTo>
                  <a:cubicBezTo>
                    <a:pt x="28830" y="13340"/>
                    <a:pt x="29066" y="13344"/>
                    <a:pt x="29302" y="13365"/>
                  </a:cubicBezTo>
                  <a:cubicBezTo>
                    <a:pt x="29418" y="13373"/>
                    <a:pt x="29534" y="13376"/>
                    <a:pt x="29650" y="13376"/>
                  </a:cubicBezTo>
                  <a:cubicBezTo>
                    <a:pt x="29978" y="13376"/>
                    <a:pt x="30306" y="13353"/>
                    <a:pt x="30633" y="13353"/>
                  </a:cubicBezTo>
                  <a:cubicBezTo>
                    <a:pt x="30880" y="13353"/>
                    <a:pt x="31127" y="13366"/>
                    <a:pt x="31374" y="13413"/>
                  </a:cubicBezTo>
                  <a:cubicBezTo>
                    <a:pt x="31409" y="13419"/>
                    <a:pt x="31443" y="13422"/>
                    <a:pt x="31476" y="13422"/>
                  </a:cubicBezTo>
                  <a:cubicBezTo>
                    <a:pt x="31682" y="13422"/>
                    <a:pt x="31859" y="13317"/>
                    <a:pt x="32081" y="13317"/>
                  </a:cubicBezTo>
                  <a:cubicBezTo>
                    <a:pt x="32091" y="13317"/>
                    <a:pt x="32102" y="13317"/>
                    <a:pt x="32112" y="13318"/>
                  </a:cubicBezTo>
                  <a:cubicBezTo>
                    <a:pt x="32333" y="13330"/>
                    <a:pt x="32556" y="13335"/>
                    <a:pt x="32779" y="13335"/>
                  </a:cubicBezTo>
                  <a:cubicBezTo>
                    <a:pt x="33282" y="13335"/>
                    <a:pt x="33788" y="13313"/>
                    <a:pt x="34289" y="13313"/>
                  </a:cubicBezTo>
                  <a:cubicBezTo>
                    <a:pt x="34417" y="13313"/>
                    <a:pt x="34544" y="13314"/>
                    <a:pt x="34672" y="13318"/>
                  </a:cubicBezTo>
                  <a:cubicBezTo>
                    <a:pt x="34777" y="13321"/>
                    <a:pt x="34882" y="13323"/>
                    <a:pt x="34987" y="13323"/>
                  </a:cubicBezTo>
                  <a:cubicBezTo>
                    <a:pt x="35356" y="13323"/>
                    <a:pt x="35723" y="13305"/>
                    <a:pt x="36091" y="13305"/>
                  </a:cubicBezTo>
                  <a:cubicBezTo>
                    <a:pt x="36304" y="13305"/>
                    <a:pt x="36517" y="13311"/>
                    <a:pt x="36731" y="13330"/>
                  </a:cubicBezTo>
                  <a:cubicBezTo>
                    <a:pt x="37052" y="13355"/>
                    <a:pt x="40689" y="13370"/>
                    <a:pt x="44147" y="13370"/>
                  </a:cubicBezTo>
                  <a:cubicBezTo>
                    <a:pt x="47244" y="13370"/>
                    <a:pt x="50197" y="13358"/>
                    <a:pt x="50495" y="13330"/>
                  </a:cubicBezTo>
                  <a:cubicBezTo>
                    <a:pt x="50571" y="13325"/>
                    <a:pt x="50648" y="13323"/>
                    <a:pt x="50726" y="13323"/>
                  </a:cubicBezTo>
                  <a:cubicBezTo>
                    <a:pt x="50986" y="13323"/>
                    <a:pt x="51256" y="13344"/>
                    <a:pt x="51518" y="13344"/>
                  </a:cubicBezTo>
                  <a:cubicBezTo>
                    <a:pt x="51562" y="13344"/>
                    <a:pt x="51606" y="13343"/>
                    <a:pt x="51650" y="13342"/>
                  </a:cubicBezTo>
                  <a:cubicBezTo>
                    <a:pt x="51773" y="13342"/>
                    <a:pt x="51897" y="13343"/>
                    <a:pt x="52022" y="13343"/>
                  </a:cubicBezTo>
                  <a:cubicBezTo>
                    <a:pt x="52272" y="13343"/>
                    <a:pt x="52523" y="13338"/>
                    <a:pt x="52769" y="13306"/>
                  </a:cubicBezTo>
                  <a:cubicBezTo>
                    <a:pt x="52894" y="13291"/>
                    <a:pt x="53023" y="13284"/>
                    <a:pt x="53150" y="13284"/>
                  </a:cubicBezTo>
                  <a:cubicBezTo>
                    <a:pt x="53328" y="13284"/>
                    <a:pt x="53503" y="13297"/>
                    <a:pt x="53662" y="13318"/>
                  </a:cubicBezTo>
                  <a:cubicBezTo>
                    <a:pt x="53811" y="13332"/>
                    <a:pt x="53959" y="13337"/>
                    <a:pt x="54105" y="13337"/>
                  </a:cubicBezTo>
                  <a:cubicBezTo>
                    <a:pt x="54354" y="13337"/>
                    <a:pt x="54600" y="13324"/>
                    <a:pt x="54846" y="13324"/>
                  </a:cubicBezTo>
                  <a:cubicBezTo>
                    <a:pt x="54931" y="13324"/>
                    <a:pt x="55017" y="13325"/>
                    <a:pt x="55103" y="13330"/>
                  </a:cubicBezTo>
                  <a:cubicBezTo>
                    <a:pt x="55270" y="13337"/>
                    <a:pt x="55447" y="13403"/>
                    <a:pt x="55637" y="13403"/>
                  </a:cubicBezTo>
                  <a:cubicBezTo>
                    <a:pt x="55745" y="13403"/>
                    <a:pt x="55856" y="13382"/>
                    <a:pt x="55972" y="13318"/>
                  </a:cubicBezTo>
                  <a:cubicBezTo>
                    <a:pt x="56027" y="13288"/>
                    <a:pt x="56103" y="13278"/>
                    <a:pt x="56192" y="13278"/>
                  </a:cubicBezTo>
                  <a:cubicBezTo>
                    <a:pt x="56391" y="13278"/>
                    <a:pt x="56651" y="13330"/>
                    <a:pt x="56865" y="13330"/>
                  </a:cubicBezTo>
                  <a:cubicBezTo>
                    <a:pt x="56924" y="13330"/>
                    <a:pt x="57127" y="13496"/>
                    <a:pt x="57103" y="13699"/>
                  </a:cubicBezTo>
                  <a:cubicBezTo>
                    <a:pt x="57055" y="14127"/>
                    <a:pt x="56960" y="14544"/>
                    <a:pt x="56984" y="14973"/>
                  </a:cubicBezTo>
                  <a:cubicBezTo>
                    <a:pt x="57008" y="15354"/>
                    <a:pt x="57032" y="15735"/>
                    <a:pt x="57032" y="16116"/>
                  </a:cubicBezTo>
                  <a:cubicBezTo>
                    <a:pt x="57032" y="16556"/>
                    <a:pt x="57020" y="16997"/>
                    <a:pt x="57008" y="17437"/>
                  </a:cubicBezTo>
                  <a:cubicBezTo>
                    <a:pt x="56996" y="17866"/>
                    <a:pt x="57020" y="18307"/>
                    <a:pt x="56984" y="18735"/>
                  </a:cubicBezTo>
                  <a:cubicBezTo>
                    <a:pt x="56960" y="19188"/>
                    <a:pt x="57103" y="19664"/>
                    <a:pt x="56877" y="20092"/>
                  </a:cubicBezTo>
                  <a:cubicBezTo>
                    <a:pt x="56782" y="20271"/>
                    <a:pt x="56889" y="20462"/>
                    <a:pt x="56877" y="20652"/>
                  </a:cubicBezTo>
                  <a:cubicBezTo>
                    <a:pt x="56841" y="20962"/>
                    <a:pt x="56853" y="21331"/>
                    <a:pt x="56901" y="21664"/>
                  </a:cubicBezTo>
                  <a:cubicBezTo>
                    <a:pt x="56960" y="22009"/>
                    <a:pt x="56948" y="22343"/>
                    <a:pt x="56865" y="22688"/>
                  </a:cubicBezTo>
                  <a:cubicBezTo>
                    <a:pt x="56782" y="23045"/>
                    <a:pt x="56865" y="23426"/>
                    <a:pt x="56865" y="23795"/>
                  </a:cubicBezTo>
                  <a:cubicBezTo>
                    <a:pt x="56853" y="24176"/>
                    <a:pt x="56972" y="24617"/>
                    <a:pt x="56877" y="24950"/>
                  </a:cubicBezTo>
                  <a:cubicBezTo>
                    <a:pt x="56746" y="25415"/>
                    <a:pt x="56948" y="25831"/>
                    <a:pt x="56889" y="26260"/>
                  </a:cubicBezTo>
                  <a:cubicBezTo>
                    <a:pt x="56829" y="26700"/>
                    <a:pt x="56936" y="27153"/>
                    <a:pt x="56889" y="27581"/>
                  </a:cubicBezTo>
                  <a:cubicBezTo>
                    <a:pt x="56841" y="28105"/>
                    <a:pt x="57043" y="28605"/>
                    <a:pt x="56924" y="29141"/>
                  </a:cubicBezTo>
                  <a:cubicBezTo>
                    <a:pt x="56841" y="29522"/>
                    <a:pt x="56948" y="29939"/>
                    <a:pt x="56996" y="30344"/>
                  </a:cubicBezTo>
                  <a:cubicBezTo>
                    <a:pt x="57055" y="30820"/>
                    <a:pt x="56960" y="31320"/>
                    <a:pt x="56960" y="31808"/>
                  </a:cubicBezTo>
                  <a:cubicBezTo>
                    <a:pt x="56960" y="32225"/>
                    <a:pt x="57103" y="32642"/>
                    <a:pt x="57055" y="33058"/>
                  </a:cubicBezTo>
                  <a:cubicBezTo>
                    <a:pt x="57020" y="33416"/>
                    <a:pt x="57115" y="33761"/>
                    <a:pt x="57043" y="34118"/>
                  </a:cubicBezTo>
                  <a:cubicBezTo>
                    <a:pt x="56996" y="34428"/>
                    <a:pt x="57103" y="34785"/>
                    <a:pt x="57174" y="35106"/>
                  </a:cubicBezTo>
                  <a:cubicBezTo>
                    <a:pt x="57246" y="35428"/>
                    <a:pt x="57174" y="35737"/>
                    <a:pt x="57186" y="36059"/>
                  </a:cubicBezTo>
                  <a:cubicBezTo>
                    <a:pt x="57186" y="36178"/>
                    <a:pt x="57174" y="36309"/>
                    <a:pt x="57222" y="36416"/>
                  </a:cubicBezTo>
                  <a:cubicBezTo>
                    <a:pt x="57377" y="36833"/>
                    <a:pt x="57234" y="37249"/>
                    <a:pt x="57293" y="37678"/>
                  </a:cubicBezTo>
                  <a:cubicBezTo>
                    <a:pt x="57377" y="38214"/>
                    <a:pt x="57401" y="38761"/>
                    <a:pt x="57353" y="39297"/>
                  </a:cubicBezTo>
                  <a:cubicBezTo>
                    <a:pt x="57282" y="39916"/>
                    <a:pt x="57413" y="40535"/>
                    <a:pt x="57317" y="41166"/>
                  </a:cubicBezTo>
                  <a:cubicBezTo>
                    <a:pt x="57246" y="41547"/>
                    <a:pt x="57317" y="41964"/>
                    <a:pt x="57365" y="42357"/>
                  </a:cubicBezTo>
                  <a:cubicBezTo>
                    <a:pt x="57413" y="42643"/>
                    <a:pt x="57222" y="42905"/>
                    <a:pt x="57305" y="43202"/>
                  </a:cubicBezTo>
                  <a:cubicBezTo>
                    <a:pt x="57413" y="43595"/>
                    <a:pt x="57329" y="44012"/>
                    <a:pt x="57329" y="44405"/>
                  </a:cubicBezTo>
                  <a:cubicBezTo>
                    <a:pt x="57329" y="44703"/>
                    <a:pt x="57484" y="45072"/>
                    <a:pt x="57258" y="45357"/>
                  </a:cubicBezTo>
                  <a:cubicBezTo>
                    <a:pt x="57139" y="45512"/>
                    <a:pt x="57234" y="45691"/>
                    <a:pt x="57270" y="45774"/>
                  </a:cubicBezTo>
                  <a:cubicBezTo>
                    <a:pt x="57413" y="46191"/>
                    <a:pt x="57091" y="46584"/>
                    <a:pt x="57258" y="46977"/>
                  </a:cubicBezTo>
                  <a:cubicBezTo>
                    <a:pt x="57282" y="47036"/>
                    <a:pt x="57282" y="47120"/>
                    <a:pt x="57246" y="47167"/>
                  </a:cubicBezTo>
                  <a:cubicBezTo>
                    <a:pt x="56912" y="47727"/>
                    <a:pt x="56972" y="48382"/>
                    <a:pt x="56782" y="48965"/>
                  </a:cubicBezTo>
                  <a:cubicBezTo>
                    <a:pt x="56662" y="49310"/>
                    <a:pt x="56567" y="49691"/>
                    <a:pt x="56520" y="50049"/>
                  </a:cubicBezTo>
                  <a:cubicBezTo>
                    <a:pt x="56436" y="50620"/>
                    <a:pt x="56031" y="50965"/>
                    <a:pt x="55698" y="51346"/>
                  </a:cubicBezTo>
                  <a:cubicBezTo>
                    <a:pt x="55377" y="51703"/>
                    <a:pt x="54948" y="51977"/>
                    <a:pt x="54555" y="52215"/>
                  </a:cubicBezTo>
                  <a:cubicBezTo>
                    <a:pt x="53805" y="52668"/>
                    <a:pt x="53055" y="53192"/>
                    <a:pt x="52198" y="53370"/>
                  </a:cubicBezTo>
                  <a:cubicBezTo>
                    <a:pt x="51602" y="53501"/>
                    <a:pt x="50995" y="53573"/>
                    <a:pt x="50376" y="53585"/>
                  </a:cubicBezTo>
                  <a:cubicBezTo>
                    <a:pt x="50043" y="53585"/>
                    <a:pt x="49697" y="53704"/>
                    <a:pt x="49376" y="53716"/>
                  </a:cubicBezTo>
                  <a:cubicBezTo>
                    <a:pt x="48864" y="53728"/>
                    <a:pt x="36446" y="53775"/>
                    <a:pt x="35946" y="53775"/>
                  </a:cubicBezTo>
                  <a:cubicBezTo>
                    <a:pt x="35434" y="53787"/>
                    <a:pt x="34934" y="53870"/>
                    <a:pt x="34422" y="53906"/>
                  </a:cubicBezTo>
                  <a:cubicBezTo>
                    <a:pt x="33600" y="53942"/>
                    <a:pt x="32790" y="54109"/>
                    <a:pt x="31957" y="54109"/>
                  </a:cubicBezTo>
                  <a:cubicBezTo>
                    <a:pt x="31207" y="54109"/>
                    <a:pt x="30445" y="54120"/>
                    <a:pt x="29695" y="54156"/>
                  </a:cubicBezTo>
                  <a:cubicBezTo>
                    <a:pt x="29004" y="54192"/>
                    <a:pt x="28302" y="54192"/>
                    <a:pt x="27611" y="54287"/>
                  </a:cubicBezTo>
                  <a:cubicBezTo>
                    <a:pt x="27449" y="54309"/>
                    <a:pt x="27273" y="54316"/>
                    <a:pt x="27093" y="54316"/>
                  </a:cubicBezTo>
                  <a:cubicBezTo>
                    <a:pt x="26875" y="54316"/>
                    <a:pt x="26653" y="54306"/>
                    <a:pt x="26444" y="54299"/>
                  </a:cubicBezTo>
                  <a:cubicBezTo>
                    <a:pt x="26219" y="54292"/>
                    <a:pt x="23528" y="54278"/>
                    <a:pt x="21199" y="54278"/>
                  </a:cubicBezTo>
                  <a:cubicBezTo>
                    <a:pt x="19471" y="54278"/>
                    <a:pt x="17942" y="54286"/>
                    <a:pt x="17765" y="54311"/>
                  </a:cubicBezTo>
                  <a:cubicBezTo>
                    <a:pt x="17653" y="54328"/>
                    <a:pt x="17346" y="54335"/>
                    <a:pt x="16927" y="54335"/>
                  </a:cubicBezTo>
                  <a:cubicBezTo>
                    <a:pt x="15336" y="54335"/>
                    <a:pt x="12119" y="54235"/>
                    <a:pt x="11704" y="54216"/>
                  </a:cubicBezTo>
                  <a:cubicBezTo>
                    <a:pt x="11400" y="54216"/>
                    <a:pt x="11118" y="54109"/>
                    <a:pt x="10810" y="54109"/>
                  </a:cubicBezTo>
                  <a:cubicBezTo>
                    <a:pt x="10733" y="54109"/>
                    <a:pt x="10654" y="54116"/>
                    <a:pt x="10573" y="54132"/>
                  </a:cubicBezTo>
                  <a:cubicBezTo>
                    <a:pt x="10546" y="54137"/>
                    <a:pt x="10517" y="54139"/>
                    <a:pt x="10488" y="54139"/>
                  </a:cubicBezTo>
                  <a:cubicBezTo>
                    <a:pt x="10284" y="54139"/>
                    <a:pt x="10028" y="54043"/>
                    <a:pt x="9799" y="54001"/>
                  </a:cubicBezTo>
                  <a:cubicBezTo>
                    <a:pt x="8847" y="53811"/>
                    <a:pt x="7894" y="53787"/>
                    <a:pt x="6918" y="53751"/>
                  </a:cubicBezTo>
                  <a:cubicBezTo>
                    <a:pt x="6216" y="53716"/>
                    <a:pt x="5454" y="53799"/>
                    <a:pt x="4799" y="53549"/>
                  </a:cubicBezTo>
                  <a:cubicBezTo>
                    <a:pt x="4192" y="53311"/>
                    <a:pt x="3561" y="53037"/>
                    <a:pt x="3025" y="52608"/>
                  </a:cubicBezTo>
                  <a:cubicBezTo>
                    <a:pt x="2537" y="52227"/>
                    <a:pt x="2299" y="51715"/>
                    <a:pt x="2013" y="51203"/>
                  </a:cubicBezTo>
                  <a:cubicBezTo>
                    <a:pt x="1429" y="50168"/>
                    <a:pt x="1548" y="48989"/>
                    <a:pt x="1382" y="47882"/>
                  </a:cubicBezTo>
                  <a:cubicBezTo>
                    <a:pt x="1263" y="46989"/>
                    <a:pt x="1275" y="46060"/>
                    <a:pt x="1286" y="45143"/>
                  </a:cubicBezTo>
                  <a:cubicBezTo>
                    <a:pt x="1298" y="44453"/>
                    <a:pt x="1227" y="43738"/>
                    <a:pt x="1227" y="43036"/>
                  </a:cubicBezTo>
                  <a:cubicBezTo>
                    <a:pt x="1215" y="42476"/>
                    <a:pt x="1191" y="41917"/>
                    <a:pt x="1191" y="41369"/>
                  </a:cubicBezTo>
                  <a:cubicBezTo>
                    <a:pt x="1203" y="40952"/>
                    <a:pt x="1191" y="40524"/>
                    <a:pt x="1179" y="40095"/>
                  </a:cubicBezTo>
                  <a:cubicBezTo>
                    <a:pt x="1132" y="38904"/>
                    <a:pt x="1036" y="37714"/>
                    <a:pt x="1025" y="36523"/>
                  </a:cubicBezTo>
                  <a:cubicBezTo>
                    <a:pt x="1013" y="35059"/>
                    <a:pt x="1096" y="33594"/>
                    <a:pt x="1108" y="32130"/>
                  </a:cubicBezTo>
                  <a:cubicBezTo>
                    <a:pt x="1120" y="31260"/>
                    <a:pt x="1156" y="30391"/>
                    <a:pt x="1167" y="29534"/>
                  </a:cubicBezTo>
                  <a:cubicBezTo>
                    <a:pt x="1167" y="28451"/>
                    <a:pt x="1275" y="27379"/>
                    <a:pt x="1275" y="26296"/>
                  </a:cubicBezTo>
                  <a:cubicBezTo>
                    <a:pt x="1286" y="25248"/>
                    <a:pt x="1334" y="24188"/>
                    <a:pt x="1382" y="23140"/>
                  </a:cubicBezTo>
                  <a:cubicBezTo>
                    <a:pt x="1417" y="22497"/>
                    <a:pt x="1417" y="21843"/>
                    <a:pt x="1382" y="21188"/>
                  </a:cubicBezTo>
                  <a:cubicBezTo>
                    <a:pt x="1358" y="20628"/>
                    <a:pt x="1394" y="20045"/>
                    <a:pt x="1441" y="19473"/>
                  </a:cubicBezTo>
                  <a:cubicBezTo>
                    <a:pt x="1477" y="19069"/>
                    <a:pt x="1417" y="18676"/>
                    <a:pt x="1441" y="18271"/>
                  </a:cubicBezTo>
                  <a:cubicBezTo>
                    <a:pt x="1465" y="17783"/>
                    <a:pt x="1525" y="17306"/>
                    <a:pt x="1513" y="16818"/>
                  </a:cubicBezTo>
                  <a:cubicBezTo>
                    <a:pt x="1513" y="16271"/>
                    <a:pt x="1548" y="15735"/>
                    <a:pt x="1513" y="15199"/>
                  </a:cubicBezTo>
                  <a:cubicBezTo>
                    <a:pt x="1489" y="14770"/>
                    <a:pt x="1656" y="14377"/>
                    <a:pt x="1596" y="13973"/>
                  </a:cubicBezTo>
                  <a:cubicBezTo>
                    <a:pt x="1584" y="13806"/>
                    <a:pt x="1763" y="13770"/>
                    <a:pt x="1846" y="13758"/>
                  </a:cubicBezTo>
                  <a:cubicBezTo>
                    <a:pt x="2560" y="13735"/>
                    <a:pt x="3251" y="13592"/>
                    <a:pt x="3953" y="13556"/>
                  </a:cubicBezTo>
                  <a:cubicBezTo>
                    <a:pt x="4787" y="13520"/>
                    <a:pt x="5620" y="13342"/>
                    <a:pt x="6454" y="13318"/>
                  </a:cubicBezTo>
                  <a:cubicBezTo>
                    <a:pt x="7266" y="13307"/>
                    <a:pt x="8089" y="13210"/>
                    <a:pt x="8902" y="13210"/>
                  </a:cubicBezTo>
                  <a:cubicBezTo>
                    <a:pt x="8947" y="13210"/>
                    <a:pt x="8992" y="13210"/>
                    <a:pt x="9037" y="13211"/>
                  </a:cubicBezTo>
                  <a:cubicBezTo>
                    <a:pt x="9069" y="13211"/>
                    <a:pt x="9100" y="13211"/>
                    <a:pt x="9131" y="13211"/>
                  </a:cubicBezTo>
                  <a:cubicBezTo>
                    <a:pt x="9775" y="13211"/>
                    <a:pt x="10412" y="13120"/>
                    <a:pt x="11048" y="13120"/>
                  </a:cubicBezTo>
                  <a:close/>
                  <a:moveTo>
                    <a:pt x="32967" y="0"/>
                  </a:moveTo>
                  <a:cubicBezTo>
                    <a:pt x="32866" y="0"/>
                    <a:pt x="32762" y="15"/>
                    <a:pt x="32671" y="30"/>
                  </a:cubicBezTo>
                  <a:cubicBezTo>
                    <a:pt x="32414" y="73"/>
                    <a:pt x="32153" y="82"/>
                    <a:pt x="31892" y="82"/>
                  </a:cubicBezTo>
                  <a:cubicBezTo>
                    <a:pt x="31718" y="82"/>
                    <a:pt x="31545" y="78"/>
                    <a:pt x="31374" y="78"/>
                  </a:cubicBezTo>
                  <a:cubicBezTo>
                    <a:pt x="30979" y="78"/>
                    <a:pt x="30579" y="134"/>
                    <a:pt x="30185" y="134"/>
                  </a:cubicBezTo>
                  <a:cubicBezTo>
                    <a:pt x="30032" y="134"/>
                    <a:pt x="29881" y="125"/>
                    <a:pt x="29731" y="102"/>
                  </a:cubicBezTo>
                  <a:cubicBezTo>
                    <a:pt x="29689" y="96"/>
                    <a:pt x="29648" y="94"/>
                    <a:pt x="29607" y="94"/>
                  </a:cubicBezTo>
                  <a:cubicBezTo>
                    <a:pt x="29265" y="94"/>
                    <a:pt x="28932" y="261"/>
                    <a:pt x="28598" y="261"/>
                  </a:cubicBezTo>
                  <a:cubicBezTo>
                    <a:pt x="28440" y="261"/>
                    <a:pt x="28282" y="223"/>
                    <a:pt x="28123" y="114"/>
                  </a:cubicBezTo>
                  <a:cubicBezTo>
                    <a:pt x="28111" y="102"/>
                    <a:pt x="28090" y="96"/>
                    <a:pt x="28068" y="96"/>
                  </a:cubicBezTo>
                  <a:cubicBezTo>
                    <a:pt x="28046" y="96"/>
                    <a:pt x="28022" y="102"/>
                    <a:pt x="28004" y="114"/>
                  </a:cubicBezTo>
                  <a:cubicBezTo>
                    <a:pt x="27806" y="211"/>
                    <a:pt x="27601" y="235"/>
                    <a:pt x="27394" y="235"/>
                  </a:cubicBezTo>
                  <a:cubicBezTo>
                    <a:pt x="27191" y="235"/>
                    <a:pt x="26984" y="211"/>
                    <a:pt x="26778" y="211"/>
                  </a:cubicBezTo>
                  <a:cubicBezTo>
                    <a:pt x="26679" y="211"/>
                    <a:pt x="26579" y="217"/>
                    <a:pt x="26480" y="233"/>
                  </a:cubicBezTo>
                  <a:cubicBezTo>
                    <a:pt x="26218" y="269"/>
                    <a:pt x="18491" y="292"/>
                    <a:pt x="18217" y="304"/>
                  </a:cubicBezTo>
                  <a:cubicBezTo>
                    <a:pt x="18126" y="306"/>
                    <a:pt x="17919" y="307"/>
                    <a:pt x="17635" y="307"/>
                  </a:cubicBezTo>
                  <a:cubicBezTo>
                    <a:pt x="16913" y="307"/>
                    <a:pt x="15691" y="302"/>
                    <a:pt x="14567" y="302"/>
                  </a:cubicBezTo>
                  <a:cubicBezTo>
                    <a:pt x="13370" y="302"/>
                    <a:pt x="12285" y="307"/>
                    <a:pt x="12038" y="328"/>
                  </a:cubicBezTo>
                  <a:cubicBezTo>
                    <a:pt x="11865" y="346"/>
                    <a:pt x="11693" y="346"/>
                    <a:pt x="11520" y="346"/>
                  </a:cubicBezTo>
                  <a:cubicBezTo>
                    <a:pt x="11347" y="346"/>
                    <a:pt x="11175" y="346"/>
                    <a:pt x="11002" y="364"/>
                  </a:cubicBezTo>
                  <a:cubicBezTo>
                    <a:pt x="10805" y="388"/>
                    <a:pt x="10613" y="487"/>
                    <a:pt x="10416" y="487"/>
                  </a:cubicBezTo>
                  <a:cubicBezTo>
                    <a:pt x="10327" y="487"/>
                    <a:pt x="10237" y="467"/>
                    <a:pt x="10145" y="411"/>
                  </a:cubicBezTo>
                  <a:cubicBezTo>
                    <a:pt x="10130" y="401"/>
                    <a:pt x="10108" y="398"/>
                    <a:pt x="10085" y="398"/>
                  </a:cubicBezTo>
                  <a:cubicBezTo>
                    <a:pt x="10053" y="398"/>
                    <a:pt x="10017" y="405"/>
                    <a:pt x="9990" y="411"/>
                  </a:cubicBezTo>
                  <a:cubicBezTo>
                    <a:pt x="9430" y="590"/>
                    <a:pt x="8823" y="638"/>
                    <a:pt x="8264" y="673"/>
                  </a:cubicBezTo>
                  <a:cubicBezTo>
                    <a:pt x="7754" y="715"/>
                    <a:pt x="7280" y="939"/>
                    <a:pt x="6779" y="939"/>
                  </a:cubicBezTo>
                  <a:cubicBezTo>
                    <a:pt x="6707" y="939"/>
                    <a:pt x="6634" y="934"/>
                    <a:pt x="6561" y="923"/>
                  </a:cubicBezTo>
                  <a:cubicBezTo>
                    <a:pt x="6557" y="923"/>
                    <a:pt x="6553" y="922"/>
                    <a:pt x="6549" y="922"/>
                  </a:cubicBezTo>
                  <a:cubicBezTo>
                    <a:pt x="6496" y="922"/>
                    <a:pt x="6394" y="986"/>
                    <a:pt x="6394" y="1019"/>
                  </a:cubicBezTo>
                  <a:cubicBezTo>
                    <a:pt x="6394" y="1161"/>
                    <a:pt x="6331" y="1187"/>
                    <a:pt x="6256" y="1187"/>
                  </a:cubicBezTo>
                  <a:cubicBezTo>
                    <a:pt x="6212" y="1187"/>
                    <a:pt x="6165" y="1179"/>
                    <a:pt x="6123" y="1179"/>
                  </a:cubicBezTo>
                  <a:cubicBezTo>
                    <a:pt x="6105" y="1179"/>
                    <a:pt x="6088" y="1180"/>
                    <a:pt x="6073" y="1185"/>
                  </a:cubicBezTo>
                  <a:cubicBezTo>
                    <a:pt x="5728" y="1293"/>
                    <a:pt x="5358" y="1197"/>
                    <a:pt x="5013" y="1400"/>
                  </a:cubicBezTo>
                  <a:cubicBezTo>
                    <a:pt x="4927" y="1454"/>
                    <a:pt x="4841" y="1595"/>
                    <a:pt x="4693" y="1595"/>
                  </a:cubicBezTo>
                  <a:cubicBezTo>
                    <a:pt x="4677" y="1595"/>
                    <a:pt x="4661" y="1594"/>
                    <a:pt x="4644" y="1590"/>
                  </a:cubicBezTo>
                  <a:cubicBezTo>
                    <a:pt x="4598" y="1580"/>
                    <a:pt x="4553" y="1576"/>
                    <a:pt x="4509" y="1576"/>
                  </a:cubicBezTo>
                  <a:cubicBezTo>
                    <a:pt x="4228" y="1576"/>
                    <a:pt x="3975" y="1753"/>
                    <a:pt x="3811" y="1876"/>
                  </a:cubicBezTo>
                  <a:cubicBezTo>
                    <a:pt x="3394" y="2174"/>
                    <a:pt x="2894" y="2352"/>
                    <a:pt x="2525" y="2769"/>
                  </a:cubicBezTo>
                  <a:cubicBezTo>
                    <a:pt x="2179" y="3150"/>
                    <a:pt x="1787" y="3471"/>
                    <a:pt x="1572" y="3948"/>
                  </a:cubicBezTo>
                  <a:cubicBezTo>
                    <a:pt x="1144" y="4912"/>
                    <a:pt x="965" y="5936"/>
                    <a:pt x="1013" y="6996"/>
                  </a:cubicBezTo>
                  <a:cubicBezTo>
                    <a:pt x="1036" y="7281"/>
                    <a:pt x="1096" y="7615"/>
                    <a:pt x="977" y="7853"/>
                  </a:cubicBezTo>
                  <a:cubicBezTo>
                    <a:pt x="798" y="8234"/>
                    <a:pt x="1072" y="8615"/>
                    <a:pt x="870" y="9008"/>
                  </a:cubicBezTo>
                  <a:cubicBezTo>
                    <a:pt x="763" y="9222"/>
                    <a:pt x="858" y="9567"/>
                    <a:pt x="905" y="9853"/>
                  </a:cubicBezTo>
                  <a:cubicBezTo>
                    <a:pt x="965" y="10139"/>
                    <a:pt x="679" y="10329"/>
                    <a:pt x="739" y="10567"/>
                  </a:cubicBezTo>
                  <a:cubicBezTo>
                    <a:pt x="870" y="11163"/>
                    <a:pt x="667" y="11758"/>
                    <a:pt x="775" y="12353"/>
                  </a:cubicBezTo>
                  <a:cubicBezTo>
                    <a:pt x="822" y="12639"/>
                    <a:pt x="810" y="12996"/>
                    <a:pt x="620" y="13223"/>
                  </a:cubicBezTo>
                  <a:cubicBezTo>
                    <a:pt x="417" y="13461"/>
                    <a:pt x="465" y="13604"/>
                    <a:pt x="632" y="13782"/>
                  </a:cubicBezTo>
                  <a:cubicBezTo>
                    <a:pt x="691" y="13842"/>
                    <a:pt x="667" y="13913"/>
                    <a:pt x="691" y="13961"/>
                  </a:cubicBezTo>
                  <a:cubicBezTo>
                    <a:pt x="834" y="14211"/>
                    <a:pt x="560" y="14413"/>
                    <a:pt x="608" y="14592"/>
                  </a:cubicBezTo>
                  <a:cubicBezTo>
                    <a:pt x="751" y="15187"/>
                    <a:pt x="644" y="15759"/>
                    <a:pt x="620" y="16330"/>
                  </a:cubicBezTo>
                  <a:cubicBezTo>
                    <a:pt x="596" y="16866"/>
                    <a:pt x="715" y="17414"/>
                    <a:pt x="572" y="17937"/>
                  </a:cubicBezTo>
                  <a:cubicBezTo>
                    <a:pt x="501" y="18235"/>
                    <a:pt x="620" y="18533"/>
                    <a:pt x="572" y="18830"/>
                  </a:cubicBezTo>
                  <a:cubicBezTo>
                    <a:pt x="560" y="18985"/>
                    <a:pt x="501" y="19164"/>
                    <a:pt x="524" y="19342"/>
                  </a:cubicBezTo>
                  <a:cubicBezTo>
                    <a:pt x="572" y="19580"/>
                    <a:pt x="620" y="19842"/>
                    <a:pt x="584" y="20081"/>
                  </a:cubicBezTo>
                  <a:cubicBezTo>
                    <a:pt x="513" y="20545"/>
                    <a:pt x="441" y="21021"/>
                    <a:pt x="489" y="21450"/>
                  </a:cubicBezTo>
                  <a:cubicBezTo>
                    <a:pt x="536" y="21890"/>
                    <a:pt x="417" y="22307"/>
                    <a:pt x="477" y="22736"/>
                  </a:cubicBezTo>
                  <a:cubicBezTo>
                    <a:pt x="536" y="23164"/>
                    <a:pt x="394" y="23617"/>
                    <a:pt x="453" y="24010"/>
                  </a:cubicBezTo>
                  <a:cubicBezTo>
                    <a:pt x="501" y="24367"/>
                    <a:pt x="286" y="24724"/>
                    <a:pt x="465" y="25093"/>
                  </a:cubicBezTo>
                  <a:cubicBezTo>
                    <a:pt x="513" y="25176"/>
                    <a:pt x="548" y="25403"/>
                    <a:pt x="477" y="25569"/>
                  </a:cubicBezTo>
                  <a:cubicBezTo>
                    <a:pt x="298" y="26034"/>
                    <a:pt x="501" y="26534"/>
                    <a:pt x="370" y="27010"/>
                  </a:cubicBezTo>
                  <a:cubicBezTo>
                    <a:pt x="298" y="27284"/>
                    <a:pt x="429" y="27581"/>
                    <a:pt x="394" y="27891"/>
                  </a:cubicBezTo>
                  <a:cubicBezTo>
                    <a:pt x="358" y="28129"/>
                    <a:pt x="215" y="28343"/>
                    <a:pt x="239" y="28593"/>
                  </a:cubicBezTo>
                  <a:cubicBezTo>
                    <a:pt x="310" y="29201"/>
                    <a:pt x="203" y="29796"/>
                    <a:pt x="227" y="30391"/>
                  </a:cubicBezTo>
                  <a:cubicBezTo>
                    <a:pt x="263" y="31058"/>
                    <a:pt x="179" y="31737"/>
                    <a:pt x="203" y="32415"/>
                  </a:cubicBezTo>
                  <a:cubicBezTo>
                    <a:pt x="215" y="32939"/>
                    <a:pt x="286" y="33475"/>
                    <a:pt x="215" y="33987"/>
                  </a:cubicBezTo>
                  <a:cubicBezTo>
                    <a:pt x="143" y="34487"/>
                    <a:pt x="215" y="34963"/>
                    <a:pt x="191" y="35440"/>
                  </a:cubicBezTo>
                  <a:cubicBezTo>
                    <a:pt x="179" y="35582"/>
                    <a:pt x="263" y="35690"/>
                    <a:pt x="227" y="35785"/>
                  </a:cubicBezTo>
                  <a:cubicBezTo>
                    <a:pt x="48" y="36273"/>
                    <a:pt x="143" y="36785"/>
                    <a:pt x="143" y="37261"/>
                  </a:cubicBezTo>
                  <a:cubicBezTo>
                    <a:pt x="155" y="38273"/>
                    <a:pt x="203" y="39297"/>
                    <a:pt x="298" y="40321"/>
                  </a:cubicBezTo>
                  <a:cubicBezTo>
                    <a:pt x="322" y="40476"/>
                    <a:pt x="465" y="40666"/>
                    <a:pt x="405" y="40690"/>
                  </a:cubicBezTo>
                  <a:cubicBezTo>
                    <a:pt x="1" y="40869"/>
                    <a:pt x="632" y="41274"/>
                    <a:pt x="227" y="41440"/>
                  </a:cubicBezTo>
                  <a:cubicBezTo>
                    <a:pt x="191" y="41452"/>
                    <a:pt x="334" y="41631"/>
                    <a:pt x="382" y="41738"/>
                  </a:cubicBezTo>
                  <a:cubicBezTo>
                    <a:pt x="432" y="41839"/>
                    <a:pt x="420" y="41868"/>
                    <a:pt x="387" y="41868"/>
                  </a:cubicBezTo>
                  <a:cubicBezTo>
                    <a:pt x="339" y="41868"/>
                    <a:pt x="246" y="41805"/>
                    <a:pt x="231" y="41805"/>
                  </a:cubicBezTo>
                  <a:cubicBezTo>
                    <a:pt x="227" y="41805"/>
                    <a:pt x="229" y="41810"/>
                    <a:pt x="239" y="41821"/>
                  </a:cubicBezTo>
                  <a:cubicBezTo>
                    <a:pt x="441" y="42059"/>
                    <a:pt x="263" y="42321"/>
                    <a:pt x="322" y="42524"/>
                  </a:cubicBezTo>
                  <a:cubicBezTo>
                    <a:pt x="429" y="42917"/>
                    <a:pt x="382" y="43310"/>
                    <a:pt x="417" y="43702"/>
                  </a:cubicBezTo>
                  <a:cubicBezTo>
                    <a:pt x="489" y="44536"/>
                    <a:pt x="453" y="45393"/>
                    <a:pt x="417" y="46239"/>
                  </a:cubicBezTo>
                  <a:cubicBezTo>
                    <a:pt x="382" y="46929"/>
                    <a:pt x="536" y="47596"/>
                    <a:pt x="560" y="48274"/>
                  </a:cubicBezTo>
                  <a:cubicBezTo>
                    <a:pt x="572" y="48560"/>
                    <a:pt x="715" y="48834"/>
                    <a:pt x="715" y="49072"/>
                  </a:cubicBezTo>
                  <a:cubicBezTo>
                    <a:pt x="679" y="50037"/>
                    <a:pt x="929" y="50906"/>
                    <a:pt x="1370" y="51739"/>
                  </a:cubicBezTo>
                  <a:cubicBezTo>
                    <a:pt x="1501" y="51977"/>
                    <a:pt x="1727" y="52239"/>
                    <a:pt x="1763" y="52406"/>
                  </a:cubicBezTo>
                  <a:cubicBezTo>
                    <a:pt x="1834" y="52811"/>
                    <a:pt x="2132" y="53001"/>
                    <a:pt x="2346" y="53192"/>
                  </a:cubicBezTo>
                  <a:cubicBezTo>
                    <a:pt x="2632" y="53454"/>
                    <a:pt x="3013" y="53668"/>
                    <a:pt x="3358" y="53882"/>
                  </a:cubicBezTo>
                  <a:cubicBezTo>
                    <a:pt x="3420" y="53919"/>
                    <a:pt x="3479" y="53926"/>
                    <a:pt x="3537" y="53926"/>
                  </a:cubicBezTo>
                  <a:cubicBezTo>
                    <a:pt x="3575" y="53926"/>
                    <a:pt x="3612" y="53923"/>
                    <a:pt x="3647" y="53923"/>
                  </a:cubicBezTo>
                  <a:cubicBezTo>
                    <a:pt x="3715" y="53923"/>
                    <a:pt x="3778" y="53935"/>
                    <a:pt x="3834" y="54001"/>
                  </a:cubicBezTo>
                  <a:cubicBezTo>
                    <a:pt x="4275" y="54549"/>
                    <a:pt x="4966" y="54418"/>
                    <a:pt x="5537" y="54597"/>
                  </a:cubicBezTo>
                  <a:cubicBezTo>
                    <a:pt x="5606" y="54617"/>
                    <a:pt x="5676" y="54625"/>
                    <a:pt x="5749" y="54625"/>
                  </a:cubicBezTo>
                  <a:cubicBezTo>
                    <a:pt x="5994" y="54625"/>
                    <a:pt x="6257" y="54535"/>
                    <a:pt x="6516" y="54535"/>
                  </a:cubicBezTo>
                  <a:cubicBezTo>
                    <a:pt x="6539" y="54535"/>
                    <a:pt x="6562" y="54536"/>
                    <a:pt x="6585" y="54537"/>
                  </a:cubicBezTo>
                  <a:cubicBezTo>
                    <a:pt x="6971" y="54559"/>
                    <a:pt x="7357" y="54648"/>
                    <a:pt x="7761" y="54648"/>
                  </a:cubicBezTo>
                  <a:cubicBezTo>
                    <a:pt x="7805" y="54648"/>
                    <a:pt x="7850" y="54647"/>
                    <a:pt x="7894" y="54644"/>
                  </a:cubicBezTo>
                  <a:cubicBezTo>
                    <a:pt x="7935" y="54642"/>
                    <a:pt x="7976" y="54640"/>
                    <a:pt x="8016" y="54640"/>
                  </a:cubicBezTo>
                  <a:cubicBezTo>
                    <a:pt x="8535" y="54640"/>
                    <a:pt x="9055" y="54838"/>
                    <a:pt x="9585" y="54882"/>
                  </a:cubicBezTo>
                  <a:cubicBezTo>
                    <a:pt x="9767" y="54905"/>
                    <a:pt x="9917" y="55026"/>
                    <a:pt x="10034" y="55026"/>
                  </a:cubicBezTo>
                  <a:cubicBezTo>
                    <a:pt x="10039" y="55026"/>
                    <a:pt x="10044" y="55026"/>
                    <a:pt x="10049" y="55025"/>
                  </a:cubicBezTo>
                  <a:cubicBezTo>
                    <a:pt x="10218" y="55016"/>
                    <a:pt x="10390" y="55010"/>
                    <a:pt x="10561" y="55010"/>
                  </a:cubicBezTo>
                  <a:cubicBezTo>
                    <a:pt x="11028" y="55010"/>
                    <a:pt x="11491" y="55056"/>
                    <a:pt x="11883" y="55204"/>
                  </a:cubicBezTo>
                  <a:cubicBezTo>
                    <a:pt x="11991" y="55242"/>
                    <a:pt x="12298" y="55254"/>
                    <a:pt x="12720" y="55254"/>
                  </a:cubicBezTo>
                  <a:cubicBezTo>
                    <a:pt x="13596" y="55254"/>
                    <a:pt x="14965" y="55199"/>
                    <a:pt x="16064" y="55199"/>
                  </a:cubicBezTo>
                  <a:cubicBezTo>
                    <a:pt x="16937" y="55199"/>
                    <a:pt x="17639" y="55234"/>
                    <a:pt x="17789" y="55359"/>
                  </a:cubicBezTo>
                  <a:cubicBezTo>
                    <a:pt x="17800" y="55359"/>
                    <a:pt x="17848" y="55335"/>
                    <a:pt x="17860" y="55323"/>
                  </a:cubicBezTo>
                  <a:cubicBezTo>
                    <a:pt x="17919" y="55272"/>
                    <a:pt x="18397" y="55255"/>
                    <a:pt x="19096" y="55255"/>
                  </a:cubicBezTo>
                  <a:cubicBezTo>
                    <a:pt x="20624" y="55255"/>
                    <a:pt x="23207" y="55338"/>
                    <a:pt x="24774" y="55338"/>
                  </a:cubicBezTo>
                  <a:cubicBezTo>
                    <a:pt x="25521" y="55338"/>
                    <a:pt x="26037" y="55319"/>
                    <a:pt x="26099" y="55263"/>
                  </a:cubicBezTo>
                  <a:cubicBezTo>
                    <a:pt x="26129" y="55315"/>
                    <a:pt x="26159" y="55332"/>
                    <a:pt x="26190" y="55332"/>
                  </a:cubicBezTo>
                  <a:cubicBezTo>
                    <a:pt x="26259" y="55332"/>
                    <a:pt x="26331" y="55243"/>
                    <a:pt x="26412" y="55243"/>
                  </a:cubicBezTo>
                  <a:cubicBezTo>
                    <a:pt x="26438" y="55243"/>
                    <a:pt x="26464" y="55252"/>
                    <a:pt x="26492" y="55275"/>
                  </a:cubicBezTo>
                  <a:cubicBezTo>
                    <a:pt x="26594" y="55366"/>
                    <a:pt x="26703" y="55405"/>
                    <a:pt x="26815" y="55405"/>
                  </a:cubicBezTo>
                  <a:cubicBezTo>
                    <a:pt x="26938" y="55405"/>
                    <a:pt x="27064" y="55357"/>
                    <a:pt x="27183" y="55275"/>
                  </a:cubicBezTo>
                  <a:cubicBezTo>
                    <a:pt x="27268" y="55211"/>
                    <a:pt x="27375" y="55172"/>
                    <a:pt x="27471" y="55172"/>
                  </a:cubicBezTo>
                  <a:cubicBezTo>
                    <a:pt x="27534" y="55172"/>
                    <a:pt x="27592" y="55190"/>
                    <a:pt x="27635" y="55228"/>
                  </a:cubicBezTo>
                  <a:cubicBezTo>
                    <a:pt x="27718" y="55300"/>
                    <a:pt x="27793" y="55323"/>
                    <a:pt x="27867" y="55323"/>
                  </a:cubicBezTo>
                  <a:cubicBezTo>
                    <a:pt x="27964" y="55323"/>
                    <a:pt x="28058" y="55284"/>
                    <a:pt x="28159" y="55263"/>
                  </a:cubicBezTo>
                  <a:cubicBezTo>
                    <a:pt x="28248" y="55241"/>
                    <a:pt x="28359" y="55214"/>
                    <a:pt x="28451" y="55214"/>
                  </a:cubicBezTo>
                  <a:cubicBezTo>
                    <a:pt x="28507" y="55214"/>
                    <a:pt x="28556" y="55224"/>
                    <a:pt x="28588" y="55252"/>
                  </a:cubicBezTo>
                  <a:cubicBezTo>
                    <a:pt x="28656" y="55308"/>
                    <a:pt x="28718" y="55329"/>
                    <a:pt x="28775" y="55329"/>
                  </a:cubicBezTo>
                  <a:cubicBezTo>
                    <a:pt x="28887" y="55329"/>
                    <a:pt x="28977" y="55247"/>
                    <a:pt x="29040" y="55192"/>
                  </a:cubicBezTo>
                  <a:cubicBezTo>
                    <a:pt x="29127" y="55110"/>
                    <a:pt x="29212" y="55081"/>
                    <a:pt x="29294" y="55081"/>
                  </a:cubicBezTo>
                  <a:cubicBezTo>
                    <a:pt x="29404" y="55081"/>
                    <a:pt x="29510" y="55133"/>
                    <a:pt x="29611" y="55180"/>
                  </a:cubicBezTo>
                  <a:cubicBezTo>
                    <a:pt x="29838" y="55263"/>
                    <a:pt x="30076" y="55204"/>
                    <a:pt x="30302" y="55252"/>
                  </a:cubicBezTo>
                  <a:cubicBezTo>
                    <a:pt x="30243" y="55067"/>
                    <a:pt x="30322" y="55021"/>
                    <a:pt x="30409" y="55021"/>
                  </a:cubicBezTo>
                  <a:cubicBezTo>
                    <a:pt x="30479" y="55021"/>
                    <a:pt x="30553" y="55050"/>
                    <a:pt x="30564" y="55061"/>
                  </a:cubicBezTo>
                  <a:cubicBezTo>
                    <a:pt x="30639" y="55146"/>
                    <a:pt x="30733" y="55160"/>
                    <a:pt x="30830" y="55160"/>
                  </a:cubicBezTo>
                  <a:cubicBezTo>
                    <a:pt x="30878" y="55160"/>
                    <a:pt x="30928" y="55156"/>
                    <a:pt x="30976" y="55156"/>
                  </a:cubicBezTo>
                  <a:cubicBezTo>
                    <a:pt x="31075" y="55156"/>
                    <a:pt x="31170" y="55171"/>
                    <a:pt x="31243" y="55263"/>
                  </a:cubicBezTo>
                  <a:cubicBezTo>
                    <a:pt x="31246" y="55265"/>
                    <a:pt x="31252" y="55266"/>
                    <a:pt x="31259" y="55266"/>
                  </a:cubicBezTo>
                  <a:cubicBezTo>
                    <a:pt x="31301" y="55266"/>
                    <a:pt x="31396" y="55232"/>
                    <a:pt x="31385" y="55121"/>
                  </a:cubicBezTo>
                  <a:cubicBezTo>
                    <a:pt x="31385" y="55085"/>
                    <a:pt x="31399" y="55023"/>
                    <a:pt x="31449" y="55023"/>
                  </a:cubicBezTo>
                  <a:cubicBezTo>
                    <a:pt x="31467" y="55023"/>
                    <a:pt x="31489" y="55031"/>
                    <a:pt x="31516" y="55049"/>
                  </a:cubicBezTo>
                  <a:cubicBezTo>
                    <a:pt x="31663" y="55151"/>
                    <a:pt x="31818" y="55184"/>
                    <a:pt x="31975" y="55184"/>
                  </a:cubicBezTo>
                  <a:cubicBezTo>
                    <a:pt x="32239" y="55184"/>
                    <a:pt x="32508" y="55092"/>
                    <a:pt x="32755" y="55085"/>
                  </a:cubicBezTo>
                  <a:cubicBezTo>
                    <a:pt x="33279" y="55073"/>
                    <a:pt x="33826" y="55061"/>
                    <a:pt x="34362" y="54990"/>
                  </a:cubicBezTo>
                  <a:cubicBezTo>
                    <a:pt x="34475" y="54969"/>
                    <a:pt x="34587" y="54913"/>
                    <a:pt x="34692" y="54913"/>
                  </a:cubicBezTo>
                  <a:cubicBezTo>
                    <a:pt x="34710" y="54913"/>
                    <a:pt x="34726" y="54915"/>
                    <a:pt x="34743" y="54918"/>
                  </a:cubicBezTo>
                  <a:cubicBezTo>
                    <a:pt x="34818" y="54936"/>
                    <a:pt x="34892" y="54943"/>
                    <a:pt x="34964" y="54943"/>
                  </a:cubicBezTo>
                  <a:cubicBezTo>
                    <a:pt x="35336" y="54943"/>
                    <a:pt x="35672" y="54748"/>
                    <a:pt x="36041" y="54728"/>
                  </a:cubicBezTo>
                  <a:cubicBezTo>
                    <a:pt x="36094" y="54721"/>
                    <a:pt x="36137" y="54688"/>
                    <a:pt x="36174" y="54688"/>
                  </a:cubicBezTo>
                  <a:cubicBezTo>
                    <a:pt x="36203" y="54688"/>
                    <a:pt x="36229" y="54708"/>
                    <a:pt x="36255" y="54775"/>
                  </a:cubicBezTo>
                  <a:cubicBezTo>
                    <a:pt x="36277" y="54849"/>
                    <a:pt x="36318" y="54882"/>
                    <a:pt x="36371" y="54882"/>
                  </a:cubicBezTo>
                  <a:cubicBezTo>
                    <a:pt x="36403" y="54882"/>
                    <a:pt x="36441" y="54869"/>
                    <a:pt x="36481" y="54847"/>
                  </a:cubicBezTo>
                  <a:cubicBezTo>
                    <a:pt x="36412" y="54729"/>
                    <a:pt x="36431" y="54703"/>
                    <a:pt x="36476" y="54703"/>
                  </a:cubicBezTo>
                  <a:cubicBezTo>
                    <a:pt x="36514" y="54703"/>
                    <a:pt x="36570" y="54721"/>
                    <a:pt x="36608" y="54721"/>
                  </a:cubicBezTo>
                  <a:cubicBezTo>
                    <a:pt x="36627" y="54721"/>
                    <a:pt x="36642" y="54717"/>
                    <a:pt x="36648" y="54704"/>
                  </a:cubicBezTo>
                  <a:cubicBezTo>
                    <a:pt x="36714" y="54743"/>
                    <a:pt x="40394" y="54790"/>
                    <a:pt x="43702" y="54790"/>
                  </a:cubicBezTo>
                  <a:cubicBezTo>
                    <a:pt x="46394" y="54790"/>
                    <a:pt x="48840" y="54759"/>
                    <a:pt x="48888" y="54668"/>
                  </a:cubicBezTo>
                  <a:cubicBezTo>
                    <a:pt x="48904" y="54643"/>
                    <a:pt x="48977" y="54602"/>
                    <a:pt x="49064" y="54602"/>
                  </a:cubicBezTo>
                  <a:cubicBezTo>
                    <a:pt x="49103" y="54602"/>
                    <a:pt x="49145" y="54610"/>
                    <a:pt x="49185" y="54632"/>
                  </a:cubicBezTo>
                  <a:cubicBezTo>
                    <a:pt x="49265" y="54685"/>
                    <a:pt x="49349" y="54702"/>
                    <a:pt x="49436" y="54702"/>
                  </a:cubicBezTo>
                  <a:cubicBezTo>
                    <a:pt x="49605" y="54702"/>
                    <a:pt x="49783" y="54636"/>
                    <a:pt x="49957" y="54636"/>
                  </a:cubicBezTo>
                  <a:cubicBezTo>
                    <a:pt x="50039" y="54636"/>
                    <a:pt x="50119" y="54650"/>
                    <a:pt x="50197" y="54692"/>
                  </a:cubicBezTo>
                  <a:cubicBezTo>
                    <a:pt x="50198" y="54692"/>
                    <a:pt x="50199" y="54692"/>
                    <a:pt x="50199" y="54692"/>
                  </a:cubicBezTo>
                  <a:cubicBezTo>
                    <a:pt x="50223" y="54692"/>
                    <a:pt x="50182" y="54527"/>
                    <a:pt x="50269" y="54527"/>
                  </a:cubicBezTo>
                  <a:cubicBezTo>
                    <a:pt x="50293" y="54527"/>
                    <a:pt x="50328" y="54540"/>
                    <a:pt x="50376" y="54573"/>
                  </a:cubicBezTo>
                  <a:cubicBezTo>
                    <a:pt x="50428" y="54608"/>
                    <a:pt x="50479" y="54624"/>
                    <a:pt x="50533" y="54624"/>
                  </a:cubicBezTo>
                  <a:cubicBezTo>
                    <a:pt x="50625" y="54624"/>
                    <a:pt x="50724" y="54577"/>
                    <a:pt x="50852" y="54501"/>
                  </a:cubicBezTo>
                  <a:cubicBezTo>
                    <a:pt x="50885" y="54482"/>
                    <a:pt x="50940" y="54455"/>
                    <a:pt x="50989" y="54455"/>
                  </a:cubicBezTo>
                  <a:cubicBezTo>
                    <a:pt x="51028" y="54455"/>
                    <a:pt x="51062" y="54472"/>
                    <a:pt x="51078" y="54525"/>
                  </a:cubicBezTo>
                  <a:cubicBezTo>
                    <a:pt x="51099" y="54566"/>
                    <a:pt x="50987" y="54651"/>
                    <a:pt x="51092" y="54651"/>
                  </a:cubicBezTo>
                  <a:cubicBezTo>
                    <a:pt x="51109" y="54651"/>
                    <a:pt x="51132" y="54649"/>
                    <a:pt x="51162" y="54644"/>
                  </a:cubicBezTo>
                  <a:cubicBezTo>
                    <a:pt x="51369" y="54617"/>
                    <a:pt x="51549" y="54433"/>
                    <a:pt x="51759" y="54433"/>
                  </a:cubicBezTo>
                  <a:cubicBezTo>
                    <a:pt x="51826" y="54433"/>
                    <a:pt x="51896" y="54452"/>
                    <a:pt x="51971" y="54501"/>
                  </a:cubicBezTo>
                  <a:cubicBezTo>
                    <a:pt x="52027" y="54296"/>
                    <a:pt x="52145" y="54243"/>
                    <a:pt x="52277" y="54243"/>
                  </a:cubicBezTo>
                  <a:cubicBezTo>
                    <a:pt x="52414" y="54243"/>
                    <a:pt x="52567" y="54301"/>
                    <a:pt x="52679" y="54301"/>
                  </a:cubicBezTo>
                  <a:cubicBezTo>
                    <a:pt x="52690" y="54301"/>
                    <a:pt x="52700" y="54300"/>
                    <a:pt x="52710" y="54299"/>
                  </a:cubicBezTo>
                  <a:cubicBezTo>
                    <a:pt x="53233" y="54228"/>
                    <a:pt x="53650" y="53942"/>
                    <a:pt x="54091" y="53739"/>
                  </a:cubicBezTo>
                  <a:cubicBezTo>
                    <a:pt x="54650" y="53501"/>
                    <a:pt x="55138" y="53085"/>
                    <a:pt x="55650" y="52739"/>
                  </a:cubicBezTo>
                  <a:cubicBezTo>
                    <a:pt x="55972" y="52525"/>
                    <a:pt x="56305" y="52346"/>
                    <a:pt x="56567" y="52061"/>
                  </a:cubicBezTo>
                  <a:cubicBezTo>
                    <a:pt x="56984" y="51596"/>
                    <a:pt x="57163" y="51013"/>
                    <a:pt x="57365" y="50441"/>
                  </a:cubicBezTo>
                  <a:cubicBezTo>
                    <a:pt x="57698" y="49453"/>
                    <a:pt x="57841" y="48441"/>
                    <a:pt x="57936" y="47405"/>
                  </a:cubicBezTo>
                  <a:cubicBezTo>
                    <a:pt x="57972" y="46953"/>
                    <a:pt x="57948" y="46489"/>
                    <a:pt x="58044" y="46036"/>
                  </a:cubicBezTo>
                  <a:cubicBezTo>
                    <a:pt x="58127" y="45691"/>
                    <a:pt x="58020" y="45346"/>
                    <a:pt x="58079" y="44988"/>
                  </a:cubicBezTo>
                  <a:cubicBezTo>
                    <a:pt x="58139" y="44691"/>
                    <a:pt x="58032" y="44369"/>
                    <a:pt x="58044" y="44060"/>
                  </a:cubicBezTo>
                  <a:cubicBezTo>
                    <a:pt x="58055" y="43619"/>
                    <a:pt x="58175" y="43179"/>
                    <a:pt x="58139" y="42750"/>
                  </a:cubicBezTo>
                  <a:cubicBezTo>
                    <a:pt x="58091" y="42000"/>
                    <a:pt x="58175" y="41262"/>
                    <a:pt x="58151" y="40524"/>
                  </a:cubicBezTo>
                  <a:cubicBezTo>
                    <a:pt x="58151" y="40357"/>
                    <a:pt x="58067" y="40154"/>
                    <a:pt x="58091" y="40083"/>
                  </a:cubicBezTo>
                  <a:cubicBezTo>
                    <a:pt x="58317" y="39559"/>
                    <a:pt x="58115" y="39011"/>
                    <a:pt x="58163" y="38476"/>
                  </a:cubicBezTo>
                  <a:cubicBezTo>
                    <a:pt x="58210" y="37916"/>
                    <a:pt x="58079" y="37333"/>
                    <a:pt x="58103" y="36749"/>
                  </a:cubicBezTo>
                  <a:cubicBezTo>
                    <a:pt x="58127" y="36083"/>
                    <a:pt x="57925" y="35404"/>
                    <a:pt x="57948" y="34749"/>
                  </a:cubicBezTo>
                  <a:cubicBezTo>
                    <a:pt x="57972" y="33927"/>
                    <a:pt x="57782" y="33118"/>
                    <a:pt x="57853" y="32296"/>
                  </a:cubicBezTo>
                  <a:cubicBezTo>
                    <a:pt x="57913" y="31618"/>
                    <a:pt x="57805" y="30939"/>
                    <a:pt x="57805" y="30260"/>
                  </a:cubicBezTo>
                  <a:cubicBezTo>
                    <a:pt x="57794" y="29891"/>
                    <a:pt x="57770" y="29510"/>
                    <a:pt x="57794" y="29141"/>
                  </a:cubicBezTo>
                  <a:cubicBezTo>
                    <a:pt x="57829" y="28486"/>
                    <a:pt x="57805" y="27843"/>
                    <a:pt x="57746" y="27189"/>
                  </a:cubicBezTo>
                  <a:cubicBezTo>
                    <a:pt x="57710" y="26748"/>
                    <a:pt x="57591" y="26307"/>
                    <a:pt x="57829" y="25891"/>
                  </a:cubicBezTo>
                  <a:cubicBezTo>
                    <a:pt x="57877" y="25807"/>
                    <a:pt x="57817" y="25712"/>
                    <a:pt x="57746" y="25688"/>
                  </a:cubicBezTo>
                  <a:cubicBezTo>
                    <a:pt x="57603" y="25629"/>
                    <a:pt x="57674" y="25581"/>
                    <a:pt x="57698" y="25486"/>
                  </a:cubicBezTo>
                  <a:cubicBezTo>
                    <a:pt x="57734" y="25272"/>
                    <a:pt x="57698" y="25034"/>
                    <a:pt x="57758" y="24843"/>
                  </a:cubicBezTo>
                  <a:cubicBezTo>
                    <a:pt x="57865" y="24557"/>
                    <a:pt x="57591" y="24319"/>
                    <a:pt x="57674" y="24057"/>
                  </a:cubicBezTo>
                  <a:cubicBezTo>
                    <a:pt x="57817" y="23640"/>
                    <a:pt x="57722" y="23200"/>
                    <a:pt x="57782" y="22771"/>
                  </a:cubicBezTo>
                  <a:cubicBezTo>
                    <a:pt x="57841" y="22319"/>
                    <a:pt x="57853" y="21807"/>
                    <a:pt x="57746" y="21319"/>
                  </a:cubicBezTo>
                  <a:cubicBezTo>
                    <a:pt x="57686" y="21033"/>
                    <a:pt x="57674" y="20676"/>
                    <a:pt x="57782" y="20402"/>
                  </a:cubicBezTo>
                  <a:cubicBezTo>
                    <a:pt x="57925" y="20045"/>
                    <a:pt x="57758" y="19664"/>
                    <a:pt x="57913" y="19319"/>
                  </a:cubicBezTo>
                  <a:cubicBezTo>
                    <a:pt x="57496" y="18818"/>
                    <a:pt x="58055" y="18235"/>
                    <a:pt x="57746" y="17723"/>
                  </a:cubicBezTo>
                  <a:cubicBezTo>
                    <a:pt x="57984" y="17509"/>
                    <a:pt x="57936" y="17140"/>
                    <a:pt x="57901" y="16949"/>
                  </a:cubicBezTo>
                  <a:cubicBezTo>
                    <a:pt x="57817" y="16473"/>
                    <a:pt x="57948" y="16021"/>
                    <a:pt x="57877" y="15580"/>
                  </a:cubicBezTo>
                  <a:cubicBezTo>
                    <a:pt x="57758" y="14901"/>
                    <a:pt x="57925" y="14246"/>
                    <a:pt x="57913" y="13592"/>
                  </a:cubicBezTo>
                  <a:cubicBezTo>
                    <a:pt x="57901" y="13068"/>
                    <a:pt x="57960" y="12532"/>
                    <a:pt x="58032" y="12008"/>
                  </a:cubicBezTo>
                  <a:cubicBezTo>
                    <a:pt x="58091" y="11615"/>
                    <a:pt x="57889" y="11198"/>
                    <a:pt x="57996" y="10794"/>
                  </a:cubicBezTo>
                  <a:cubicBezTo>
                    <a:pt x="58139" y="10234"/>
                    <a:pt x="57996" y="9674"/>
                    <a:pt x="58091" y="9103"/>
                  </a:cubicBezTo>
                  <a:cubicBezTo>
                    <a:pt x="58163" y="8722"/>
                    <a:pt x="57817" y="8305"/>
                    <a:pt x="58115" y="7900"/>
                  </a:cubicBezTo>
                  <a:cubicBezTo>
                    <a:pt x="58127" y="7889"/>
                    <a:pt x="58103" y="7853"/>
                    <a:pt x="58091" y="7829"/>
                  </a:cubicBezTo>
                  <a:cubicBezTo>
                    <a:pt x="57853" y="7341"/>
                    <a:pt x="58079" y="6805"/>
                    <a:pt x="57925" y="6305"/>
                  </a:cubicBezTo>
                  <a:cubicBezTo>
                    <a:pt x="57698" y="5650"/>
                    <a:pt x="57698" y="4924"/>
                    <a:pt x="57282" y="4317"/>
                  </a:cubicBezTo>
                  <a:cubicBezTo>
                    <a:pt x="56984" y="3876"/>
                    <a:pt x="56579" y="3543"/>
                    <a:pt x="56258" y="3126"/>
                  </a:cubicBezTo>
                  <a:cubicBezTo>
                    <a:pt x="55900" y="2686"/>
                    <a:pt x="55424" y="2328"/>
                    <a:pt x="54972" y="2043"/>
                  </a:cubicBezTo>
                  <a:cubicBezTo>
                    <a:pt x="54561" y="1784"/>
                    <a:pt x="54184" y="1364"/>
                    <a:pt x="53626" y="1364"/>
                  </a:cubicBezTo>
                  <a:cubicBezTo>
                    <a:pt x="53618" y="1364"/>
                    <a:pt x="53610" y="1364"/>
                    <a:pt x="53603" y="1364"/>
                  </a:cubicBezTo>
                  <a:cubicBezTo>
                    <a:pt x="53567" y="1364"/>
                    <a:pt x="53519" y="1340"/>
                    <a:pt x="53495" y="1328"/>
                  </a:cubicBezTo>
                  <a:cubicBezTo>
                    <a:pt x="53055" y="1031"/>
                    <a:pt x="52555" y="876"/>
                    <a:pt x="52043" y="876"/>
                  </a:cubicBezTo>
                  <a:cubicBezTo>
                    <a:pt x="51209" y="876"/>
                    <a:pt x="50447" y="531"/>
                    <a:pt x="49626" y="519"/>
                  </a:cubicBezTo>
                  <a:cubicBezTo>
                    <a:pt x="49090" y="507"/>
                    <a:pt x="36660" y="304"/>
                    <a:pt x="36112" y="257"/>
                  </a:cubicBezTo>
                  <a:cubicBezTo>
                    <a:pt x="36099" y="255"/>
                    <a:pt x="36085" y="255"/>
                    <a:pt x="36071" y="255"/>
                  </a:cubicBezTo>
                  <a:cubicBezTo>
                    <a:pt x="35929" y="255"/>
                    <a:pt x="35776" y="314"/>
                    <a:pt x="35630" y="314"/>
                  </a:cubicBezTo>
                  <a:cubicBezTo>
                    <a:pt x="35517" y="314"/>
                    <a:pt x="35409" y="278"/>
                    <a:pt x="35315" y="150"/>
                  </a:cubicBezTo>
                  <a:cubicBezTo>
                    <a:pt x="35310" y="141"/>
                    <a:pt x="35299" y="138"/>
                    <a:pt x="35285" y="138"/>
                  </a:cubicBezTo>
                  <a:cubicBezTo>
                    <a:pt x="35270" y="138"/>
                    <a:pt x="35252" y="141"/>
                    <a:pt x="35234" y="141"/>
                  </a:cubicBezTo>
                  <a:cubicBezTo>
                    <a:pt x="35225" y="141"/>
                    <a:pt x="35215" y="140"/>
                    <a:pt x="35207" y="138"/>
                  </a:cubicBezTo>
                  <a:cubicBezTo>
                    <a:pt x="35016" y="115"/>
                    <a:pt x="34824" y="109"/>
                    <a:pt x="34633" y="109"/>
                  </a:cubicBezTo>
                  <a:cubicBezTo>
                    <a:pt x="34445" y="109"/>
                    <a:pt x="34258" y="114"/>
                    <a:pt x="34070" y="114"/>
                  </a:cubicBezTo>
                  <a:cubicBezTo>
                    <a:pt x="33759" y="114"/>
                    <a:pt x="33447" y="99"/>
                    <a:pt x="33136" y="19"/>
                  </a:cubicBezTo>
                  <a:cubicBezTo>
                    <a:pt x="33083" y="5"/>
                    <a:pt x="33026" y="0"/>
                    <a:pt x="32967" y="0"/>
                  </a:cubicBezTo>
                  <a:close/>
                </a:path>
              </a:pathLst>
            </a:custGeom>
            <a:solidFill>
              <a:srgbClr val="000000"/>
            </a:solidFill>
            <a:ln>
              <a:noFill/>
            </a:ln>
          </p:spPr>
          <p:txBody>
            <a:bodyPr spcFirstLastPara="1" wrap="square" lIns="182875" tIns="274300" rIns="182875" bIns="91425" anchor="ctr" anchorCtr="0">
              <a:noAutofit/>
            </a:bodyPr>
            <a:lstStyle/>
            <a:p>
              <a:pPr lvl="0" algn="ctr" rtl="0">
                <a:spcBef>
                  <a:spcPts val="0"/>
                </a:spcBef>
                <a:spcAft>
                  <a:spcPts val="0"/>
                </a:spcAft>
                <a:buClr>
                  <a:schemeClr val="dk1"/>
                </a:buClr>
                <a:buSzPts val="1100"/>
              </a:pPr>
              <a:endParaRPr lang="en-US" sz="1400" dirty="0">
                <a:solidFill>
                  <a:schemeClr val="tx1">
                    <a:lumMod val="95000"/>
                    <a:lumOff val="5000"/>
                  </a:schemeClr>
                </a:solidFill>
                <a:latin typeface="Montserrat" panose="00000500000000000000" pitchFamily="2" charset="0"/>
              </a:endParaRPr>
            </a:p>
            <a:p>
              <a:pPr lvl="0" algn="ctr" rtl="0">
                <a:spcBef>
                  <a:spcPts val="0"/>
                </a:spcBef>
                <a:spcAft>
                  <a:spcPts val="0"/>
                </a:spcAft>
                <a:buClr>
                  <a:schemeClr val="dk1"/>
                </a:buClr>
                <a:buSzPts val="1100"/>
              </a:pPr>
              <a:r>
                <a:rPr lang="en-US" sz="1500" dirty="0">
                  <a:solidFill>
                    <a:schemeClr val="tx1">
                      <a:lumMod val="95000"/>
                      <a:lumOff val="5000"/>
                    </a:schemeClr>
                  </a:solidFill>
                  <a:latin typeface="Montserrat" panose="00000500000000000000" pitchFamily="2" charset="0"/>
                </a:rPr>
                <a:t>- Women preferences, Marriage tests. </a:t>
              </a:r>
            </a:p>
            <a:p>
              <a:pPr lvl="0" algn="ctr" rtl="0">
                <a:spcBef>
                  <a:spcPts val="0"/>
                </a:spcBef>
                <a:spcAft>
                  <a:spcPts val="0"/>
                </a:spcAft>
                <a:buClr>
                  <a:schemeClr val="dk1"/>
                </a:buClr>
                <a:buSzPts val="1100"/>
              </a:pPr>
              <a:r>
                <a:rPr lang="en-US" sz="1500" dirty="0">
                  <a:solidFill>
                    <a:schemeClr val="tx1">
                      <a:lumMod val="95000"/>
                      <a:lumOff val="5000"/>
                    </a:schemeClr>
                  </a:solidFill>
                  <a:latin typeface="Montserrat" panose="00000500000000000000" pitchFamily="2" charset="0"/>
                </a:rPr>
                <a:t>- Africans, Europeans</a:t>
              </a:r>
            </a:p>
            <a:p>
              <a:pPr lvl="0" algn="ctr" rtl="0">
                <a:spcBef>
                  <a:spcPts val="0"/>
                </a:spcBef>
                <a:spcAft>
                  <a:spcPts val="0"/>
                </a:spcAft>
                <a:buClr>
                  <a:schemeClr val="dk1"/>
                </a:buClr>
                <a:buSzPts val="1100"/>
              </a:pPr>
              <a:r>
                <a:rPr lang="en-US" sz="1500" dirty="0">
                  <a:solidFill>
                    <a:schemeClr val="tx1">
                      <a:lumMod val="95000"/>
                      <a:lumOff val="5000"/>
                    </a:schemeClr>
                  </a:solidFill>
                  <a:latin typeface="Montserrat" panose="00000500000000000000" pitchFamily="2" charset="0"/>
                </a:rPr>
                <a:t>- High, low levels. </a:t>
              </a:r>
            </a:p>
          </p:txBody>
        </p:sp>
        <p:sp>
          <p:nvSpPr>
            <p:cNvPr id="6" name="Google Shape;354;p21">
              <a:extLst>
                <a:ext uri="{FF2B5EF4-FFF2-40B4-BE49-F238E27FC236}">
                  <a16:creationId xmlns:a16="http://schemas.microsoft.com/office/drawing/2014/main" id="{939D9B40-A17F-EA08-71DB-23875460116A}"/>
                </a:ext>
              </a:extLst>
            </p:cNvPr>
            <p:cNvSpPr/>
            <p:nvPr/>
          </p:nvSpPr>
          <p:spPr>
            <a:xfrm>
              <a:off x="1610476" y="1987482"/>
              <a:ext cx="132793" cy="393862"/>
            </a:xfrm>
            <a:custGeom>
              <a:avLst/>
              <a:gdLst/>
              <a:ahLst/>
              <a:cxnLst/>
              <a:rect l="l" t="t" r="r" b="b"/>
              <a:pathLst>
                <a:path w="6705" h="19887" extrusionOk="0">
                  <a:moveTo>
                    <a:pt x="2073" y="0"/>
                  </a:moveTo>
                  <a:cubicBezTo>
                    <a:pt x="2025" y="84"/>
                    <a:pt x="1966" y="155"/>
                    <a:pt x="1954" y="238"/>
                  </a:cubicBezTo>
                  <a:cubicBezTo>
                    <a:pt x="1811" y="762"/>
                    <a:pt x="1525" y="1238"/>
                    <a:pt x="1299" y="1727"/>
                  </a:cubicBezTo>
                  <a:cubicBezTo>
                    <a:pt x="989" y="2417"/>
                    <a:pt x="775" y="3132"/>
                    <a:pt x="584" y="3858"/>
                  </a:cubicBezTo>
                  <a:cubicBezTo>
                    <a:pt x="442" y="4417"/>
                    <a:pt x="334" y="4989"/>
                    <a:pt x="263" y="5560"/>
                  </a:cubicBezTo>
                  <a:cubicBezTo>
                    <a:pt x="215" y="5941"/>
                    <a:pt x="132" y="6334"/>
                    <a:pt x="84" y="6715"/>
                  </a:cubicBezTo>
                  <a:cubicBezTo>
                    <a:pt x="1" y="7465"/>
                    <a:pt x="37" y="8204"/>
                    <a:pt x="84" y="8954"/>
                  </a:cubicBezTo>
                  <a:cubicBezTo>
                    <a:pt x="132" y="9656"/>
                    <a:pt x="239" y="10347"/>
                    <a:pt x="394" y="11037"/>
                  </a:cubicBezTo>
                  <a:cubicBezTo>
                    <a:pt x="549" y="11704"/>
                    <a:pt x="751" y="12347"/>
                    <a:pt x="989" y="12990"/>
                  </a:cubicBezTo>
                  <a:cubicBezTo>
                    <a:pt x="1227" y="13633"/>
                    <a:pt x="1418" y="14276"/>
                    <a:pt x="1704" y="14907"/>
                  </a:cubicBezTo>
                  <a:cubicBezTo>
                    <a:pt x="1894" y="15324"/>
                    <a:pt x="2001" y="15776"/>
                    <a:pt x="2287" y="16169"/>
                  </a:cubicBezTo>
                  <a:cubicBezTo>
                    <a:pt x="2430" y="16371"/>
                    <a:pt x="2489" y="16657"/>
                    <a:pt x="2585" y="16895"/>
                  </a:cubicBezTo>
                  <a:cubicBezTo>
                    <a:pt x="2656" y="17098"/>
                    <a:pt x="2668" y="17312"/>
                    <a:pt x="2799" y="17490"/>
                  </a:cubicBezTo>
                  <a:cubicBezTo>
                    <a:pt x="2858" y="17574"/>
                    <a:pt x="2799" y="17609"/>
                    <a:pt x="2728" y="17645"/>
                  </a:cubicBezTo>
                  <a:cubicBezTo>
                    <a:pt x="2382" y="17824"/>
                    <a:pt x="2168" y="18157"/>
                    <a:pt x="1858" y="18371"/>
                  </a:cubicBezTo>
                  <a:cubicBezTo>
                    <a:pt x="1608" y="18550"/>
                    <a:pt x="1680" y="18681"/>
                    <a:pt x="1858" y="18836"/>
                  </a:cubicBezTo>
                  <a:cubicBezTo>
                    <a:pt x="2156" y="19098"/>
                    <a:pt x="2549" y="19205"/>
                    <a:pt x="2906" y="19336"/>
                  </a:cubicBezTo>
                  <a:cubicBezTo>
                    <a:pt x="3644" y="19598"/>
                    <a:pt x="4430" y="19705"/>
                    <a:pt x="5204" y="19872"/>
                  </a:cubicBezTo>
                  <a:cubicBezTo>
                    <a:pt x="5254" y="19882"/>
                    <a:pt x="5305" y="19886"/>
                    <a:pt x="5359" y="19886"/>
                  </a:cubicBezTo>
                  <a:cubicBezTo>
                    <a:pt x="5549" y="19886"/>
                    <a:pt x="5759" y="19833"/>
                    <a:pt x="5954" y="19824"/>
                  </a:cubicBezTo>
                  <a:cubicBezTo>
                    <a:pt x="6061" y="19812"/>
                    <a:pt x="6073" y="19741"/>
                    <a:pt x="6097" y="19669"/>
                  </a:cubicBezTo>
                  <a:cubicBezTo>
                    <a:pt x="6383" y="18967"/>
                    <a:pt x="6585" y="18241"/>
                    <a:pt x="6657" y="17490"/>
                  </a:cubicBezTo>
                  <a:cubicBezTo>
                    <a:pt x="6704" y="16967"/>
                    <a:pt x="6692" y="16443"/>
                    <a:pt x="6692" y="15931"/>
                  </a:cubicBezTo>
                  <a:cubicBezTo>
                    <a:pt x="6692" y="15746"/>
                    <a:pt x="6590" y="15625"/>
                    <a:pt x="6436" y="15625"/>
                  </a:cubicBezTo>
                  <a:cubicBezTo>
                    <a:pt x="6401" y="15625"/>
                    <a:pt x="6363" y="15632"/>
                    <a:pt x="6323" y="15645"/>
                  </a:cubicBezTo>
                  <a:cubicBezTo>
                    <a:pt x="6109" y="15728"/>
                    <a:pt x="5859" y="15788"/>
                    <a:pt x="5692" y="15978"/>
                  </a:cubicBezTo>
                  <a:cubicBezTo>
                    <a:pt x="5581" y="16101"/>
                    <a:pt x="5485" y="16161"/>
                    <a:pt x="5393" y="16161"/>
                  </a:cubicBezTo>
                  <a:cubicBezTo>
                    <a:pt x="5288" y="16161"/>
                    <a:pt x="5187" y="16083"/>
                    <a:pt x="5073" y="15931"/>
                  </a:cubicBezTo>
                  <a:cubicBezTo>
                    <a:pt x="4680" y="15407"/>
                    <a:pt x="4430" y="14800"/>
                    <a:pt x="4156" y="14216"/>
                  </a:cubicBezTo>
                  <a:cubicBezTo>
                    <a:pt x="3871" y="13597"/>
                    <a:pt x="3704" y="12954"/>
                    <a:pt x="3609" y="12299"/>
                  </a:cubicBezTo>
                  <a:cubicBezTo>
                    <a:pt x="3549" y="11930"/>
                    <a:pt x="3370" y="11585"/>
                    <a:pt x="3370" y="11204"/>
                  </a:cubicBezTo>
                  <a:cubicBezTo>
                    <a:pt x="3370" y="10954"/>
                    <a:pt x="3335" y="10704"/>
                    <a:pt x="3275" y="10466"/>
                  </a:cubicBezTo>
                  <a:cubicBezTo>
                    <a:pt x="3120" y="9811"/>
                    <a:pt x="3239" y="9156"/>
                    <a:pt x="3204" y="8501"/>
                  </a:cubicBezTo>
                  <a:cubicBezTo>
                    <a:pt x="3168" y="7954"/>
                    <a:pt x="3192" y="7406"/>
                    <a:pt x="3275" y="6858"/>
                  </a:cubicBezTo>
                  <a:cubicBezTo>
                    <a:pt x="3335" y="6477"/>
                    <a:pt x="3263" y="6060"/>
                    <a:pt x="3394" y="5703"/>
                  </a:cubicBezTo>
                  <a:cubicBezTo>
                    <a:pt x="3561" y="5203"/>
                    <a:pt x="3620" y="4679"/>
                    <a:pt x="3823" y="4191"/>
                  </a:cubicBezTo>
                  <a:cubicBezTo>
                    <a:pt x="4156" y="3393"/>
                    <a:pt x="4382" y="2560"/>
                    <a:pt x="4775" y="1774"/>
                  </a:cubicBezTo>
                  <a:cubicBezTo>
                    <a:pt x="4930" y="1477"/>
                    <a:pt x="5049" y="1155"/>
                    <a:pt x="5180" y="846"/>
                  </a:cubicBezTo>
                  <a:cubicBezTo>
                    <a:pt x="5141" y="827"/>
                    <a:pt x="5105" y="820"/>
                    <a:pt x="5072" y="820"/>
                  </a:cubicBezTo>
                  <a:cubicBezTo>
                    <a:pt x="4958" y="820"/>
                    <a:pt x="4877" y="910"/>
                    <a:pt x="4775" y="929"/>
                  </a:cubicBezTo>
                  <a:cubicBezTo>
                    <a:pt x="4347" y="1036"/>
                    <a:pt x="3894" y="1060"/>
                    <a:pt x="3537" y="1393"/>
                  </a:cubicBezTo>
                  <a:cubicBezTo>
                    <a:pt x="3415" y="1510"/>
                    <a:pt x="3245" y="1577"/>
                    <a:pt x="3078" y="1577"/>
                  </a:cubicBezTo>
                  <a:cubicBezTo>
                    <a:pt x="2837" y="1577"/>
                    <a:pt x="2602" y="1438"/>
                    <a:pt x="2525" y="1107"/>
                  </a:cubicBezTo>
                  <a:cubicBezTo>
                    <a:pt x="2430" y="726"/>
                    <a:pt x="2216" y="393"/>
                    <a:pt x="2073" y="0"/>
                  </a:cubicBezTo>
                  <a:close/>
                </a:path>
              </a:pathLst>
            </a:custGeom>
            <a:solidFill>
              <a:schemeClr val="accent2">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 name="Google Shape;357;p21">
              <a:extLst>
                <a:ext uri="{FF2B5EF4-FFF2-40B4-BE49-F238E27FC236}">
                  <a16:creationId xmlns:a16="http://schemas.microsoft.com/office/drawing/2014/main" id="{9B497D82-BF52-2C5E-5EB9-5AF8A467FC1A}"/>
                </a:ext>
              </a:extLst>
            </p:cNvPr>
            <p:cNvSpPr/>
            <p:nvPr/>
          </p:nvSpPr>
          <p:spPr>
            <a:xfrm>
              <a:off x="1612211" y="1964796"/>
              <a:ext cx="132793" cy="427985"/>
            </a:xfrm>
            <a:custGeom>
              <a:avLst/>
              <a:gdLst/>
              <a:ahLst/>
              <a:cxnLst/>
              <a:rect l="l" t="t" r="r" b="b"/>
              <a:pathLst>
                <a:path w="8192" h="21610" extrusionOk="0">
                  <a:moveTo>
                    <a:pt x="2739" y="1058"/>
                  </a:moveTo>
                  <a:cubicBezTo>
                    <a:pt x="2882" y="1451"/>
                    <a:pt x="3096" y="1784"/>
                    <a:pt x="3191" y="2165"/>
                  </a:cubicBezTo>
                  <a:cubicBezTo>
                    <a:pt x="3268" y="2496"/>
                    <a:pt x="3503" y="2635"/>
                    <a:pt x="3744" y="2635"/>
                  </a:cubicBezTo>
                  <a:cubicBezTo>
                    <a:pt x="3911" y="2635"/>
                    <a:pt x="4081" y="2568"/>
                    <a:pt x="4203" y="2451"/>
                  </a:cubicBezTo>
                  <a:cubicBezTo>
                    <a:pt x="4560" y="2118"/>
                    <a:pt x="5013" y="2094"/>
                    <a:pt x="5441" y="1987"/>
                  </a:cubicBezTo>
                  <a:cubicBezTo>
                    <a:pt x="5543" y="1968"/>
                    <a:pt x="5624" y="1878"/>
                    <a:pt x="5738" y="1878"/>
                  </a:cubicBezTo>
                  <a:cubicBezTo>
                    <a:pt x="5771" y="1878"/>
                    <a:pt x="5807" y="1885"/>
                    <a:pt x="5846" y="1904"/>
                  </a:cubicBezTo>
                  <a:cubicBezTo>
                    <a:pt x="5715" y="2213"/>
                    <a:pt x="5596" y="2535"/>
                    <a:pt x="5441" y="2832"/>
                  </a:cubicBezTo>
                  <a:cubicBezTo>
                    <a:pt x="5048" y="3618"/>
                    <a:pt x="4822" y="4451"/>
                    <a:pt x="4489" y="5249"/>
                  </a:cubicBezTo>
                  <a:cubicBezTo>
                    <a:pt x="4286" y="5737"/>
                    <a:pt x="4227" y="6261"/>
                    <a:pt x="4060" y="6761"/>
                  </a:cubicBezTo>
                  <a:cubicBezTo>
                    <a:pt x="3929" y="7118"/>
                    <a:pt x="4001" y="7535"/>
                    <a:pt x="3941" y="7916"/>
                  </a:cubicBezTo>
                  <a:cubicBezTo>
                    <a:pt x="3858" y="8464"/>
                    <a:pt x="3834" y="9012"/>
                    <a:pt x="3870" y="9559"/>
                  </a:cubicBezTo>
                  <a:cubicBezTo>
                    <a:pt x="3905" y="10214"/>
                    <a:pt x="3786" y="10869"/>
                    <a:pt x="3941" y="11524"/>
                  </a:cubicBezTo>
                  <a:cubicBezTo>
                    <a:pt x="4001" y="11762"/>
                    <a:pt x="4036" y="12012"/>
                    <a:pt x="4036" y="12262"/>
                  </a:cubicBezTo>
                  <a:cubicBezTo>
                    <a:pt x="4036" y="12643"/>
                    <a:pt x="4215" y="12988"/>
                    <a:pt x="4275" y="13357"/>
                  </a:cubicBezTo>
                  <a:cubicBezTo>
                    <a:pt x="4370" y="14012"/>
                    <a:pt x="4537" y="14655"/>
                    <a:pt x="4822" y="15274"/>
                  </a:cubicBezTo>
                  <a:cubicBezTo>
                    <a:pt x="5096" y="15858"/>
                    <a:pt x="5346" y="16465"/>
                    <a:pt x="5739" y="16989"/>
                  </a:cubicBezTo>
                  <a:cubicBezTo>
                    <a:pt x="5853" y="17141"/>
                    <a:pt x="5954" y="17219"/>
                    <a:pt x="6059" y="17219"/>
                  </a:cubicBezTo>
                  <a:cubicBezTo>
                    <a:pt x="6151" y="17219"/>
                    <a:pt x="6247" y="17159"/>
                    <a:pt x="6358" y="17036"/>
                  </a:cubicBezTo>
                  <a:cubicBezTo>
                    <a:pt x="6525" y="16846"/>
                    <a:pt x="6775" y="16786"/>
                    <a:pt x="6989" y="16703"/>
                  </a:cubicBezTo>
                  <a:cubicBezTo>
                    <a:pt x="7029" y="16690"/>
                    <a:pt x="7067" y="16683"/>
                    <a:pt x="7102" y="16683"/>
                  </a:cubicBezTo>
                  <a:cubicBezTo>
                    <a:pt x="7256" y="16683"/>
                    <a:pt x="7358" y="16804"/>
                    <a:pt x="7358" y="16989"/>
                  </a:cubicBezTo>
                  <a:cubicBezTo>
                    <a:pt x="7358" y="17501"/>
                    <a:pt x="7370" y="18025"/>
                    <a:pt x="7323" y="18548"/>
                  </a:cubicBezTo>
                  <a:cubicBezTo>
                    <a:pt x="7251" y="19299"/>
                    <a:pt x="7049" y="20025"/>
                    <a:pt x="6763" y="20727"/>
                  </a:cubicBezTo>
                  <a:cubicBezTo>
                    <a:pt x="6739" y="20799"/>
                    <a:pt x="6727" y="20870"/>
                    <a:pt x="6620" y="20882"/>
                  </a:cubicBezTo>
                  <a:cubicBezTo>
                    <a:pt x="6425" y="20891"/>
                    <a:pt x="6215" y="20944"/>
                    <a:pt x="6025" y="20944"/>
                  </a:cubicBezTo>
                  <a:cubicBezTo>
                    <a:pt x="5971" y="20944"/>
                    <a:pt x="5920" y="20940"/>
                    <a:pt x="5870" y="20930"/>
                  </a:cubicBezTo>
                  <a:cubicBezTo>
                    <a:pt x="5096" y="20763"/>
                    <a:pt x="4310" y="20656"/>
                    <a:pt x="3572" y="20394"/>
                  </a:cubicBezTo>
                  <a:cubicBezTo>
                    <a:pt x="3215" y="20263"/>
                    <a:pt x="2822" y="20156"/>
                    <a:pt x="2524" y="19894"/>
                  </a:cubicBezTo>
                  <a:cubicBezTo>
                    <a:pt x="2346" y="19739"/>
                    <a:pt x="2274" y="19608"/>
                    <a:pt x="2524" y="19429"/>
                  </a:cubicBezTo>
                  <a:cubicBezTo>
                    <a:pt x="2834" y="19215"/>
                    <a:pt x="3048" y="18882"/>
                    <a:pt x="3394" y="18703"/>
                  </a:cubicBezTo>
                  <a:cubicBezTo>
                    <a:pt x="3465" y="18667"/>
                    <a:pt x="3524" y="18632"/>
                    <a:pt x="3465" y="18548"/>
                  </a:cubicBezTo>
                  <a:cubicBezTo>
                    <a:pt x="3334" y="18370"/>
                    <a:pt x="3322" y="18156"/>
                    <a:pt x="3251" y="17953"/>
                  </a:cubicBezTo>
                  <a:cubicBezTo>
                    <a:pt x="3155" y="17715"/>
                    <a:pt x="3096" y="17429"/>
                    <a:pt x="2953" y="17227"/>
                  </a:cubicBezTo>
                  <a:cubicBezTo>
                    <a:pt x="2667" y="16834"/>
                    <a:pt x="2560" y="16382"/>
                    <a:pt x="2370" y="15965"/>
                  </a:cubicBezTo>
                  <a:cubicBezTo>
                    <a:pt x="2084" y="15334"/>
                    <a:pt x="1893" y="14691"/>
                    <a:pt x="1655" y="14048"/>
                  </a:cubicBezTo>
                  <a:cubicBezTo>
                    <a:pt x="1417" y="13405"/>
                    <a:pt x="1215" y="12762"/>
                    <a:pt x="1060" y="12095"/>
                  </a:cubicBezTo>
                  <a:cubicBezTo>
                    <a:pt x="905" y="11405"/>
                    <a:pt x="798" y="10714"/>
                    <a:pt x="750" y="10012"/>
                  </a:cubicBezTo>
                  <a:cubicBezTo>
                    <a:pt x="703" y="9262"/>
                    <a:pt x="667" y="8523"/>
                    <a:pt x="750" y="7773"/>
                  </a:cubicBezTo>
                  <a:cubicBezTo>
                    <a:pt x="798" y="7392"/>
                    <a:pt x="881" y="6999"/>
                    <a:pt x="929" y="6618"/>
                  </a:cubicBezTo>
                  <a:cubicBezTo>
                    <a:pt x="1000" y="6047"/>
                    <a:pt x="1108" y="5475"/>
                    <a:pt x="1250" y="4916"/>
                  </a:cubicBezTo>
                  <a:cubicBezTo>
                    <a:pt x="1441" y="4190"/>
                    <a:pt x="1655" y="3475"/>
                    <a:pt x="1965" y="2785"/>
                  </a:cubicBezTo>
                  <a:cubicBezTo>
                    <a:pt x="2191" y="2296"/>
                    <a:pt x="2477" y="1820"/>
                    <a:pt x="2620" y="1296"/>
                  </a:cubicBezTo>
                  <a:cubicBezTo>
                    <a:pt x="2632" y="1213"/>
                    <a:pt x="2691" y="1142"/>
                    <a:pt x="2739" y="1058"/>
                  </a:cubicBezTo>
                  <a:close/>
                  <a:moveTo>
                    <a:pt x="2869" y="0"/>
                  </a:moveTo>
                  <a:cubicBezTo>
                    <a:pt x="2840" y="0"/>
                    <a:pt x="2809" y="10"/>
                    <a:pt x="2774" y="34"/>
                  </a:cubicBezTo>
                  <a:cubicBezTo>
                    <a:pt x="2608" y="153"/>
                    <a:pt x="2405" y="249"/>
                    <a:pt x="2322" y="451"/>
                  </a:cubicBezTo>
                  <a:cubicBezTo>
                    <a:pt x="2191" y="772"/>
                    <a:pt x="1977" y="1058"/>
                    <a:pt x="1810" y="1368"/>
                  </a:cubicBezTo>
                  <a:cubicBezTo>
                    <a:pt x="1619" y="1737"/>
                    <a:pt x="1477" y="2106"/>
                    <a:pt x="1286" y="2475"/>
                  </a:cubicBezTo>
                  <a:cubicBezTo>
                    <a:pt x="1060" y="2939"/>
                    <a:pt x="941" y="3439"/>
                    <a:pt x="846" y="3951"/>
                  </a:cubicBezTo>
                  <a:cubicBezTo>
                    <a:pt x="750" y="4463"/>
                    <a:pt x="560" y="4952"/>
                    <a:pt x="476" y="5475"/>
                  </a:cubicBezTo>
                  <a:cubicBezTo>
                    <a:pt x="369" y="6249"/>
                    <a:pt x="179" y="6999"/>
                    <a:pt x="143" y="7797"/>
                  </a:cubicBezTo>
                  <a:cubicBezTo>
                    <a:pt x="107" y="8333"/>
                    <a:pt x="84" y="8881"/>
                    <a:pt x="60" y="9428"/>
                  </a:cubicBezTo>
                  <a:cubicBezTo>
                    <a:pt x="60" y="9571"/>
                    <a:pt x="167" y="9690"/>
                    <a:pt x="131" y="9845"/>
                  </a:cubicBezTo>
                  <a:cubicBezTo>
                    <a:pt x="0" y="10333"/>
                    <a:pt x="215" y="10797"/>
                    <a:pt x="238" y="11274"/>
                  </a:cubicBezTo>
                  <a:cubicBezTo>
                    <a:pt x="262" y="11631"/>
                    <a:pt x="346" y="11988"/>
                    <a:pt x="393" y="12345"/>
                  </a:cubicBezTo>
                  <a:cubicBezTo>
                    <a:pt x="441" y="12726"/>
                    <a:pt x="524" y="13119"/>
                    <a:pt x="631" y="13464"/>
                  </a:cubicBezTo>
                  <a:cubicBezTo>
                    <a:pt x="786" y="13976"/>
                    <a:pt x="965" y="14488"/>
                    <a:pt x="1143" y="14988"/>
                  </a:cubicBezTo>
                  <a:cubicBezTo>
                    <a:pt x="1215" y="15203"/>
                    <a:pt x="1250" y="15429"/>
                    <a:pt x="1346" y="15631"/>
                  </a:cubicBezTo>
                  <a:cubicBezTo>
                    <a:pt x="1512" y="15989"/>
                    <a:pt x="1631" y="16382"/>
                    <a:pt x="1858" y="16727"/>
                  </a:cubicBezTo>
                  <a:cubicBezTo>
                    <a:pt x="2143" y="17167"/>
                    <a:pt x="2298" y="17703"/>
                    <a:pt x="2679" y="18084"/>
                  </a:cubicBezTo>
                  <a:cubicBezTo>
                    <a:pt x="2941" y="18358"/>
                    <a:pt x="2846" y="18453"/>
                    <a:pt x="2608" y="18632"/>
                  </a:cubicBezTo>
                  <a:cubicBezTo>
                    <a:pt x="2334" y="18846"/>
                    <a:pt x="1977" y="18977"/>
                    <a:pt x="1822" y="19299"/>
                  </a:cubicBezTo>
                  <a:cubicBezTo>
                    <a:pt x="1500" y="19906"/>
                    <a:pt x="1846" y="20406"/>
                    <a:pt x="2501" y="20656"/>
                  </a:cubicBezTo>
                  <a:cubicBezTo>
                    <a:pt x="2822" y="20775"/>
                    <a:pt x="3155" y="20858"/>
                    <a:pt x="3465" y="20977"/>
                  </a:cubicBezTo>
                  <a:cubicBezTo>
                    <a:pt x="3952" y="21175"/>
                    <a:pt x="5242" y="21609"/>
                    <a:pt x="6167" y="21609"/>
                  </a:cubicBezTo>
                  <a:cubicBezTo>
                    <a:pt x="6191" y="21609"/>
                    <a:pt x="6215" y="21609"/>
                    <a:pt x="6239" y="21608"/>
                  </a:cubicBezTo>
                  <a:cubicBezTo>
                    <a:pt x="6561" y="21596"/>
                    <a:pt x="6834" y="21525"/>
                    <a:pt x="7013" y="21358"/>
                  </a:cubicBezTo>
                  <a:cubicBezTo>
                    <a:pt x="7489" y="20918"/>
                    <a:pt x="7858" y="19822"/>
                    <a:pt x="7942" y="19191"/>
                  </a:cubicBezTo>
                  <a:cubicBezTo>
                    <a:pt x="8073" y="18251"/>
                    <a:pt x="8192" y="17310"/>
                    <a:pt x="8013" y="16370"/>
                  </a:cubicBezTo>
                  <a:cubicBezTo>
                    <a:pt x="7966" y="16108"/>
                    <a:pt x="7823" y="15917"/>
                    <a:pt x="7620" y="15834"/>
                  </a:cubicBezTo>
                  <a:cubicBezTo>
                    <a:pt x="7544" y="15805"/>
                    <a:pt x="7464" y="15792"/>
                    <a:pt x="7384" y="15792"/>
                  </a:cubicBezTo>
                  <a:cubicBezTo>
                    <a:pt x="7168" y="15792"/>
                    <a:pt x="6956" y="15891"/>
                    <a:pt x="6834" y="16048"/>
                  </a:cubicBezTo>
                  <a:cubicBezTo>
                    <a:pt x="6692" y="16227"/>
                    <a:pt x="6453" y="16215"/>
                    <a:pt x="6346" y="16405"/>
                  </a:cubicBezTo>
                  <a:cubicBezTo>
                    <a:pt x="6335" y="16428"/>
                    <a:pt x="6311" y="16438"/>
                    <a:pt x="6285" y="16438"/>
                  </a:cubicBezTo>
                  <a:cubicBezTo>
                    <a:pt x="6228" y="16438"/>
                    <a:pt x="6156" y="16394"/>
                    <a:pt x="6156" y="16346"/>
                  </a:cubicBezTo>
                  <a:cubicBezTo>
                    <a:pt x="6096" y="16001"/>
                    <a:pt x="5775" y="15798"/>
                    <a:pt x="5656" y="15477"/>
                  </a:cubicBezTo>
                  <a:cubicBezTo>
                    <a:pt x="5465" y="14941"/>
                    <a:pt x="5239" y="14417"/>
                    <a:pt x="5072" y="13869"/>
                  </a:cubicBezTo>
                  <a:cubicBezTo>
                    <a:pt x="4906" y="13274"/>
                    <a:pt x="4834" y="12667"/>
                    <a:pt x="4667" y="12071"/>
                  </a:cubicBezTo>
                  <a:cubicBezTo>
                    <a:pt x="4548" y="11595"/>
                    <a:pt x="4620" y="11107"/>
                    <a:pt x="4537" y="10655"/>
                  </a:cubicBezTo>
                  <a:cubicBezTo>
                    <a:pt x="4417" y="9916"/>
                    <a:pt x="4537" y="9202"/>
                    <a:pt x="4548" y="8488"/>
                  </a:cubicBezTo>
                  <a:cubicBezTo>
                    <a:pt x="4560" y="7738"/>
                    <a:pt x="4727" y="6999"/>
                    <a:pt x="4858" y="6261"/>
                  </a:cubicBezTo>
                  <a:cubicBezTo>
                    <a:pt x="4941" y="5821"/>
                    <a:pt x="5037" y="5380"/>
                    <a:pt x="5227" y="4987"/>
                  </a:cubicBezTo>
                  <a:cubicBezTo>
                    <a:pt x="5418" y="4606"/>
                    <a:pt x="5549" y="4201"/>
                    <a:pt x="5703" y="3809"/>
                  </a:cubicBezTo>
                  <a:cubicBezTo>
                    <a:pt x="5989" y="3118"/>
                    <a:pt x="6251" y="2415"/>
                    <a:pt x="6561" y="1725"/>
                  </a:cubicBezTo>
                  <a:cubicBezTo>
                    <a:pt x="6671" y="1472"/>
                    <a:pt x="6526" y="1086"/>
                    <a:pt x="6268" y="1086"/>
                  </a:cubicBezTo>
                  <a:cubicBezTo>
                    <a:pt x="6247" y="1086"/>
                    <a:pt x="6226" y="1089"/>
                    <a:pt x="6203" y="1094"/>
                  </a:cubicBezTo>
                  <a:cubicBezTo>
                    <a:pt x="5549" y="1225"/>
                    <a:pt x="4870" y="1380"/>
                    <a:pt x="4263" y="1654"/>
                  </a:cubicBezTo>
                  <a:cubicBezTo>
                    <a:pt x="4068" y="1740"/>
                    <a:pt x="3960" y="1797"/>
                    <a:pt x="3885" y="1797"/>
                  </a:cubicBezTo>
                  <a:cubicBezTo>
                    <a:pt x="3785" y="1797"/>
                    <a:pt x="3745" y="1697"/>
                    <a:pt x="3644" y="1439"/>
                  </a:cubicBezTo>
                  <a:cubicBezTo>
                    <a:pt x="3489" y="999"/>
                    <a:pt x="3405" y="511"/>
                    <a:pt x="3060" y="130"/>
                  </a:cubicBezTo>
                  <a:cubicBezTo>
                    <a:pt x="3001" y="62"/>
                    <a:pt x="2942" y="0"/>
                    <a:pt x="2869" y="0"/>
                  </a:cubicBezTo>
                  <a:close/>
                </a:path>
              </a:pathLst>
            </a:custGeom>
            <a:solidFill>
              <a:schemeClr val="tx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8" name="Google Shape;352;p21">
            <a:extLst>
              <a:ext uri="{FF2B5EF4-FFF2-40B4-BE49-F238E27FC236}">
                <a16:creationId xmlns:a16="http://schemas.microsoft.com/office/drawing/2014/main" id="{16C55AA9-A431-D430-9FDF-9F89B56A841F}"/>
              </a:ext>
            </a:extLst>
          </p:cNvPr>
          <p:cNvSpPr/>
          <p:nvPr/>
        </p:nvSpPr>
        <p:spPr>
          <a:xfrm>
            <a:off x="562398" y="1918155"/>
            <a:ext cx="2302157" cy="388500"/>
          </a:xfrm>
          <a:custGeom>
            <a:avLst/>
            <a:gdLst/>
            <a:ahLst/>
            <a:cxnLst/>
            <a:rect l="l" t="t" r="r" b="b"/>
            <a:pathLst>
              <a:path w="55738" h="12021" extrusionOk="0">
                <a:moveTo>
                  <a:pt x="32616" y="0"/>
                </a:moveTo>
                <a:cubicBezTo>
                  <a:pt x="32585" y="136"/>
                  <a:pt x="32526" y="271"/>
                  <a:pt x="32408" y="271"/>
                </a:cubicBezTo>
                <a:cubicBezTo>
                  <a:pt x="32392" y="271"/>
                  <a:pt x="32373" y="268"/>
                  <a:pt x="32354" y="262"/>
                </a:cubicBezTo>
                <a:cubicBezTo>
                  <a:pt x="32175" y="203"/>
                  <a:pt x="31997" y="197"/>
                  <a:pt x="31817" y="197"/>
                </a:cubicBezTo>
                <a:cubicBezTo>
                  <a:pt x="31772" y="197"/>
                  <a:pt x="31727" y="197"/>
                  <a:pt x="31681" y="197"/>
                </a:cubicBezTo>
                <a:cubicBezTo>
                  <a:pt x="31546" y="197"/>
                  <a:pt x="31409" y="194"/>
                  <a:pt x="31271" y="167"/>
                </a:cubicBezTo>
                <a:cubicBezTo>
                  <a:pt x="31185" y="146"/>
                  <a:pt x="31090" y="103"/>
                  <a:pt x="30985" y="103"/>
                </a:cubicBezTo>
                <a:cubicBezTo>
                  <a:pt x="30915" y="103"/>
                  <a:pt x="30839" y="122"/>
                  <a:pt x="30759" y="179"/>
                </a:cubicBezTo>
                <a:cubicBezTo>
                  <a:pt x="30719" y="208"/>
                  <a:pt x="30646" y="216"/>
                  <a:pt x="30558" y="216"/>
                </a:cubicBezTo>
                <a:cubicBezTo>
                  <a:pt x="30473" y="216"/>
                  <a:pt x="30374" y="209"/>
                  <a:pt x="30280" y="209"/>
                </a:cubicBezTo>
                <a:cubicBezTo>
                  <a:pt x="30235" y="209"/>
                  <a:pt x="30192" y="210"/>
                  <a:pt x="30151" y="215"/>
                </a:cubicBezTo>
                <a:cubicBezTo>
                  <a:pt x="30138" y="216"/>
                  <a:pt x="30125" y="217"/>
                  <a:pt x="30112" y="217"/>
                </a:cubicBezTo>
                <a:cubicBezTo>
                  <a:pt x="29962" y="217"/>
                  <a:pt x="29779" y="125"/>
                  <a:pt x="29650" y="125"/>
                </a:cubicBezTo>
                <a:cubicBezTo>
                  <a:pt x="29619" y="125"/>
                  <a:pt x="29591" y="130"/>
                  <a:pt x="29568" y="143"/>
                </a:cubicBezTo>
                <a:cubicBezTo>
                  <a:pt x="29327" y="282"/>
                  <a:pt x="29077" y="321"/>
                  <a:pt x="28831" y="321"/>
                </a:cubicBezTo>
                <a:cubicBezTo>
                  <a:pt x="28613" y="321"/>
                  <a:pt x="28400" y="291"/>
                  <a:pt x="28199" y="274"/>
                </a:cubicBezTo>
                <a:cubicBezTo>
                  <a:pt x="28065" y="261"/>
                  <a:pt x="27931" y="256"/>
                  <a:pt x="27798" y="256"/>
                </a:cubicBezTo>
                <a:cubicBezTo>
                  <a:pt x="27357" y="256"/>
                  <a:pt x="26918" y="311"/>
                  <a:pt x="26484" y="311"/>
                </a:cubicBezTo>
                <a:cubicBezTo>
                  <a:pt x="26453" y="311"/>
                  <a:pt x="26421" y="311"/>
                  <a:pt x="26389" y="310"/>
                </a:cubicBezTo>
                <a:cubicBezTo>
                  <a:pt x="26030" y="294"/>
                  <a:pt x="24254" y="286"/>
                  <a:pt x="22298" y="286"/>
                </a:cubicBezTo>
                <a:cubicBezTo>
                  <a:pt x="19772" y="286"/>
                  <a:pt x="16946" y="300"/>
                  <a:pt x="16483" y="334"/>
                </a:cubicBezTo>
                <a:cubicBezTo>
                  <a:pt x="16019" y="369"/>
                  <a:pt x="11089" y="369"/>
                  <a:pt x="10637" y="417"/>
                </a:cubicBezTo>
                <a:cubicBezTo>
                  <a:pt x="9958" y="488"/>
                  <a:pt x="9280" y="584"/>
                  <a:pt x="8589" y="631"/>
                </a:cubicBezTo>
                <a:cubicBezTo>
                  <a:pt x="8550" y="633"/>
                  <a:pt x="8510" y="634"/>
                  <a:pt x="8470" y="634"/>
                </a:cubicBezTo>
                <a:cubicBezTo>
                  <a:pt x="8210" y="634"/>
                  <a:pt x="7941" y="596"/>
                  <a:pt x="7687" y="596"/>
                </a:cubicBezTo>
                <a:cubicBezTo>
                  <a:pt x="7532" y="596"/>
                  <a:pt x="7383" y="610"/>
                  <a:pt x="7244" y="655"/>
                </a:cubicBezTo>
                <a:cubicBezTo>
                  <a:pt x="6613" y="858"/>
                  <a:pt x="5946" y="917"/>
                  <a:pt x="5315" y="1072"/>
                </a:cubicBezTo>
                <a:cubicBezTo>
                  <a:pt x="4803" y="1203"/>
                  <a:pt x="4243" y="1215"/>
                  <a:pt x="3719" y="1381"/>
                </a:cubicBezTo>
                <a:cubicBezTo>
                  <a:pt x="3196" y="1536"/>
                  <a:pt x="2696" y="1774"/>
                  <a:pt x="2219" y="2024"/>
                </a:cubicBezTo>
                <a:cubicBezTo>
                  <a:pt x="1457" y="2417"/>
                  <a:pt x="957" y="3096"/>
                  <a:pt x="636" y="3906"/>
                </a:cubicBezTo>
                <a:cubicBezTo>
                  <a:pt x="529" y="4168"/>
                  <a:pt x="588" y="4453"/>
                  <a:pt x="386" y="4727"/>
                </a:cubicBezTo>
                <a:cubicBezTo>
                  <a:pt x="219" y="4953"/>
                  <a:pt x="433" y="5394"/>
                  <a:pt x="124" y="5656"/>
                </a:cubicBezTo>
                <a:cubicBezTo>
                  <a:pt x="100" y="5680"/>
                  <a:pt x="112" y="5763"/>
                  <a:pt x="136" y="5811"/>
                </a:cubicBezTo>
                <a:cubicBezTo>
                  <a:pt x="207" y="6096"/>
                  <a:pt x="243" y="6406"/>
                  <a:pt x="231" y="6704"/>
                </a:cubicBezTo>
                <a:cubicBezTo>
                  <a:pt x="183" y="7489"/>
                  <a:pt x="207" y="8263"/>
                  <a:pt x="100" y="9049"/>
                </a:cubicBezTo>
                <a:cubicBezTo>
                  <a:pt x="5" y="9811"/>
                  <a:pt x="207" y="10585"/>
                  <a:pt x="64" y="11359"/>
                </a:cubicBezTo>
                <a:cubicBezTo>
                  <a:pt x="1" y="11731"/>
                  <a:pt x="214" y="12020"/>
                  <a:pt x="499" y="12020"/>
                </a:cubicBezTo>
                <a:cubicBezTo>
                  <a:pt x="587" y="12020"/>
                  <a:pt x="683" y="11992"/>
                  <a:pt x="779" y="11930"/>
                </a:cubicBezTo>
                <a:cubicBezTo>
                  <a:pt x="1033" y="11763"/>
                  <a:pt x="1298" y="11738"/>
                  <a:pt x="1566" y="11738"/>
                </a:cubicBezTo>
                <a:cubicBezTo>
                  <a:pt x="1678" y="11738"/>
                  <a:pt x="1791" y="11743"/>
                  <a:pt x="1904" y="11743"/>
                </a:cubicBezTo>
                <a:cubicBezTo>
                  <a:pt x="2077" y="11743"/>
                  <a:pt x="2251" y="11732"/>
                  <a:pt x="2422" y="11680"/>
                </a:cubicBezTo>
                <a:cubicBezTo>
                  <a:pt x="2922" y="11526"/>
                  <a:pt x="3565" y="11621"/>
                  <a:pt x="4124" y="11561"/>
                </a:cubicBezTo>
                <a:cubicBezTo>
                  <a:pt x="4874" y="11478"/>
                  <a:pt x="5636" y="11537"/>
                  <a:pt x="6375" y="11347"/>
                </a:cubicBezTo>
                <a:cubicBezTo>
                  <a:pt x="6450" y="11330"/>
                  <a:pt x="6580" y="11313"/>
                  <a:pt x="6683" y="11313"/>
                </a:cubicBezTo>
                <a:cubicBezTo>
                  <a:pt x="6725" y="11313"/>
                  <a:pt x="6763" y="11316"/>
                  <a:pt x="6791" y="11323"/>
                </a:cubicBezTo>
                <a:cubicBezTo>
                  <a:pt x="6925" y="11359"/>
                  <a:pt x="7059" y="11372"/>
                  <a:pt x="7192" y="11372"/>
                </a:cubicBezTo>
                <a:cubicBezTo>
                  <a:pt x="7548" y="11372"/>
                  <a:pt x="7902" y="11279"/>
                  <a:pt x="8259" y="11279"/>
                </a:cubicBezTo>
                <a:cubicBezTo>
                  <a:pt x="8349" y="11279"/>
                  <a:pt x="8439" y="11285"/>
                  <a:pt x="8530" y="11299"/>
                </a:cubicBezTo>
                <a:cubicBezTo>
                  <a:pt x="8598" y="11310"/>
                  <a:pt x="8667" y="11314"/>
                  <a:pt x="8737" y="11314"/>
                </a:cubicBezTo>
                <a:cubicBezTo>
                  <a:pt x="8989" y="11314"/>
                  <a:pt x="9249" y="11261"/>
                  <a:pt x="9500" y="11261"/>
                </a:cubicBezTo>
                <a:cubicBezTo>
                  <a:pt x="9571" y="11261"/>
                  <a:pt x="9640" y="11265"/>
                  <a:pt x="9708" y="11276"/>
                </a:cubicBezTo>
                <a:cubicBezTo>
                  <a:pt x="9970" y="11312"/>
                  <a:pt x="10872" y="11319"/>
                  <a:pt x="11928" y="11319"/>
                </a:cubicBezTo>
                <a:cubicBezTo>
                  <a:pt x="12605" y="11319"/>
                  <a:pt x="13345" y="11316"/>
                  <a:pt x="14021" y="11316"/>
                </a:cubicBezTo>
                <a:cubicBezTo>
                  <a:pt x="15077" y="11316"/>
                  <a:pt x="15976" y="11323"/>
                  <a:pt x="16233" y="11359"/>
                </a:cubicBezTo>
                <a:cubicBezTo>
                  <a:pt x="16396" y="11381"/>
                  <a:pt x="17282" y="11387"/>
                  <a:pt x="18441" y="11387"/>
                </a:cubicBezTo>
                <a:cubicBezTo>
                  <a:pt x="19850" y="11387"/>
                  <a:pt x="21662" y="11378"/>
                  <a:pt x="23069" y="11378"/>
                </a:cubicBezTo>
                <a:cubicBezTo>
                  <a:pt x="24227" y="11378"/>
                  <a:pt x="25111" y="11384"/>
                  <a:pt x="25270" y="11406"/>
                </a:cubicBezTo>
                <a:cubicBezTo>
                  <a:pt x="25969" y="11490"/>
                  <a:pt x="26687" y="11528"/>
                  <a:pt x="27391" y="11528"/>
                </a:cubicBezTo>
                <a:cubicBezTo>
                  <a:pt x="27490" y="11528"/>
                  <a:pt x="27589" y="11527"/>
                  <a:pt x="27687" y="11526"/>
                </a:cubicBezTo>
                <a:cubicBezTo>
                  <a:pt x="27893" y="11521"/>
                  <a:pt x="28098" y="11520"/>
                  <a:pt x="28304" y="11520"/>
                </a:cubicBezTo>
                <a:cubicBezTo>
                  <a:pt x="28814" y="11520"/>
                  <a:pt x="29324" y="11529"/>
                  <a:pt x="29834" y="11529"/>
                </a:cubicBezTo>
                <a:cubicBezTo>
                  <a:pt x="30238" y="11529"/>
                  <a:pt x="30641" y="11523"/>
                  <a:pt x="31044" y="11502"/>
                </a:cubicBezTo>
                <a:cubicBezTo>
                  <a:pt x="31445" y="11472"/>
                  <a:pt x="31849" y="11467"/>
                  <a:pt x="32255" y="11467"/>
                </a:cubicBezTo>
                <a:cubicBezTo>
                  <a:pt x="32462" y="11467"/>
                  <a:pt x="32671" y="11468"/>
                  <a:pt x="32878" y="11468"/>
                </a:cubicBezTo>
                <a:cubicBezTo>
                  <a:pt x="33241" y="11468"/>
                  <a:pt x="33603" y="11464"/>
                  <a:pt x="33961" y="11442"/>
                </a:cubicBezTo>
                <a:cubicBezTo>
                  <a:pt x="34102" y="11435"/>
                  <a:pt x="34719" y="11432"/>
                  <a:pt x="35621" y="11432"/>
                </a:cubicBezTo>
                <a:cubicBezTo>
                  <a:pt x="39231" y="11432"/>
                  <a:pt x="47413" y="11478"/>
                  <a:pt x="47975" y="11478"/>
                </a:cubicBezTo>
                <a:cubicBezTo>
                  <a:pt x="48324" y="11478"/>
                  <a:pt x="48684" y="11483"/>
                  <a:pt x="49037" y="11483"/>
                </a:cubicBezTo>
                <a:cubicBezTo>
                  <a:pt x="49213" y="11483"/>
                  <a:pt x="49388" y="11482"/>
                  <a:pt x="49559" y="11478"/>
                </a:cubicBezTo>
                <a:cubicBezTo>
                  <a:pt x="49606" y="11477"/>
                  <a:pt x="49653" y="11477"/>
                  <a:pt x="49700" y="11477"/>
                </a:cubicBezTo>
                <a:cubicBezTo>
                  <a:pt x="50096" y="11477"/>
                  <a:pt x="50491" y="11506"/>
                  <a:pt x="50883" y="11506"/>
                </a:cubicBezTo>
                <a:cubicBezTo>
                  <a:pt x="51034" y="11506"/>
                  <a:pt x="51183" y="11502"/>
                  <a:pt x="51333" y="11490"/>
                </a:cubicBezTo>
                <a:cubicBezTo>
                  <a:pt x="51486" y="11480"/>
                  <a:pt x="51655" y="11448"/>
                  <a:pt x="51820" y="11448"/>
                </a:cubicBezTo>
                <a:cubicBezTo>
                  <a:pt x="51860" y="11448"/>
                  <a:pt x="51900" y="11449"/>
                  <a:pt x="51940" y="11454"/>
                </a:cubicBezTo>
                <a:cubicBezTo>
                  <a:pt x="52511" y="11490"/>
                  <a:pt x="53071" y="11502"/>
                  <a:pt x="53642" y="11526"/>
                </a:cubicBezTo>
                <a:cubicBezTo>
                  <a:pt x="54095" y="11549"/>
                  <a:pt x="54547" y="11537"/>
                  <a:pt x="55000" y="11621"/>
                </a:cubicBezTo>
                <a:cubicBezTo>
                  <a:pt x="55073" y="11636"/>
                  <a:pt x="55162" y="11650"/>
                  <a:pt x="55250" y="11650"/>
                </a:cubicBezTo>
                <a:cubicBezTo>
                  <a:pt x="55433" y="11650"/>
                  <a:pt x="55607" y="11589"/>
                  <a:pt x="55607" y="11347"/>
                </a:cubicBezTo>
                <a:cubicBezTo>
                  <a:pt x="55607" y="11037"/>
                  <a:pt x="55678" y="10740"/>
                  <a:pt x="55655" y="10430"/>
                </a:cubicBezTo>
                <a:cubicBezTo>
                  <a:pt x="55631" y="9954"/>
                  <a:pt x="55547" y="9454"/>
                  <a:pt x="55631" y="9001"/>
                </a:cubicBezTo>
                <a:cubicBezTo>
                  <a:pt x="55738" y="8406"/>
                  <a:pt x="55643" y="7823"/>
                  <a:pt x="55666" y="7227"/>
                </a:cubicBezTo>
                <a:cubicBezTo>
                  <a:pt x="55702" y="6692"/>
                  <a:pt x="55464" y="6156"/>
                  <a:pt x="55559" y="5608"/>
                </a:cubicBezTo>
                <a:cubicBezTo>
                  <a:pt x="55559" y="5549"/>
                  <a:pt x="55559" y="5489"/>
                  <a:pt x="55464" y="5477"/>
                </a:cubicBezTo>
                <a:cubicBezTo>
                  <a:pt x="55309" y="5453"/>
                  <a:pt x="55345" y="5346"/>
                  <a:pt x="55369" y="5227"/>
                </a:cubicBezTo>
                <a:cubicBezTo>
                  <a:pt x="55393" y="5132"/>
                  <a:pt x="55488" y="5037"/>
                  <a:pt x="55428" y="4930"/>
                </a:cubicBezTo>
                <a:cubicBezTo>
                  <a:pt x="55190" y="4513"/>
                  <a:pt x="55143" y="4013"/>
                  <a:pt x="54797" y="3632"/>
                </a:cubicBezTo>
                <a:cubicBezTo>
                  <a:pt x="54559" y="3382"/>
                  <a:pt x="54321" y="3155"/>
                  <a:pt x="54047" y="2953"/>
                </a:cubicBezTo>
                <a:cubicBezTo>
                  <a:pt x="53690" y="2703"/>
                  <a:pt x="53392" y="2382"/>
                  <a:pt x="53047" y="2120"/>
                </a:cubicBezTo>
                <a:cubicBezTo>
                  <a:pt x="52714" y="1870"/>
                  <a:pt x="52392" y="1584"/>
                  <a:pt x="51940" y="1548"/>
                </a:cubicBezTo>
                <a:cubicBezTo>
                  <a:pt x="51868" y="1536"/>
                  <a:pt x="51904" y="1465"/>
                  <a:pt x="51880" y="1429"/>
                </a:cubicBezTo>
                <a:cubicBezTo>
                  <a:pt x="51838" y="1344"/>
                  <a:pt x="51801" y="1241"/>
                  <a:pt x="51723" y="1241"/>
                </a:cubicBezTo>
                <a:cubicBezTo>
                  <a:pt x="51692" y="1241"/>
                  <a:pt x="51654" y="1257"/>
                  <a:pt x="51606" y="1298"/>
                </a:cubicBezTo>
                <a:cubicBezTo>
                  <a:pt x="51559" y="1342"/>
                  <a:pt x="51520" y="1359"/>
                  <a:pt x="51488" y="1359"/>
                </a:cubicBezTo>
                <a:cubicBezTo>
                  <a:pt x="51415" y="1359"/>
                  <a:pt x="51374" y="1273"/>
                  <a:pt x="51333" y="1215"/>
                </a:cubicBezTo>
                <a:cubicBezTo>
                  <a:pt x="51273" y="1131"/>
                  <a:pt x="51249" y="1012"/>
                  <a:pt x="51106" y="977"/>
                </a:cubicBezTo>
                <a:lnTo>
                  <a:pt x="51106" y="977"/>
                </a:lnTo>
                <a:cubicBezTo>
                  <a:pt x="51130" y="1155"/>
                  <a:pt x="51071" y="1215"/>
                  <a:pt x="50868" y="1215"/>
                </a:cubicBezTo>
                <a:cubicBezTo>
                  <a:pt x="50689" y="1204"/>
                  <a:pt x="50605" y="1034"/>
                  <a:pt x="50486" y="1034"/>
                </a:cubicBezTo>
                <a:cubicBezTo>
                  <a:pt x="50479" y="1034"/>
                  <a:pt x="50471" y="1035"/>
                  <a:pt x="50463" y="1036"/>
                </a:cubicBezTo>
                <a:cubicBezTo>
                  <a:pt x="50403" y="1047"/>
                  <a:pt x="50345" y="1052"/>
                  <a:pt x="50288" y="1052"/>
                </a:cubicBezTo>
                <a:cubicBezTo>
                  <a:pt x="50097" y="1052"/>
                  <a:pt x="49918" y="999"/>
                  <a:pt x="49725" y="953"/>
                </a:cubicBezTo>
                <a:cubicBezTo>
                  <a:pt x="49284" y="851"/>
                  <a:pt x="48864" y="642"/>
                  <a:pt x="48394" y="642"/>
                </a:cubicBezTo>
                <a:cubicBezTo>
                  <a:pt x="48370" y="642"/>
                  <a:pt x="48345" y="642"/>
                  <a:pt x="48320" y="643"/>
                </a:cubicBezTo>
                <a:cubicBezTo>
                  <a:pt x="48307" y="644"/>
                  <a:pt x="48294" y="644"/>
                  <a:pt x="48280" y="644"/>
                </a:cubicBezTo>
                <a:cubicBezTo>
                  <a:pt x="47961" y="644"/>
                  <a:pt x="47653" y="512"/>
                  <a:pt x="47344" y="512"/>
                </a:cubicBezTo>
                <a:cubicBezTo>
                  <a:pt x="46951" y="500"/>
                  <a:pt x="34652" y="441"/>
                  <a:pt x="34259" y="417"/>
                </a:cubicBezTo>
                <a:cubicBezTo>
                  <a:pt x="34033" y="393"/>
                  <a:pt x="33818" y="358"/>
                  <a:pt x="33592" y="322"/>
                </a:cubicBezTo>
                <a:cubicBezTo>
                  <a:pt x="33411" y="303"/>
                  <a:pt x="33183" y="161"/>
                  <a:pt x="33045" y="161"/>
                </a:cubicBezTo>
                <a:cubicBezTo>
                  <a:pt x="33011" y="161"/>
                  <a:pt x="32982" y="170"/>
                  <a:pt x="32961" y="191"/>
                </a:cubicBezTo>
                <a:cubicBezTo>
                  <a:pt x="32864" y="294"/>
                  <a:pt x="32807" y="333"/>
                  <a:pt x="32771" y="333"/>
                </a:cubicBezTo>
                <a:cubicBezTo>
                  <a:pt x="32678" y="333"/>
                  <a:pt x="32727" y="77"/>
                  <a:pt x="32616" y="0"/>
                </a:cubicBezTo>
                <a:close/>
              </a:path>
            </a:pathLst>
          </a:custGeom>
          <a:solidFill>
            <a:srgbClr val="0B4585"/>
          </a:solid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dirty="0">
                <a:solidFill>
                  <a:schemeClr val="bg1"/>
                </a:solidFill>
                <a:latin typeface="Fira Sans Extra Condensed Medium"/>
                <a:sym typeface="Fira Sans Extra Condensed Medium"/>
              </a:rPr>
              <a:t>Cultural</a:t>
            </a:r>
            <a:endParaRPr dirty="0">
              <a:solidFill>
                <a:schemeClr val="bg1"/>
              </a:solidFill>
            </a:endParaRPr>
          </a:p>
        </p:txBody>
      </p:sp>
      <p:grpSp>
        <p:nvGrpSpPr>
          <p:cNvPr id="9" name="Google Shape;377;p21">
            <a:extLst>
              <a:ext uri="{FF2B5EF4-FFF2-40B4-BE49-F238E27FC236}">
                <a16:creationId xmlns:a16="http://schemas.microsoft.com/office/drawing/2014/main" id="{8C85DD44-B0B4-EA53-0E35-FAF36C009CD2}"/>
              </a:ext>
            </a:extLst>
          </p:cNvPr>
          <p:cNvGrpSpPr/>
          <p:nvPr/>
        </p:nvGrpSpPr>
        <p:grpSpPr>
          <a:xfrm>
            <a:off x="2990781" y="1514929"/>
            <a:ext cx="2575674" cy="2001727"/>
            <a:chOff x="2887738" y="2366715"/>
            <a:chExt cx="1649281" cy="2317062"/>
          </a:xfrm>
          <a:solidFill>
            <a:schemeClr val="tx1"/>
          </a:solidFill>
        </p:grpSpPr>
        <p:sp>
          <p:nvSpPr>
            <p:cNvPr id="10" name="Google Shape;378;p21">
              <a:extLst>
                <a:ext uri="{FF2B5EF4-FFF2-40B4-BE49-F238E27FC236}">
                  <a16:creationId xmlns:a16="http://schemas.microsoft.com/office/drawing/2014/main" id="{243D4601-8DFD-F5AF-C235-9707DFC8BF00}"/>
                </a:ext>
              </a:extLst>
            </p:cNvPr>
            <p:cNvSpPr/>
            <p:nvPr/>
          </p:nvSpPr>
          <p:spPr>
            <a:xfrm>
              <a:off x="2887738" y="2772774"/>
              <a:ext cx="1649281" cy="1911003"/>
            </a:xfrm>
            <a:custGeom>
              <a:avLst/>
              <a:gdLst/>
              <a:ahLst/>
              <a:cxnLst/>
              <a:rect l="l" t="t" r="r" b="b"/>
              <a:pathLst>
                <a:path w="58782" h="57250" extrusionOk="0">
                  <a:moveTo>
                    <a:pt x="33252" y="1059"/>
                  </a:moveTo>
                  <a:cubicBezTo>
                    <a:pt x="33276" y="1059"/>
                    <a:pt x="33297" y="1068"/>
                    <a:pt x="33314" y="1091"/>
                  </a:cubicBezTo>
                  <a:cubicBezTo>
                    <a:pt x="33427" y="1232"/>
                    <a:pt x="33582" y="1273"/>
                    <a:pt x="33726" y="1273"/>
                  </a:cubicBezTo>
                  <a:cubicBezTo>
                    <a:pt x="33825" y="1273"/>
                    <a:pt x="33920" y="1254"/>
                    <a:pt x="33993" y="1234"/>
                  </a:cubicBezTo>
                  <a:cubicBezTo>
                    <a:pt x="34118" y="1191"/>
                    <a:pt x="34240" y="1177"/>
                    <a:pt x="34361" y="1177"/>
                  </a:cubicBezTo>
                  <a:cubicBezTo>
                    <a:pt x="34539" y="1177"/>
                    <a:pt x="34711" y="1208"/>
                    <a:pt x="34874" y="1222"/>
                  </a:cubicBezTo>
                  <a:cubicBezTo>
                    <a:pt x="35017" y="1233"/>
                    <a:pt x="35160" y="1237"/>
                    <a:pt x="35303" y="1237"/>
                  </a:cubicBezTo>
                  <a:cubicBezTo>
                    <a:pt x="35588" y="1237"/>
                    <a:pt x="35872" y="1222"/>
                    <a:pt x="36153" y="1222"/>
                  </a:cubicBezTo>
                  <a:cubicBezTo>
                    <a:pt x="36364" y="1222"/>
                    <a:pt x="36573" y="1230"/>
                    <a:pt x="36779" y="1258"/>
                  </a:cubicBezTo>
                  <a:cubicBezTo>
                    <a:pt x="36893" y="1270"/>
                    <a:pt x="37606" y="1273"/>
                    <a:pt x="38608" y="1273"/>
                  </a:cubicBezTo>
                  <a:cubicBezTo>
                    <a:pt x="39422" y="1273"/>
                    <a:pt x="40426" y="1271"/>
                    <a:pt x="41455" y="1271"/>
                  </a:cubicBezTo>
                  <a:cubicBezTo>
                    <a:pt x="44060" y="1271"/>
                    <a:pt x="46826" y="1283"/>
                    <a:pt x="47066" y="1365"/>
                  </a:cubicBezTo>
                  <a:cubicBezTo>
                    <a:pt x="47387" y="1489"/>
                    <a:pt x="47726" y="1524"/>
                    <a:pt x="48069" y="1524"/>
                  </a:cubicBezTo>
                  <a:cubicBezTo>
                    <a:pt x="48286" y="1524"/>
                    <a:pt x="48504" y="1510"/>
                    <a:pt x="48721" y="1496"/>
                  </a:cubicBezTo>
                  <a:cubicBezTo>
                    <a:pt x="48764" y="1490"/>
                    <a:pt x="48838" y="1459"/>
                    <a:pt x="48908" y="1459"/>
                  </a:cubicBezTo>
                  <a:cubicBezTo>
                    <a:pt x="48975" y="1459"/>
                    <a:pt x="49037" y="1487"/>
                    <a:pt x="49066" y="1592"/>
                  </a:cubicBezTo>
                  <a:cubicBezTo>
                    <a:pt x="49075" y="1609"/>
                    <a:pt x="49116" y="1620"/>
                    <a:pt x="49142" y="1620"/>
                  </a:cubicBezTo>
                  <a:cubicBezTo>
                    <a:pt x="49151" y="1620"/>
                    <a:pt x="49158" y="1619"/>
                    <a:pt x="49162" y="1615"/>
                  </a:cubicBezTo>
                  <a:cubicBezTo>
                    <a:pt x="49263" y="1529"/>
                    <a:pt x="49362" y="1499"/>
                    <a:pt x="49459" y="1499"/>
                  </a:cubicBezTo>
                  <a:cubicBezTo>
                    <a:pt x="49673" y="1499"/>
                    <a:pt x="49880" y="1640"/>
                    <a:pt x="50092" y="1640"/>
                  </a:cubicBezTo>
                  <a:cubicBezTo>
                    <a:pt x="50104" y="1640"/>
                    <a:pt x="50115" y="1640"/>
                    <a:pt x="50126" y="1639"/>
                  </a:cubicBezTo>
                  <a:cubicBezTo>
                    <a:pt x="50181" y="1635"/>
                    <a:pt x="50235" y="1631"/>
                    <a:pt x="50287" y="1631"/>
                  </a:cubicBezTo>
                  <a:cubicBezTo>
                    <a:pt x="50404" y="1631"/>
                    <a:pt x="50512" y="1655"/>
                    <a:pt x="50602" y="1770"/>
                  </a:cubicBezTo>
                  <a:cubicBezTo>
                    <a:pt x="50636" y="1816"/>
                    <a:pt x="50679" y="1831"/>
                    <a:pt x="50725" y="1831"/>
                  </a:cubicBezTo>
                  <a:cubicBezTo>
                    <a:pt x="50776" y="1831"/>
                    <a:pt x="50832" y="1813"/>
                    <a:pt x="50888" y="1794"/>
                  </a:cubicBezTo>
                  <a:cubicBezTo>
                    <a:pt x="50982" y="1760"/>
                    <a:pt x="51074" y="1746"/>
                    <a:pt x="51163" y="1746"/>
                  </a:cubicBezTo>
                  <a:cubicBezTo>
                    <a:pt x="51513" y="1746"/>
                    <a:pt x="51832" y="1958"/>
                    <a:pt x="52174" y="1996"/>
                  </a:cubicBezTo>
                  <a:cubicBezTo>
                    <a:pt x="52273" y="2007"/>
                    <a:pt x="52382" y="2069"/>
                    <a:pt x="52501" y="2069"/>
                  </a:cubicBezTo>
                  <a:cubicBezTo>
                    <a:pt x="52511" y="2069"/>
                    <a:pt x="52521" y="2069"/>
                    <a:pt x="52531" y="2068"/>
                  </a:cubicBezTo>
                  <a:cubicBezTo>
                    <a:pt x="52570" y="2064"/>
                    <a:pt x="52607" y="2062"/>
                    <a:pt x="52643" y="2062"/>
                  </a:cubicBezTo>
                  <a:cubicBezTo>
                    <a:pt x="52841" y="2062"/>
                    <a:pt x="53007" y="2121"/>
                    <a:pt x="53198" y="2282"/>
                  </a:cubicBezTo>
                  <a:cubicBezTo>
                    <a:pt x="53378" y="2454"/>
                    <a:pt x="53640" y="2513"/>
                    <a:pt x="53886" y="2513"/>
                  </a:cubicBezTo>
                  <a:cubicBezTo>
                    <a:pt x="54015" y="2513"/>
                    <a:pt x="54139" y="2497"/>
                    <a:pt x="54246" y="2473"/>
                  </a:cubicBezTo>
                  <a:cubicBezTo>
                    <a:pt x="54313" y="2457"/>
                    <a:pt x="54378" y="2450"/>
                    <a:pt x="54440" y="2450"/>
                  </a:cubicBezTo>
                  <a:cubicBezTo>
                    <a:pt x="54703" y="2450"/>
                    <a:pt x="54911" y="2574"/>
                    <a:pt x="55055" y="2651"/>
                  </a:cubicBezTo>
                  <a:cubicBezTo>
                    <a:pt x="55460" y="2877"/>
                    <a:pt x="55913" y="3068"/>
                    <a:pt x="56234" y="3449"/>
                  </a:cubicBezTo>
                  <a:cubicBezTo>
                    <a:pt x="56508" y="3770"/>
                    <a:pt x="56782" y="4080"/>
                    <a:pt x="56829" y="4532"/>
                  </a:cubicBezTo>
                  <a:cubicBezTo>
                    <a:pt x="56841" y="4604"/>
                    <a:pt x="56901" y="4675"/>
                    <a:pt x="56948" y="4735"/>
                  </a:cubicBezTo>
                  <a:cubicBezTo>
                    <a:pt x="57413" y="5259"/>
                    <a:pt x="57329" y="5913"/>
                    <a:pt x="57484" y="6759"/>
                  </a:cubicBezTo>
                  <a:cubicBezTo>
                    <a:pt x="57722" y="7164"/>
                    <a:pt x="57246" y="7771"/>
                    <a:pt x="57377" y="8414"/>
                  </a:cubicBezTo>
                  <a:cubicBezTo>
                    <a:pt x="57448" y="8747"/>
                    <a:pt x="57270" y="9152"/>
                    <a:pt x="57353" y="9509"/>
                  </a:cubicBezTo>
                  <a:cubicBezTo>
                    <a:pt x="57496" y="10152"/>
                    <a:pt x="57246" y="10795"/>
                    <a:pt x="57413" y="11426"/>
                  </a:cubicBezTo>
                  <a:cubicBezTo>
                    <a:pt x="57448" y="11617"/>
                    <a:pt x="57341" y="11819"/>
                    <a:pt x="57365" y="12021"/>
                  </a:cubicBezTo>
                  <a:cubicBezTo>
                    <a:pt x="57389" y="12200"/>
                    <a:pt x="57198" y="12176"/>
                    <a:pt x="57103" y="12188"/>
                  </a:cubicBezTo>
                  <a:cubicBezTo>
                    <a:pt x="56729" y="12259"/>
                    <a:pt x="56322" y="12337"/>
                    <a:pt x="55957" y="12337"/>
                  </a:cubicBezTo>
                  <a:cubicBezTo>
                    <a:pt x="55833" y="12337"/>
                    <a:pt x="55714" y="12328"/>
                    <a:pt x="55603" y="12307"/>
                  </a:cubicBezTo>
                  <a:cubicBezTo>
                    <a:pt x="55525" y="12293"/>
                    <a:pt x="55447" y="12289"/>
                    <a:pt x="55367" y="12289"/>
                  </a:cubicBezTo>
                  <a:cubicBezTo>
                    <a:pt x="55216" y="12289"/>
                    <a:pt x="55062" y="12305"/>
                    <a:pt x="54907" y="12305"/>
                  </a:cubicBezTo>
                  <a:cubicBezTo>
                    <a:pt x="54720" y="12305"/>
                    <a:pt x="54530" y="12281"/>
                    <a:pt x="54341" y="12176"/>
                  </a:cubicBezTo>
                  <a:cubicBezTo>
                    <a:pt x="54213" y="12101"/>
                    <a:pt x="54046" y="12082"/>
                    <a:pt x="53866" y="12082"/>
                  </a:cubicBezTo>
                  <a:cubicBezTo>
                    <a:pt x="53666" y="12082"/>
                    <a:pt x="53451" y="12106"/>
                    <a:pt x="53252" y="12106"/>
                  </a:cubicBezTo>
                  <a:cubicBezTo>
                    <a:pt x="53229" y="12106"/>
                    <a:pt x="53208" y="12105"/>
                    <a:pt x="53186" y="12105"/>
                  </a:cubicBezTo>
                  <a:cubicBezTo>
                    <a:pt x="53051" y="12097"/>
                    <a:pt x="52913" y="12093"/>
                    <a:pt x="52775" y="12093"/>
                  </a:cubicBezTo>
                  <a:cubicBezTo>
                    <a:pt x="52499" y="12093"/>
                    <a:pt x="52222" y="12109"/>
                    <a:pt x="51960" y="12140"/>
                  </a:cubicBezTo>
                  <a:cubicBezTo>
                    <a:pt x="51388" y="12212"/>
                    <a:pt x="50817" y="12200"/>
                    <a:pt x="50245" y="12259"/>
                  </a:cubicBezTo>
                  <a:cubicBezTo>
                    <a:pt x="49447" y="12343"/>
                    <a:pt x="48638" y="12343"/>
                    <a:pt x="47828" y="12414"/>
                  </a:cubicBezTo>
                  <a:cubicBezTo>
                    <a:pt x="46947" y="12474"/>
                    <a:pt x="37148" y="12557"/>
                    <a:pt x="36279" y="12605"/>
                  </a:cubicBezTo>
                  <a:cubicBezTo>
                    <a:pt x="36338" y="12602"/>
                    <a:pt x="36376" y="12601"/>
                    <a:pt x="36393" y="12601"/>
                  </a:cubicBezTo>
                  <a:cubicBezTo>
                    <a:pt x="36657" y="12601"/>
                    <a:pt x="32014" y="12927"/>
                    <a:pt x="27349" y="12938"/>
                  </a:cubicBezTo>
                  <a:cubicBezTo>
                    <a:pt x="26943" y="12938"/>
                    <a:pt x="26527" y="13034"/>
                    <a:pt x="26140" y="13034"/>
                  </a:cubicBezTo>
                  <a:cubicBezTo>
                    <a:pt x="26118" y="13034"/>
                    <a:pt x="26097" y="13034"/>
                    <a:pt x="26075" y="13033"/>
                  </a:cubicBezTo>
                  <a:cubicBezTo>
                    <a:pt x="26003" y="13032"/>
                    <a:pt x="25809" y="13032"/>
                    <a:pt x="25519" y="13032"/>
                  </a:cubicBezTo>
                  <a:cubicBezTo>
                    <a:pt x="23130" y="13032"/>
                    <a:pt x="14240" y="13072"/>
                    <a:pt x="13645" y="13093"/>
                  </a:cubicBezTo>
                  <a:cubicBezTo>
                    <a:pt x="13110" y="13117"/>
                    <a:pt x="12562" y="13069"/>
                    <a:pt x="12014" y="13176"/>
                  </a:cubicBezTo>
                  <a:cubicBezTo>
                    <a:pt x="11916" y="13198"/>
                    <a:pt x="11809" y="13206"/>
                    <a:pt x="11699" y="13206"/>
                  </a:cubicBezTo>
                  <a:cubicBezTo>
                    <a:pt x="11474" y="13206"/>
                    <a:pt x="11232" y="13175"/>
                    <a:pt x="11005" y="13175"/>
                  </a:cubicBezTo>
                  <a:cubicBezTo>
                    <a:pt x="10980" y="13175"/>
                    <a:pt x="10955" y="13175"/>
                    <a:pt x="10931" y="13176"/>
                  </a:cubicBezTo>
                  <a:cubicBezTo>
                    <a:pt x="10881" y="13179"/>
                    <a:pt x="10831" y="13180"/>
                    <a:pt x="10782" y="13180"/>
                  </a:cubicBezTo>
                  <a:cubicBezTo>
                    <a:pt x="10493" y="13180"/>
                    <a:pt x="10204" y="13144"/>
                    <a:pt x="9911" y="13144"/>
                  </a:cubicBezTo>
                  <a:cubicBezTo>
                    <a:pt x="9772" y="13144"/>
                    <a:pt x="9631" y="13152"/>
                    <a:pt x="9490" y="13176"/>
                  </a:cubicBezTo>
                  <a:cubicBezTo>
                    <a:pt x="9270" y="13218"/>
                    <a:pt x="9035" y="13227"/>
                    <a:pt x="8796" y="13227"/>
                  </a:cubicBezTo>
                  <a:cubicBezTo>
                    <a:pt x="8618" y="13227"/>
                    <a:pt x="8438" y="13222"/>
                    <a:pt x="8261" y="13222"/>
                  </a:cubicBezTo>
                  <a:cubicBezTo>
                    <a:pt x="8202" y="13222"/>
                    <a:pt x="8143" y="13222"/>
                    <a:pt x="8085" y="13224"/>
                  </a:cubicBezTo>
                  <a:cubicBezTo>
                    <a:pt x="7690" y="13234"/>
                    <a:pt x="7295" y="13251"/>
                    <a:pt x="6894" y="13251"/>
                  </a:cubicBezTo>
                  <a:cubicBezTo>
                    <a:pt x="6799" y="13251"/>
                    <a:pt x="6704" y="13250"/>
                    <a:pt x="6609" y="13248"/>
                  </a:cubicBezTo>
                  <a:cubicBezTo>
                    <a:pt x="5990" y="13230"/>
                    <a:pt x="5371" y="13219"/>
                    <a:pt x="4752" y="13219"/>
                  </a:cubicBezTo>
                  <a:cubicBezTo>
                    <a:pt x="4526" y="13219"/>
                    <a:pt x="4299" y="13221"/>
                    <a:pt x="4073" y="13224"/>
                  </a:cubicBezTo>
                  <a:cubicBezTo>
                    <a:pt x="4012" y="13225"/>
                    <a:pt x="3951" y="13225"/>
                    <a:pt x="3891" y="13225"/>
                  </a:cubicBezTo>
                  <a:cubicBezTo>
                    <a:pt x="3661" y="13225"/>
                    <a:pt x="3431" y="13219"/>
                    <a:pt x="3201" y="13219"/>
                  </a:cubicBezTo>
                  <a:cubicBezTo>
                    <a:pt x="2789" y="13219"/>
                    <a:pt x="2377" y="13238"/>
                    <a:pt x="1965" y="13343"/>
                  </a:cubicBezTo>
                  <a:cubicBezTo>
                    <a:pt x="1918" y="13356"/>
                    <a:pt x="1874" y="13363"/>
                    <a:pt x="1835" y="13363"/>
                  </a:cubicBezTo>
                  <a:cubicBezTo>
                    <a:pt x="1664" y="13363"/>
                    <a:pt x="1567" y="13239"/>
                    <a:pt x="1596" y="12998"/>
                  </a:cubicBezTo>
                  <a:cubicBezTo>
                    <a:pt x="1703" y="11878"/>
                    <a:pt x="1608" y="10759"/>
                    <a:pt x="1644" y="9640"/>
                  </a:cubicBezTo>
                  <a:cubicBezTo>
                    <a:pt x="1680" y="8890"/>
                    <a:pt x="1584" y="8116"/>
                    <a:pt x="1799" y="7402"/>
                  </a:cubicBezTo>
                  <a:cubicBezTo>
                    <a:pt x="1965" y="6842"/>
                    <a:pt x="1953" y="6294"/>
                    <a:pt x="2049" y="5747"/>
                  </a:cubicBezTo>
                  <a:cubicBezTo>
                    <a:pt x="2132" y="5235"/>
                    <a:pt x="2537" y="4890"/>
                    <a:pt x="2918" y="4568"/>
                  </a:cubicBezTo>
                  <a:cubicBezTo>
                    <a:pt x="3323" y="4211"/>
                    <a:pt x="3727" y="3854"/>
                    <a:pt x="4132" y="3485"/>
                  </a:cubicBezTo>
                  <a:cubicBezTo>
                    <a:pt x="4406" y="3246"/>
                    <a:pt x="4775" y="3199"/>
                    <a:pt x="5073" y="3008"/>
                  </a:cubicBezTo>
                  <a:cubicBezTo>
                    <a:pt x="5525" y="2723"/>
                    <a:pt x="6049" y="2592"/>
                    <a:pt x="6549" y="2544"/>
                  </a:cubicBezTo>
                  <a:cubicBezTo>
                    <a:pt x="7238" y="2487"/>
                    <a:pt x="7872" y="2186"/>
                    <a:pt x="8557" y="2186"/>
                  </a:cubicBezTo>
                  <a:cubicBezTo>
                    <a:pt x="8582" y="2186"/>
                    <a:pt x="8607" y="2186"/>
                    <a:pt x="8633" y="2187"/>
                  </a:cubicBezTo>
                  <a:cubicBezTo>
                    <a:pt x="8655" y="2187"/>
                    <a:pt x="8676" y="2187"/>
                    <a:pt x="8695" y="2187"/>
                  </a:cubicBezTo>
                  <a:cubicBezTo>
                    <a:pt x="8811" y="2187"/>
                    <a:pt x="8881" y="2178"/>
                    <a:pt x="8942" y="2056"/>
                  </a:cubicBezTo>
                  <a:cubicBezTo>
                    <a:pt x="8953" y="2024"/>
                    <a:pt x="9002" y="1983"/>
                    <a:pt x="9020" y="1983"/>
                  </a:cubicBezTo>
                  <a:cubicBezTo>
                    <a:pt x="9023" y="1983"/>
                    <a:pt x="9024" y="1983"/>
                    <a:pt x="9026" y="1984"/>
                  </a:cubicBezTo>
                  <a:cubicBezTo>
                    <a:pt x="9145" y="2069"/>
                    <a:pt x="9265" y="2097"/>
                    <a:pt x="9386" y="2097"/>
                  </a:cubicBezTo>
                  <a:cubicBezTo>
                    <a:pt x="9636" y="2097"/>
                    <a:pt x="9888" y="1975"/>
                    <a:pt x="10137" y="1975"/>
                  </a:cubicBezTo>
                  <a:cubicBezTo>
                    <a:pt x="10175" y="1975"/>
                    <a:pt x="10214" y="1978"/>
                    <a:pt x="10252" y="1984"/>
                  </a:cubicBezTo>
                  <a:cubicBezTo>
                    <a:pt x="10277" y="1993"/>
                    <a:pt x="10313" y="2007"/>
                    <a:pt x="10337" y="2007"/>
                  </a:cubicBezTo>
                  <a:cubicBezTo>
                    <a:pt x="10347" y="2007"/>
                    <a:pt x="10355" y="2004"/>
                    <a:pt x="10359" y="1996"/>
                  </a:cubicBezTo>
                  <a:cubicBezTo>
                    <a:pt x="10504" y="1846"/>
                    <a:pt x="10674" y="1823"/>
                    <a:pt x="10848" y="1823"/>
                  </a:cubicBezTo>
                  <a:cubicBezTo>
                    <a:pt x="10926" y="1823"/>
                    <a:pt x="11004" y="1828"/>
                    <a:pt x="11081" y="1828"/>
                  </a:cubicBezTo>
                  <a:cubicBezTo>
                    <a:pt x="11203" y="1828"/>
                    <a:pt x="11322" y="1817"/>
                    <a:pt x="11431" y="1758"/>
                  </a:cubicBezTo>
                  <a:cubicBezTo>
                    <a:pt x="11610" y="1657"/>
                    <a:pt x="11801" y="1634"/>
                    <a:pt x="11994" y="1634"/>
                  </a:cubicBezTo>
                  <a:cubicBezTo>
                    <a:pt x="12161" y="1634"/>
                    <a:pt x="12330" y="1652"/>
                    <a:pt x="12493" y="1652"/>
                  </a:cubicBezTo>
                  <a:cubicBezTo>
                    <a:pt x="12654" y="1652"/>
                    <a:pt x="12809" y="1635"/>
                    <a:pt x="12955" y="1568"/>
                  </a:cubicBezTo>
                  <a:cubicBezTo>
                    <a:pt x="13407" y="1353"/>
                    <a:pt x="13872" y="1532"/>
                    <a:pt x="14324" y="1341"/>
                  </a:cubicBezTo>
                  <a:cubicBezTo>
                    <a:pt x="14361" y="1328"/>
                    <a:pt x="15266" y="1324"/>
                    <a:pt x="16543" y="1324"/>
                  </a:cubicBezTo>
                  <a:cubicBezTo>
                    <a:pt x="18247" y="1324"/>
                    <a:pt x="20614" y="1331"/>
                    <a:pt x="22474" y="1331"/>
                  </a:cubicBezTo>
                  <a:cubicBezTo>
                    <a:pt x="24102" y="1331"/>
                    <a:pt x="25341" y="1326"/>
                    <a:pt x="25409" y="1306"/>
                  </a:cubicBezTo>
                  <a:cubicBezTo>
                    <a:pt x="25472" y="1288"/>
                    <a:pt x="25536" y="1281"/>
                    <a:pt x="25601" y="1281"/>
                  </a:cubicBezTo>
                  <a:cubicBezTo>
                    <a:pt x="25785" y="1281"/>
                    <a:pt x="25972" y="1335"/>
                    <a:pt x="26154" y="1335"/>
                  </a:cubicBezTo>
                  <a:cubicBezTo>
                    <a:pt x="26290" y="1335"/>
                    <a:pt x="26424" y="1305"/>
                    <a:pt x="26552" y="1199"/>
                  </a:cubicBezTo>
                  <a:cubicBezTo>
                    <a:pt x="26572" y="1182"/>
                    <a:pt x="26600" y="1175"/>
                    <a:pt x="26634" y="1175"/>
                  </a:cubicBezTo>
                  <a:cubicBezTo>
                    <a:pt x="26720" y="1175"/>
                    <a:pt x="26839" y="1217"/>
                    <a:pt x="26933" y="1234"/>
                  </a:cubicBezTo>
                  <a:cubicBezTo>
                    <a:pt x="27088" y="1260"/>
                    <a:pt x="27235" y="1293"/>
                    <a:pt x="27386" y="1293"/>
                  </a:cubicBezTo>
                  <a:cubicBezTo>
                    <a:pt x="27513" y="1293"/>
                    <a:pt x="27642" y="1270"/>
                    <a:pt x="27778" y="1199"/>
                  </a:cubicBezTo>
                  <a:cubicBezTo>
                    <a:pt x="27824" y="1177"/>
                    <a:pt x="27877" y="1170"/>
                    <a:pt x="27934" y="1170"/>
                  </a:cubicBezTo>
                  <a:cubicBezTo>
                    <a:pt x="28065" y="1170"/>
                    <a:pt x="28216" y="1211"/>
                    <a:pt x="28350" y="1211"/>
                  </a:cubicBezTo>
                  <a:cubicBezTo>
                    <a:pt x="28613" y="1226"/>
                    <a:pt x="29416" y="1245"/>
                    <a:pt x="30299" y="1245"/>
                  </a:cubicBezTo>
                  <a:cubicBezTo>
                    <a:pt x="31492" y="1245"/>
                    <a:pt x="32829" y="1210"/>
                    <a:pt x="33172" y="1080"/>
                  </a:cubicBezTo>
                  <a:cubicBezTo>
                    <a:pt x="33201" y="1068"/>
                    <a:pt x="33228" y="1059"/>
                    <a:pt x="33252" y="1059"/>
                  </a:cubicBezTo>
                  <a:close/>
                  <a:moveTo>
                    <a:pt x="52258" y="13048"/>
                  </a:moveTo>
                  <a:cubicBezTo>
                    <a:pt x="52330" y="13048"/>
                    <a:pt x="52418" y="13093"/>
                    <a:pt x="52495" y="13093"/>
                  </a:cubicBezTo>
                  <a:cubicBezTo>
                    <a:pt x="52630" y="13070"/>
                    <a:pt x="52764" y="13061"/>
                    <a:pt x="52898" y="13061"/>
                  </a:cubicBezTo>
                  <a:cubicBezTo>
                    <a:pt x="53260" y="13061"/>
                    <a:pt x="53619" y="13131"/>
                    <a:pt x="53984" y="13200"/>
                  </a:cubicBezTo>
                  <a:cubicBezTo>
                    <a:pt x="54157" y="13230"/>
                    <a:pt x="54340" y="13235"/>
                    <a:pt x="54524" y="13235"/>
                  </a:cubicBezTo>
                  <a:cubicBezTo>
                    <a:pt x="54619" y="13235"/>
                    <a:pt x="54713" y="13233"/>
                    <a:pt x="54807" y="13233"/>
                  </a:cubicBezTo>
                  <a:cubicBezTo>
                    <a:pt x="54971" y="13233"/>
                    <a:pt x="55131" y="13237"/>
                    <a:pt x="55281" y="13260"/>
                  </a:cubicBezTo>
                  <a:cubicBezTo>
                    <a:pt x="55307" y="13262"/>
                    <a:pt x="55333" y="13264"/>
                    <a:pt x="55358" y="13264"/>
                  </a:cubicBezTo>
                  <a:cubicBezTo>
                    <a:pt x="55556" y="13264"/>
                    <a:pt x="55750" y="13188"/>
                    <a:pt x="55946" y="13188"/>
                  </a:cubicBezTo>
                  <a:cubicBezTo>
                    <a:pt x="56041" y="13188"/>
                    <a:pt x="56137" y="13206"/>
                    <a:pt x="56234" y="13260"/>
                  </a:cubicBezTo>
                  <a:cubicBezTo>
                    <a:pt x="56275" y="13284"/>
                    <a:pt x="56329" y="13294"/>
                    <a:pt x="56390" y="13294"/>
                  </a:cubicBezTo>
                  <a:cubicBezTo>
                    <a:pt x="56508" y="13294"/>
                    <a:pt x="56652" y="13255"/>
                    <a:pt x="56770" y="13200"/>
                  </a:cubicBezTo>
                  <a:cubicBezTo>
                    <a:pt x="56843" y="13169"/>
                    <a:pt x="56918" y="13154"/>
                    <a:pt x="56990" y="13154"/>
                  </a:cubicBezTo>
                  <a:cubicBezTo>
                    <a:pt x="57244" y="13154"/>
                    <a:pt x="57466" y="13338"/>
                    <a:pt x="57484" y="13617"/>
                  </a:cubicBezTo>
                  <a:cubicBezTo>
                    <a:pt x="57532" y="14212"/>
                    <a:pt x="57508" y="14819"/>
                    <a:pt x="57567" y="15415"/>
                  </a:cubicBezTo>
                  <a:cubicBezTo>
                    <a:pt x="57651" y="16379"/>
                    <a:pt x="57520" y="17332"/>
                    <a:pt x="57591" y="18296"/>
                  </a:cubicBezTo>
                  <a:cubicBezTo>
                    <a:pt x="57615" y="18725"/>
                    <a:pt x="57591" y="19201"/>
                    <a:pt x="57496" y="19629"/>
                  </a:cubicBezTo>
                  <a:cubicBezTo>
                    <a:pt x="57437" y="19915"/>
                    <a:pt x="57508" y="20177"/>
                    <a:pt x="57496" y="20439"/>
                  </a:cubicBezTo>
                  <a:cubicBezTo>
                    <a:pt x="57448" y="21237"/>
                    <a:pt x="57508" y="22035"/>
                    <a:pt x="57496" y="22820"/>
                  </a:cubicBezTo>
                  <a:cubicBezTo>
                    <a:pt x="57496" y="23475"/>
                    <a:pt x="57389" y="24142"/>
                    <a:pt x="57448" y="24785"/>
                  </a:cubicBezTo>
                  <a:cubicBezTo>
                    <a:pt x="57508" y="25571"/>
                    <a:pt x="57401" y="26345"/>
                    <a:pt x="57401" y="27118"/>
                  </a:cubicBezTo>
                  <a:cubicBezTo>
                    <a:pt x="57413" y="27857"/>
                    <a:pt x="57532" y="28619"/>
                    <a:pt x="57413" y="29357"/>
                  </a:cubicBezTo>
                  <a:cubicBezTo>
                    <a:pt x="57353" y="29797"/>
                    <a:pt x="57294" y="30262"/>
                    <a:pt x="57365" y="30667"/>
                  </a:cubicBezTo>
                  <a:cubicBezTo>
                    <a:pt x="57472" y="31274"/>
                    <a:pt x="57306" y="31857"/>
                    <a:pt x="57377" y="32452"/>
                  </a:cubicBezTo>
                  <a:cubicBezTo>
                    <a:pt x="57425" y="32845"/>
                    <a:pt x="57377" y="33310"/>
                    <a:pt x="57329" y="33738"/>
                  </a:cubicBezTo>
                  <a:cubicBezTo>
                    <a:pt x="57282" y="34143"/>
                    <a:pt x="57341" y="34548"/>
                    <a:pt x="57341" y="34941"/>
                  </a:cubicBezTo>
                  <a:cubicBezTo>
                    <a:pt x="57341" y="35441"/>
                    <a:pt x="57353" y="35941"/>
                    <a:pt x="57341" y="36441"/>
                  </a:cubicBezTo>
                  <a:cubicBezTo>
                    <a:pt x="57329" y="36834"/>
                    <a:pt x="57413" y="37239"/>
                    <a:pt x="57401" y="37608"/>
                  </a:cubicBezTo>
                  <a:cubicBezTo>
                    <a:pt x="57377" y="38036"/>
                    <a:pt x="57341" y="38465"/>
                    <a:pt x="57365" y="38906"/>
                  </a:cubicBezTo>
                  <a:cubicBezTo>
                    <a:pt x="57389" y="39560"/>
                    <a:pt x="57341" y="40227"/>
                    <a:pt x="57389" y="40894"/>
                  </a:cubicBezTo>
                  <a:cubicBezTo>
                    <a:pt x="57425" y="41263"/>
                    <a:pt x="57484" y="41668"/>
                    <a:pt x="57401" y="42073"/>
                  </a:cubicBezTo>
                  <a:cubicBezTo>
                    <a:pt x="57353" y="42311"/>
                    <a:pt x="57317" y="42644"/>
                    <a:pt x="57425" y="42942"/>
                  </a:cubicBezTo>
                  <a:cubicBezTo>
                    <a:pt x="57508" y="43180"/>
                    <a:pt x="57496" y="43478"/>
                    <a:pt x="57425" y="43751"/>
                  </a:cubicBezTo>
                  <a:cubicBezTo>
                    <a:pt x="57341" y="44073"/>
                    <a:pt x="57401" y="44430"/>
                    <a:pt x="57389" y="44775"/>
                  </a:cubicBezTo>
                  <a:cubicBezTo>
                    <a:pt x="57365" y="45311"/>
                    <a:pt x="57270" y="45871"/>
                    <a:pt x="57329" y="46395"/>
                  </a:cubicBezTo>
                  <a:cubicBezTo>
                    <a:pt x="57389" y="46895"/>
                    <a:pt x="57234" y="47359"/>
                    <a:pt x="57210" y="47835"/>
                  </a:cubicBezTo>
                  <a:cubicBezTo>
                    <a:pt x="57186" y="48300"/>
                    <a:pt x="57198" y="48776"/>
                    <a:pt x="57020" y="49228"/>
                  </a:cubicBezTo>
                  <a:cubicBezTo>
                    <a:pt x="56936" y="49455"/>
                    <a:pt x="57079" y="49716"/>
                    <a:pt x="56972" y="49967"/>
                  </a:cubicBezTo>
                  <a:cubicBezTo>
                    <a:pt x="56925" y="50097"/>
                    <a:pt x="56972" y="50276"/>
                    <a:pt x="56794" y="50359"/>
                  </a:cubicBezTo>
                  <a:cubicBezTo>
                    <a:pt x="56734" y="50395"/>
                    <a:pt x="56746" y="50443"/>
                    <a:pt x="56805" y="50514"/>
                  </a:cubicBezTo>
                  <a:cubicBezTo>
                    <a:pt x="56865" y="50621"/>
                    <a:pt x="56841" y="50705"/>
                    <a:pt x="56746" y="50859"/>
                  </a:cubicBezTo>
                  <a:cubicBezTo>
                    <a:pt x="56496" y="51288"/>
                    <a:pt x="56127" y="51610"/>
                    <a:pt x="55841" y="51991"/>
                  </a:cubicBezTo>
                  <a:cubicBezTo>
                    <a:pt x="55460" y="52503"/>
                    <a:pt x="55103" y="53026"/>
                    <a:pt x="54555" y="53407"/>
                  </a:cubicBezTo>
                  <a:cubicBezTo>
                    <a:pt x="54162" y="53681"/>
                    <a:pt x="53746" y="53907"/>
                    <a:pt x="53353" y="54157"/>
                  </a:cubicBezTo>
                  <a:cubicBezTo>
                    <a:pt x="53126" y="54300"/>
                    <a:pt x="52817" y="54431"/>
                    <a:pt x="52495" y="54443"/>
                  </a:cubicBezTo>
                  <a:cubicBezTo>
                    <a:pt x="52186" y="54467"/>
                    <a:pt x="51864" y="54610"/>
                    <a:pt x="51579" y="54741"/>
                  </a:cubicBezTo>
                  <a:cubicBezTo>
                    <a:pt x="50936" y="55062"/>
                    <a:pt x="50209" y="55134"/>
                    <a:pt x="49519" y="55277"/>
                  </a:cubicBezTo>
                  <a:cubicBezTo>
                    <a:pt x="48507" y="55479"/>
                    <a:pt x="47483" y="55705"/>
                    <a:pt x="46459" y="55836"/>
                  </a:cubicBezTo>
                  <a:cubicBezTo>
                    <a:pt x="46007" y="55908"/>
                    <a:pt x="36601" y="55848"/>
                    <a:pt x="36148" y="55943"/>
                  </a:cubicBezTo>
                  <a:cubicBezTo>
                    <a:pt x="36040" y="55962"/>
                    <a:pt x="35931" y="55968"/>
                    <a:pt x="35821" y="55968"/>
                  </a:cubicBezTo>
                  <a:cubicBezTo>
                    <a:pt x="35651" y="55968"/>
                    <a:pt x="35481" y="55954"/>
                    <a:pt x="35312" y="55954"/>
                  </a:cubicBezTo>
                  <a:cubicBezTo>
                    <a:pt x="35097" y="55954"/>
                    <a:pt x="34886" y="55976"/>
                    <a:pt x="34684" y="56074"/>
                  </a:cubicBezTo>
                  <a:cubicBezTo>
                    <a:pt x="34668" y="56081"/>
                    <a:pt x="34652" y="56084"/>
                    <a:pt x="34636" y="56084"/>
                  </a:cubicBezTo>
                  <a:cubicBezTo>
                    <a:pt x="34550" y="56084"/>
                    <a:pt x="34462" y="56006"/>
                    <a:pt x="34378" y="56006"/>
                  </a:cubicBezTo>
                  <a:cubicBezTo>
                    <a:pt x="34335" y="56006"/>
                    <a:pt x="34294" y="56026"/>
                    <a:pt x="34255" y="56086"/>
                  </a:cubicBezTo>
                  <a:cubicBezTo>
                    <a:pt x="34140" y="56014"/>
                    <a:pt x="34025" y="55989"/>
                    <a:pt x="33911" y="55989"/>
                  </a:cubicBezTo>
                  <a:cubicBezTo>
                    <a:pt x="33649" y="55989"/>
                    <a:pt x="33389" y="56122"/>
                    <a:pt x="33124" y="56122"/>
                  </a:cubicBezTo>
                  <a:cubicBezTo>
                    <a:pt x="32540" y="56131"/>
                    <a:pt x="30266" y="56174"/>
                    <a:pt x="28853" y="56174"/>
                  </a:cubicBezTo>
                  <a:cubicBezTo>
                    <a:pt x="28395" y="56174"/>
                    <a:pt x="28027" y="56169"/>
                    <a:pt x="27838" y="56158"/>
                  </a:cubicBezTo>
                  <a:cubicBezTo>
                    <a:pt x="27752" y="56152"/>
                    <a:pt x="27666" y="56150"/>
                    <a:pt x="27580" y="56150"/>
                  </a:cubicBezTo>
                  <a:cubicBezTo>
                    <a:pt x="27328" y="56150"/>
                    <a:pt x="27075" y="56168"/>
                    <a:pt x="26823" y="56168"/>
                  </a:cubicBezTo>
                  <a:cubicBezTo>
                    <a:pt x="26614" y="56168"/>
                    <a:pt x="26404" y="56156"/>
                    <a:pt x="26195" y="56110"/>
                  </a:cubicBezTo>
                  <a:cubicBezTo>
                    <a:pt x="25742" y="56015"/>
                    <a:pt x="14848" y="56051"/>
                    <a:pt x="14384" y="55991"/>
                  </a:cubicBezTo>
                  <a:cubicBezTo>
                    <a:pt x="13729" y="55896"/>
                    <a:pt x="13050" y="55836"/>
                    <a:pt x="12407" y="55824"/>
                  </a:cubicBezTo>
                  <a:cubicBezTo>
                    <a:pt x="12002" y="55812"/>
                    <a:pt x="11609" y="55741"/>
                    <a:pt x="11228" y="55693"/>
                  </a:cubicBezTo>
                  <a:cubicBezTo>
                    <a:pt x="10883" y="55658"/>
                    <a:pt x="10514" y="55562"/>
                    <a:pt x="10169" y="55551"/>
                  </a:cubicBezTo>
                  <a:cubicBezTo>
                    <a:pt x="9800" y="55539"/>
                    <a:pt x="9454" y="55396"/>
                    <a:pt x="9085" y="55396"/>
                  </a:cubicBezTo>
                  <a:cubicBezTo>
                    <a:pt x="9082" y="55396"/>
                    <a:pt x="9078" y="55396"/>
                    <a:pt x="9074" y="55396"/>
                  </a:cubicBezTo>
                  <a:cubicBezTo>
                    <a:pt x="8963" y="55396"/>
                    <a:pt x="8851" y="55229"/>
                    <a:pt x="8739" y="55229"/>
                  </a:cubicBezTo>
                  <a:cubicBezTo>
                    <a:pt x="8735" y="55229"/>
                    <a:pt x="8732" y="55229"/>
                    <a:pt x="8728" y="55229"/>
                  </a:cubicBezTo>
                  <a:cubicBezTo>
                    <a:pt x="8694" y="55231"/>
                    <a:pt x="8659" y="55231"/>
                    <a:pt x="8625" y="55231"/>
                  </a:cubicBezTo>
                  <a:cubicBezTo>
                    <a:pt x="7891" y="55231"/>
                    <a:pt x="7219" y="54881"/>
                    <a:pt x="6513" y="54824"/>
                  </a:cubicBezTo>
                  <a:cubicBezTo>
                    <a:pt x="5927" y="54789"/>
                    <a:pt x="5467" y="54383"/>
                    <a:pt x="4918" y="54383"/>
                  </a:cubicBezTo>
                  <a:cubicBezTo>
                    <a:pt x="4910" y="54383"/>
                    <a:pt x="4902" y="54384"/>
                    <a:pt x="4894" y="54384"/>
                  </a:cubicBezTo>
                  <a:cubicBezTo>
                    <a:pt x="4466" y="54384"/>
                    <a:pt x="4251" y="53967"/>
                    <a:pt x="3870" y="53943"/>
                  </a:cubicBezTo>
                  <a:cubicBezTo>
                    <a:pt x="3418" y="53919"/>
                    <a:pt x="3037" y="53634"/>
                    <a:pt x="2799" y="53384"/>
                  </a:cubicBezTo>
                  <a:cubicBezTo>
                    <a:pt x="2394" y="52955"/>
                    <a:pt x="2025" y="52491"/>
                    <a:pt x="1834" y="51836"/>
                  </a:cubicBezTo>
                  <a:cubicBezTo>
                    <a:pt x="1549" y="50848"/>
                    <a:pt x="1549" y="49836"/>
                    <a:pt x="1346" y="48859"/>
                  </a:cubicBezTo>
                  <a:cubicBezTo>
                    <a:pt x="1120" y="47728"/>
                    <a:pt x="1191" y="46597"/>
                    <a:pt x="1215" y="45478"/>
                  </a:cubicBezTo>
                  <a:cubicBezTo>
                    <a:pt x="1215" y="44954"/>
                    <a:pt x="1227" y="44430"/>
                    <a:pt x="1275" y="43918"/>
                  </a:cubicBezTo>
                  <a:cubicBezTo>
                    <a:pt x="1310" y="43513"/>
                    <a:pt x="1239" y="43097"/>
                    <a:pt x="1406" y="42704"/>
                  </a:cubicBezTo>
                  <a:cubicBezTo>
                    <a:pt x="1477" y="42549"/>
                    <a:pt x="1370" y="42335"/>
                    <a:pt x="1394" y="42156"/>
                  </a:cubicBezTo>
                  <a:cubicBezTo>
                    <a:pt x="1513" y="41108"/>
                    <a:pt x="1525" y="40037"/>
                    <a:pt x="1453" y="38989"/>
                  </a:cubicBezTo>
                  <a:cubicBezTo>
                    <a:pt x="1382" y="38156"/>
                    <a:pt x="1430" y="37322"/>
                    <a:pt x="1275" y="36489"/>
                  </a:cubicBezTo>
                  <a:cubicBezTo>
                    <a:pt x="1156" y="35858"/>
                    <a:pt x="1287" y="35191"/>
                    <a:pt x="1227" y="34536"/>
                  </a:cubicBezTo>
                  <a:cubicBezTo>
                    <a:pt x="1156" y="33774"/>
                    <a:pt x="1239" y="33000"/>
                    <a:pt x="1084" y="32238"/>
                  </a:cubicBezTo>
                  <a:cubicBezTo>
                    <a:pt x="1060" y="32155"/>
                    <a:pt x="1037" y="32048"/>
                    <a:pt x="1072" y="31964"/>
                  </a:cubicBezTo>
                  <a:cubicBezTo>
                    <a:pt x="1263" y="31500"/>
                    <a:pt x="1013" y="31036"/>
                    <a:pt x="1037" y="30571"/>
                  </a:cubicBezTo>
                  <a:cubicBezTo>
                    <a:pt x="1072" y="30155"/>
                    <a:pt x="989" y="29726"/>
                    <a:pt x="1037" y="29309"/>
                  </a:cubicBezTo>
                  <a:cubicBezTo>
                    <a:pt x="1072" y="28928"/>
                    <a:pt x="1060" y="28523"/>
                    <a:pt x="1013" y="28154"/>
                  </a:cubicBezTo>
                  <a:cubicBezTo>
                    <a:pt x="929" y="27535"/>
                    <a:pt x="1049" y="26952"/>
                    <a:pt x="1096" y="26345"/>
                  </a:cubicBezTo>
                  <a:cubicBezTo>
                    <a:pt x="1120" y="26023"/>
                    <a:pt x="1108" y="25690"/>
                    <a:pt x="1072" y="25392"/>
                  </a:cubicBezTo>
                  <a:cubicBezTo>
                    <a:pt x="965" y="24440"/>
                    <a:pt x="1060" y="23487"/>
                    <a:pt x="1013" y="22535"/>
                  </a:cubicBezTo>
                  <a:cubicBezTo>
                    <a:pt x="965" y="21808"/>
                    <a:pt x="1144" y="21082"/>
                    <a:pt x="1168" y="20344"/>
                  </a:cubicBezTo>
                  <a:cubicBezTo>
                    <a:pt x="1179" y="19868"/>
                    <a:pt x="1179" y="19391"/>
                    <a:pt x="1239" y="18915"/>
                  </a:cubicBezTo>
                  <a:cubicBezTo>
                    <a:pt x="1322" y="18225"/>
                    <a:pt x="1334" y="17522"/>
                    <a:pt x="1382" y="16831"/>
                  </a:cubicBezTo>
                  <a:cubicBezTo>
                    <a:pt x="1430" y="16141"/>
                    <a:pt x="1513" y="15462"/>
                    <a:pt x="1525" y="14784"/>
                  </a:cubicBezTo>
                  <a:cubicBezTo>
                    <a:pt x="1537" y="14641"/>
                    <a:pt x="1751" y="14474"/>
                    <a:pt x="1525" y="14343"/>
                  </a:cubicBezTo>
                  <a:cubicBezTo>
                    <a:pt x="1546" y="14321"/>
                    <a:pt x="1588" y="14270"/>
                    <a:pt x="1595" y="14270"/>
                  </a:cubicBezTo>
                  <a:cubicBezTo>
                    <a:pt x="1596" y="14270"/>
                    <a:pt x="1596" y="14271"/>
                    <a:pt x="1596" y="14272"/>
                  </a:cubicBezTo>
                  <a:cubicBezTo>
                    <a:pt x="1651" y="14313"/>
                    <a:pt x="1706" y="14328"/>
                    <a:pt x="1761" y="14328"/>
                  </a:cubicBezTo>
                  <a:cubicBezTo>
                    <a:pt x="1917" y="14328"/>
                    <a:pt x="2072" y="14204"/>
                    <a:pt x="2232" y="14204"/>
                  </a:cubicBezTo>
                  <a:cubicBezTo>
                    <a:pt x="2293" y="14204"/>
                    <a:pt x="2355" y="14222"/>
                    <a:pt x="2418" y="14272"/>
                  </a:cubicBezTo>
                  <a:cubicBezTo>
                    <a:pt x="2433" y="14285"/>
                    <a:pt x="2446" y="14291"/>
                    <a:pt x="2457" y="14291"/>
                  </a:cubicBezTo>
                  <a:cubicBezTo>
                    <a:pt x="2516" y="14291"/>
                    <a:pt x="2534" y="14137"/>
                    <a:pt x="2644" y="14117"/>
                  </a:cubicBezTo>
                  <a:cubicBezTo>
                    <a:pt x="2722" y="14105"/>
                    <a:pt x="2799" y="14101"/>
                    <a:pt x="2876" y="14101"/>
                  </a:cubicBezTo>
                  <a:cubicBezTo>
                    <a:pt x="3136" y="14101"/>
                    <a:pt x="3393" y="14151"/>
                    <a:pt x="3653" y="14151"/>
                  </a:cubicBezTo>
                  <a:cubicBezTo>
                    <a:pt x="3717" y="14151"/>
                    <a:pt x="3782" y="14148"/>
                    <a:pt x="3846" y="14141"/>
                  </a:cubicBezTo>
                  <a:cubicBezTo>
                    <a:pt x="4001" y="14117"/>
                    <a:pt x="4156" y="14109"/>
                    <a:pt x="4311" y="14109"/>
                  </a:cubicBezTo>
                  <a:cubicBezTo>
                    <a:pt x="4620" y="14109"/>
                    <a:pt x="4930" y="14141"/>
                    <a:pt x="5240" y="14141"/>
                  </a:cubicBezTo>
                  <a:cubicBezTo>
                    <a:pt x="5632" y="14141"/>
                    <a:pt x="6037" y="14141"/>
                    <a:pt x="6430" y="14164"/>
                  </a:cubicBezTo>
                  <a:cubicBezTo>
                    <a:pt x="6556" y="14172"/>
                    <a:pt x="6682" y="14175"/>
                    <a:pt x="6808" y="14175"/>
                  </a:cubicBezTo>
                  <a:cubicBezTo>
                    <a:pt x="7252" y="14175"/>
                    <a:pt x="7695" y="14139"/>
                    <a:pt x="8132" y="14139"/>
                  </a:cubicBezTo>
                  <a:cubicBezTo>
                    <a:pt x="8180" y="14139"/>
                    <a:pt x="8228" y="14140"/>
                    <a:pt x="8276" y="14141"/>
                  </a:cubicBezTo>
                  <a:cubicBezTo>
                    <a:pt x="8291" y="14141"/>
                    <a:pt x="8307" y="14141"/>
                    <a:pt x="8323" y="14141"/>
                  </a:cubicBezTo>
                  <a:cubicBezTo>
                    <a:pt x="8550" y="14141"/>
                    <a:pt x="8768" y="14090"/>
                    <a:pt x="8997" y="14090"/>
                  </a:cubicBezTo>
                  <a:cubicBezTo>
                    <a:pt x="9110" y="14090"/>
                    <a:pt x="9226" y="14103"/>
                    <a:pt x="9347" y="14141"/>
                  </a:cubicBezTo>
                  <a:cubicBezTo>
                    <a:pt x="9435" y="14167"/>
                    <a:pt x="9530" y="14177"/>
                    <a:pt x="9631" y="14177"/>
                  </a:cubicBezTo>
                  <a:cubicBezTo>
                    <a:pt x="9844" y="14177"/>
                    <a:pt x="10077" y="14133"/>
                    <a:pt x="10288" y="14117"/>
                  </a:cubicBezTo>
                  <a:cubicBezTo>
                    <a:pt x="10552" y="14095"/>
                    <a:pt x="10812" y="14091"/>
                    <a:pt x="11070" y="14091"/>
                  </a:cubicBezTo>
                  <a:cubicBezTo>
                    <a:pt x="11243" y="14091"/>
                    <a:pt x="11414" y="14093"/>
                    <a:pt x="11586" y="14093"/>
                  </a:cubicBezTo>
                  <a:cubicBezTo>
                    <a:pt x="11827" y="14086"/>
                    <a:pt x="12077" y="14038"/>
                    <a:pt x="12327" y="14038"/>
                  </a:cubicBezTo>
                  <a:cubicBezTo>
                    <a:pt x="12485" y="14038"/>
                    <a:pt x="12643" y="14057"/>
                    <a:pt x="12800" y="14117"/>
                  </a:cubicBezTo>
                  <a:cubicBezTo>
                    <a:pt x="12861" y="14139"/>
                    <a:pt x="12922" y="14147"/>
                    <a:pt x="12982" y="14147"/>
                  </a:cubicBezTo>
                  <a:cubicBezTo>
                    <a:pt x="13213" y="14147"/>
                    <a:pt x="13444" y="14021"/>
                    <a:pt x="13695" y="14021"/>
                  </a:cubicBezTo>
                  <a:cubicBezTo>
                    <a:pt x="13737" y="14021"/>
                    <a:pt x="13780" y="14025"/>
                    <a:pt x="13824" y="14034"/>
                  </a:cubicBezTo>
                  <a:cubicBezTo>
                    <a:pt x="14025" y="14077"/>
                    <a:pt x="16397" y="14098"/>
                    <a:pt x="18960" y="14098"/>
                  </a:cubicBezTo>
                  <a:cubicBezTo>
                    <a:pt x="22018" y="14098"/>
                    <a:pt x="25348" y="14068"/>
                    <a:pt x="25587" y="14010"/>
                  </a:cubicBezTo>
                  <a:cubicBezTo>
                    <a:pt x="25644" y="13994"/>
                    <a:pt x="25701" y="13988"/>
                    <a:pt x="25759" y="13988"/>
                  </a:cubicBezTo>
                  <a:cubicBezTo>
                    <a:pt x="25883" y="13988"/>
                    <a:pt x="26006" y="14014"/>
                    <a:pt x="26130" y="14014"/>
                  </a:cubicBezTo>
                  <a:cubicBezTo>
                    <a:pt x="26247" y="14014"/>
                    <a:pt x="26364" y="13991"/>
                    <a:pt x="26480" y="13903"/>
                  </a:cubicBezTo>
                  <a:cubicBezTo>
                    <a:pt x="26484" y="13900"/>
                    <a:pt x="26490" y="13898"/>
                    <a:pt x="26497" y="13898"/>
                  </a:cubicBezTo>
                  <a:cubicBezTo>
                    <a:pt x="26565" y="13898"/>
                    <a:pt x="26767" y="14013"/>
                    <a:pt x="26934" y="14013"/>
                  </a:cubicBezTo>
                  <a:cubicBezTo>
                    <a:pt x="26967" y="14013"/>
                    <a:pt x="26999" y="14009"/>
                    <a:pt x="27028" y="13998"/>
                  </a:cubicBezTo>
                  <a:cubicBezTo>
                    <a:pt x="27683" y="13772"/>
                    <a:pt x="28361" y="13867"/>
                    <a:pt x="29040" y="13795"/>
                  </a:cubicBezTo>
                  <a:cubicBezTo>
                    <a:pt x="29909" y="13700"/>
                    <a:pt x="33779" y="13700"/>
                    <a:pt x="34660" y="13653"/>
                  </a:cubicBezTo>
                  <a:cubicBezTo>
                    <a:pt x="35124" y="13629"/>
                    <a:pt x="35577" y="13629"/>
                    <a:pt x="36041" y="13545"/>
                  </a:cubicBezTo>
                  <a:cubicBezTo>
                    <a:pt x="36255" y="13498"/>
                    <a:pt x="36529" y="13522"/>
                    <a:pt x="36767" y="13486"/>
                  </a:cubicBezTo>
                  <a:cubicBezTo>
                    <a:pt x="36832" y="13475"/>
                    <a:pt x="37319" y="13472"/>
                    <a:pt x="38046" y="13472"/>
                  </a:cubicBezTo>
                  <a:cubicBezTo>
                    <a:pt x="39073" y="13472"/>
                    <a:pt x="40579" y="13479"/>
                    <a:pt x="42043" y="13479"/>
                  </a:cubicBezTo>
                  <a:cubicBezTo>
                    <a:pt x="44302" y="13479"/>
                    <a:pt x="46461" y="13464"/>
                    <a:pt x="46614" y="13391"/>
                  </a:cubicBezTo>
                  <a:cubicBezTo>
                    <a:pt x="46730" y="13329"/>
                    <a:pt x="46877" y="13311"/>
                    <a:pt x="47031" y="13311"/>
                  </a:cubicBezTo>
                  <a:cubicBezTo>
                    <a:pt x="47146" y="13311"/>
                    <a:pt x="47264" y="13321"/>
                    <a:pt x="47376" y="13331"/>
                  </a:cubicBezTo>
                  <a:cubicBezTo>
                    <a:pt x="47492" y="13343"/>
                    <a:pt x="47614" y="13374"/>
                    <a:pt x="47735" y="13374"/>
                  </a:cubicBezTo>
                  <a:cubicBezTo>
                    <a:pt x="47849" y="13374"/>
                    <a:pt x="47962" y="13346"/>
                    <a:pt x="48066" y="13248"/>
                  </a:cubicBezTo>
                  <a:cubicBezTo>
                    <a:pt x="48084" y="13221"/>
                    <a:pt x="48129" y="13208"/>
                    <a:pt x="48170" y="13208"/>
                  </a:cubicBezTo>
                  <a:cubicBezTo>
                    <a:pt x="48184" y="13208"/>
                    <a:pt x="48197" y="13209"/>
                    <a:pt x="48209" y="13212"/>
                  </a:cubicBezTo>
                  <a:cubicBezTo>
                    <a:pt x="48390" y="13275"/>
                    <a:pt x="48574" y="13295"/>
                    <a:pt x="48758" y="13295"/>
                  </a:cubicBezTo>
                  <a:cubicBezTo>
                    <a:pt x="49098" y="13295"/>
                    <a:pt x="49441" y="13226"/>
                    <a:pt x="49778" y="13226"/>
                  </a:cubicBezTo>
                  <a:cubicBezTo>
                    <a:pt x="49846" y="13226"/>
                    <a:pt x="49915" y="13229"/>
                    <a:pt x="49983" y="13236"/>
                  </a:cubicBezTo>
                  <a:cubicBezTo>
                    <a:pt x="50026" y="13239"/>
                    <a:pt x="50070" y="13241"/>
                    <a:pt x="50112" y="13241"/>
                  </a:cubicBezTo>
                  <a:cubicBezTo>
                    <a:pt x="50431" y="13241"/>
                    <a:pt x="50741" y="13160"/>
                    <a:pt x="51061" y="13160"/>
                  </a:cubicBezTo>
                  <a:cubicBezTo>
                    <a:pt x="51161" y="13160"/>
                    <a:pt x="51262" y="13168"/>
                    <a:pt x="51364" y="13188"/>
                  </a:cubicBezTo>
                  <a:cubicBezTo>
                    <a:pt x="51389" y="13193"/>
                    <a:pt x="51414" y="13195"/>
                    <a:pt x="51440" y="13195"/>
                  </a:cubicBezTo>
                  <a:cubicBezTo>
                    <a:pt x="51583" y="13195"/>
                    <a:pt x="51734" y="13128"/>
                    <a:pt x="51888" y="13128"/>
                  </a:cubicBezTo>
                  <a:cubicBezTo>
                    <a:pt x="51967" y="13128"/>
                    <a:pt x="52047" y="13146"/>
                    <a:pt x="52126" y="13200"/>
                  </a:cubicBezTo>
                  <a:cubicBezTo>
                    <a:pt x="52148" y="13080"/>
                    <a:pt x="52197" y="13048"/>
                    <a:pt x="52258" y="13048"/>
                  </a:cubicBezTo>
                  <a:close/>
                  <a:moveTo>
                    <a:pt x="32985" y="1"/>
                  </a:moveTo>
                  <a:cubicBezTo>
                    <a:pt x="32812" y="1"/>
                    <a:pt x="32639" y="16"/>
                    <a:pt x="32469" y="32"/>
                  </a:cubicBezTo>
                  <a:cubicBezTo>
                    <a:pt x="31612" y="127"/>
                    <a:pt x="27778" y="56"/>
                    <a:pt x="26933" y="127"/>
                  </a:cubicBezTo>
                  <a:cubicBezTo>
                    <a:pt x="26908" y="128"/>
                    <a:pt x="26883" y="129"/>
                    <a:pt x="26859" y="129"/>
                  </a:cubicBezTo>
                  <a:cubicBezTo>
                    <a:pt x="26804" y="129"/>
                    <a:pt x="26749" y="127"/>
                    <a:pt x="26695" y="127"/>
                  </a:cubicBezTo>
                  <a:cubicBezTo>
                    <a:pt x="26551" y="127"/>
                    <a:pt x="26413" y="142"/>
                    <a:pt x="26290" y="258"/>
                  </a:cubicBezTo>
                  <a:cubicBezTo>
                    <a:pt x="26256" y="291"/>
                    <a:pt x="26219" y="325"/>
                    <a:pt x="26185" y="325"/>
                  </a:cubicBezTo>
                  <a:cubicBezTo>
                    <a:pt x="26158" y="325"/>
                    <a:pt x="26132" y="304"/>
                    <a:pt x="26111" y="246"/>
                  </a:cubicBezTo>
                  <a:cubicBezTo>
                    <a:pt x="26075" y="139"/>
                    <a:pt x="26016" y="109"/>
                    <a:pt x="25950" y="109"/>
                  </a:cubicBezTo>
                  <a:cubicBezTo>
                    <a:pt x="25885" y="109"/>
                    <a:pt x="25814" y="139"/>
                    <a:pt x="25754" y="151"/>
                  </a:cubicBezTo>
                  <a:cubicBezTo>
                    <a:pt x="25266" y="246"/>
                    <a:pt x="14348" y="270"/>
                    <a:pt x="13860" y="341"/>
                  </a:cubicBezTo>
                  <a:cubicBezTo>
                    <a:pt x="13276" y="413"/>
                    <a:pt x="12681" y="437"/>
                    <a:pt x="12086" y="556"/>
                  </a:cubicBezTo>
                  <a:cubicBezTo>
                    <a:pt x="11688" y="624"/>
                    <a:pt x="11270" y="735"/>
                    <a:pt x="10860" y="735"/>
                  </a:cubicBezTo>
                  <a:cubicBezTo>
                    <a:pt x="10840" y="735"/>
                    <a:pt x="10820" y="735"/>
                    <a:pt x="10800" y="734"/>
                  </a:cubicBezTo>
                  <a:cubicBezTo>
                    <a:pt x="10334" y="734"/>
                    <a:pt x="9908" y="931"/>
                    <a:pt x="9441" y="931"/>
                  </a:cubicBezTo>
                  <a:cubicBezTo>
                    <a:pt x="9394" y="931"/>
                    <a:pt x="9347" y="929"/>
                    <a:pt x="9300" y="925"/>
                  </a:cubicBezTo>
                  <a:cubicBezTo>
                    <a:pt x="9265" y="922"/>
                    <a:pt x="9230" y="921"/>
                    <a:pt x="9195" y="921"/>
                  </a:cubicBezTo>
                  <a:cubicBezTo>
                    <a:pt x="8800" y="921"/>
                    <a:pt x="8395" y="1092"/>
                    <a:pt x="7990" y="1103"/>
                  </a:cubicBezTo>
                  <a:cubicBezTo>
                    <a:pt x="7787" y="1103"/>
                    <a:pt x="7740" y="1294"/>
                    <a:pt x="7514" y="1294"/>
                  </a:cubicBezTo>
                  <a:cubicBezTo>
                    <a:pt x="6835" y="1318"/>
                    <a:pt x="6061" y="1234"/>
                    <a:pt x="5525" y="1865"/>
                  </a:cubicBezTo>
                  <a:cubicBezTo>
                    <a:pt x="5518" y="1879"/>
                    <a:pt x="5495" y="1885"/>
                    <a:pt x="5470" y="1885"/>
                  </a:cubicBezTo>
                  <a:cubicBezTo>
                    <a:pt x="5452" y="1885"/>
                    <a:pt x="5433" y="1882"/>
                    <a:pt x="5418" y="1877"/>
                  </a:cubicBezTo>
                  <a:cubicBezTo>
                    <a:pt x="5311" y="1846"/>
                    <a:pt x="5210" y="1833"/>
                    <a:pt x="5114" y="1833"/>
                  </a:cubicBezTo>
                  <a:cubicBezTo>
                    <a:pt x="4655" y="1833"/>
                    <a:pt x="4308" y="2149"/>
                    <a:pt x="3954" y="2425"/>
                  </a:cubicBezTo>
                  <a:cubicBezTo>
                    <a:pt x="3549" y="2735"/>
                    <a:pt x="3227" y="3151"/>
                    <a:pt x="2846" y="3473"/>
                  </a:cubicBezTo>
                  <a:cubicBezTo>
                    <a:pt x="2418" y="3830"/>
                    <a:pt x="1977" y="4139"/>
                    <a:pt x="1668" y="4604"/>
                  </a:cubicBezTo>
                  <a:cubicBezTo>
                    <a:pt x="1608" y="4699"/>
                    <a:pt x="1418" y="4782"/>
                    <a:pt x="1430" y="4842"/>
                  </a:cubicBezTo>
                  <a:cubicBezTo>
                    <a:pt x="1501" y="5211"/>
                    <a:pt x="1263" y="5485"/>
                    <a:pt x="1132" y="5783"/>
                  </a:cubicBezTo>
                  <a:cubicBezTo>
                    <a:pt x="882" y="6390"/>
                    <a:pt x="1037" y="7068"/>
                    <a:pt x="787" y="7699"/>
                  </a:cubicBezTo>
                  <a:cubicBezTo>
                    <a:pt x="751" y="7795"/>
                    <a:pt x="608" y="8069"/>
                    <a:pt x="679" y="8116"/>
                  </a:cubicBezTo>
                  <a:cubicBezTo>
                    <a:pt x="918" y="8235"/>
                    <a:pt x="775" y="8390"/>
                    <a:pt x="763" y="8521"/>
                  </a:cubicBezTo>
                  <a:cubicBezTo>
                    <a:pt x="739" y="8831"/>
                    <a:pt x="632" y="9140"/>
                    <a:pt x="668" y="9438"/>
                  </a:cubicBezTo>
                  <a:cubicBezTo>
                    <a:pt x="703" y="9688"/>
                    <a:pt x="668" y="9914"/>
                    <a:pt x="656" y="10152"/>
                  </a:cubicBezTo>
                  <a:cubicBezTo>
                    <a:pt x="644" y="10331"/>
                    <a:pt x="798" y="10521"/>
                    <a:pt x="608" y="10688"/>
                  </a:cubicBezTo>
                  <a:cubicBezTo>
                    <a:pt x="941" y="10938"/>
                    <a:pt x="739" y="11247"/>
                    <a:pt x="668" y="11509"/>
                  </a:cubicBezTo>
                  <a:cubicBezTo>
                    <a:pt x="584" y="11819"/>
                    <a:pt x="679" y="12129"/>
                    <a:pt x="668" y="12426"/>
                  </a:cubicBezTo>
                  <a:cubicBezTo>
                    <a:pt x="644" y="12950"/>
                    <a:pt x="656" y="13498"/>
                    <a:pt x="668" y="14022"/>
                  </a:cubicBezTo>
                  <a:cubicBezTo>
                    <a:pt x="668" y="14212"/>
                    <a:pt x="453" y="14319"/>
                    <a:pt x="537" y="14486"/>
                  </a:cubicBezTo>
                  <a:cubicBezTo>
                    <a:pt x="715" y="14843"/>
                    <a:pt x="560" y="15200"/>
                    <a:pt x="513" y="15534"/>
                  </a:cubicBezTo>
                  <a:cubicBezTo>
                    <a:pt x="465" y="15903"/>
                    <a:pt x="394" y="16248"/>
                    <a:pt x="429" y="16629"/>
                  </a:cubicBezTo>
                  <a:cubicBezTo>
                    <a:pt x="453" y="16891"/>
                    <a:pt x="441" y="17177"/>
                    <a:pt x="441" y="17439"/>
                  </a:cubicBezTo>
                  <a:cubicBezTo>
                    <a:pt x="429" y="17820"/>
                    <a:pt x="310" y="18177"/>
                    <a:pt x="298" y="18570"/>
                  </a:cubicBezTo>
                  <a:cubicBezTo>
                    <a:pt x="263" y="19296"/>
                    <a:pt x="215" y="20022"/>
                    <a:pt x="203" y="20749"/>
                  </a:cubicBezTo>
                  <a:cubicBezTo>
                    <a:pt x="191" y="21606"/>
                    <a:pt x="144" y="22463"/>
                    <a:pt x="132" y="23320"/>
                  </a:cubicBezTo>
                  <a:cubicBezTo>
                    <a:pt x="120" y="24249"/>
                    <a:pt x="108" y="25190"/>
                    <a:pt x="179" y="26106"/>
                  </a:cubicBezTo>
                  <a:cubicBezTo>
                    <a:pt x="203" y="26368"/>
                    <a:pt x="84" y="26559"/>
                    <a:pt x="96" y="26797"/>
                  </a:cubicBezTo>
                  <a:cubicBezTo>
                    <a:pt x="144" y="27630"/>
                    <a:pt x="60" y="28476"/>
                    <a:pt x="108" y="29309"/>
                  </a:cubicBezTo>
                  <a:cubicBezTo>
                    <a:pt x="132" y="29869"/>
                    <a:pt x="1" y="30428"/>
                    <a:pt x="144" y="31000"/>
                  </a:cubicBezTo>
                  <a:cubicBezTo>
                    <a:pt x="227" y="31357"/>
                    <a:pt x="298" y="31738"/>
                    <a:pt x="298" y="32095"/>
                  </a:cubicBezTo>
                  <a:cubicBezTo>
                    <a:pt x="310" y="32762"/>
                    <a:pt x="358" y="33429"/>
                    <a:pt x="406" y="34084"/>
                  </a:cubicBezTo>
                  <a:cubicBezTo>
                    <a:pt x="465" y="34750"/>
                    <a:pt x="453" y="35417"/>
                    <a:pt x="465" y="36084"/>
                  </a:cubicBezTo>
                  <a:cubicBezTo>
                    <a:pt x="477" y="36512"/>
                    <a:pt x="572" y="36965"/>
                    <a:pt x="525" y="37405"/>
                  </a:cubicBezTo>
                  <a:cubicBezTo>
                    <a:pt x="501" y="37632"/>
                    <a:pt x="429" y="37917"/>
                    <a:pt x="513" y="38132"/>
                  </a:cubicBezTo>
                  <a:cubicBezTo>
                    <a:pt x="608" y="38358"/>
                    <a:pt x="596" y="38584"/>
                    <a:pt x="608" y="38798"/>
                  </a:cubicBezTo>
                  <a:cubicBezTo>
                    <a:pt x="620" y="39239"/>
                    <a:pt x="560" y="39691"/>
                    <a:pt x="560" y="40120"/>
                  </a:cubicBezTo>
                  <a:cubicBezTo>
                    <a:pt x="572" y="40739"/>
                    <a:pt x="572" y="41370"/>
                    <a:pt x="596" y="41989"/>
                  </a:cubicBezTo>
                  <a:cubicBezTo>
                    <a:pt x="596" y="42204"/>
                    <a:pt x="441" y="42430"/>
                    <a:pt x="465" y="42632"/>
                  </a:cubicBezTo>
                  <a:cubicBezTo>
                    <a:pt x="525" y="43049"/>
                    <a:pt x="441" y="43454"/>
                    <a:pt x="441" y="43871"/>
                  </a:cubicBezTo>
                  <a:cubicBezTo>
                    <a:pt x="453" y="44311"/>
                    <a:pt x="370" y="44763"/>
                    <a:pt x="394" y="45204"/>
                  </a:cubicBezTo>
                  <a:cubicBezTo>
                    <a:pt x="417" y="45621"/>
                    <a:pt x="382" y="46049"/>
                    <a:pt x="358" y="46454"/>
                  </a:cubicBezTo>
                  <a:cubicBezTo>
                    <a:pt x="322" y="46871"/>
                    <a:pt x="358" y="47288"/>
                    <a:pt x="334" y="47704"/>
                  </a:cubicBezTo>
                  <a:cubicBezTo>
                    <a:pt x="275" y="48526"/>
                    <a:pt x="417" y="49371"/>
                    <a:pt x="501" y="50193"/>
                  </a:cubicBezTo>
                  <a:cubicBezTo>
                    <a:pt x="584" y="51062"/>
                    <a:pt x="739" y="51931"/>
                    <a:pt x="965" y="52776"/>
                  </a:cubicBezTo>
                  <a:cubicBezTo>
                    <a:pt x="989" y="52884"/>
                    <a:pt x="1001" y="53003"/>
                    <a:pt x="1060" y="53074"/>
                  </a:cubicBezTo>
                  <a:cubicBezTo>
                    <a:pt x="1358" y="53479"/>
                    <a:pt x="1703" y="53848"/>
                    <a:pt x="2049" y="54205"/>
                  </a:cubicBezTo>
                  <a:cubicBezTo>
                    <a:pt x="2489" y="54658"/>
                    <a:pt x="3037" y="54824"/>
                    <a:pt x="3561" y="55062"/>
                  </a:cubicBezTo>
                  <a:cubicBezTo>
                    <a:pt x="4251" y="55372"/>
                    <a:pt x="4966" y="55658"/>
                    <a:pt x="5763" y="55741"/>
                  </a:cubicBezTo>
                  <a:cubicBezTo>
                    <a:pt x="6061" y="55765"/>
                    <a:pt x="6430" y="55836"/>
                    <a:pt x="6728" y="55991"/>
                  </a:cubicBezTo>
                  <a:cubicBezTo>
                    <a:pt x="7061" y="56170"/>
                    <a:pt x="7418" y="56098"/>
                    <a:pt x="7764" y="56205"/>
                  </a:cubicBezTo>
                  <a:cubicBezTo>
                    <a:pt x="7822" y="56224"/>
                    <a:pt x="7883" y="56229"/>
                    <a:pt x="7945" y="56229"/>
                  </a:cubicBezTo>
                  <a:cubicBezTo>
                    <a:pt x="8019" y="56229"/>
                    <a:pt x="8094" y="56222"/>
                    <a:pt x="8167" y="56222"/>
                  </a:cubicBezTo>
                  <a:cubicBezTo>
                    <a:pt x="8310" y="56222"/>
                    <a:pt x="8445" y="56249"/>
                    <a:pt x="8549" y="56408"/>
                  </a:cubicBezTo>
                  <a:cubicBezTo>
                    <a:pt x="8558" y="56416"/>
                    <a:pt x="8572" y="56425"/>
                    <a:pt x="8584" y="56425"/>
                  </a:cubicBezTo>
                  <a:cubicBezTo>
                    <a:pt x="8589" y="56425"/>
                    <a:pt x="8594" y="56423"/>
                    <a:pt x="8597" y="56420"/>
                  </a:cubicBezTo>
                  <a:cubicBezTo>
                    <a:pt x="8635" y="56409"/>
                    <a:pt x="8672" y="56404"/>
                    <a:pt x="8709" y="56404"/>
                  </a:cubicBezTo>
                  <a:cubicBezTo>
                    <a:pt x="8894" y="56404"/>
                    <a:pt x="9066" y="56519"/>
                    <a:pt x="9269" y="56519"/>
                  </a:cubicBezTo>
                  <a:cubicBezTo>
                    <a:pt x="9291" y="56519"/>
                    <a:pt x="9313" y="56518"/>
                    <a:pt x="9335" y="56515"/>
                  </a:cubicBezTo>
                  <a:cubicBezTo>
                    <a:pt x="9404" y="56502"/>
                    <a:pt x="9503" y="56487"/>
                    <a:pt x="9600" y="56487"/>
                  </a:cubicBezTo>
                  <a:cubicBezTo>
                    <a:pt x="9687" y="56487"/>
                    <a:pt x="9773" y="56499"/>
                    <a:pt x="9835" y="56539"/>
                  </a:cubicBezTo>
                  <a:cubicBezTo>
                    <a:pt x="10300" y="56777"/>
                    <a:pt x="10812" y="56670"/>
                    <a:pt x="11288" y="56741"/>
                  </a:cubicBezTo>
                  <a:cubicBezTo>
                    <a:pt x="11510" y="56778"/>
                    <a:pt x="11741" y="56880"/>
                    <a:pt x="11970" y="56880"/>
                  </a:cubicBezTo>
                  <a:cubicBezTo>
                    <a:pt x="12109" y="56880"/>
                    <a:pt x="12248" y="56842"/>
                    <a:pt x="12383" y="56729"/>
                  </a:cubicBezTo>
                  <a:cubicBezTo>
                    <a:pt x="12383" y="56726"/>
                    <a:pt x="12385" y="56724"/>
                    <a:pt x="12388" y="56724"/>
                  </a:cubicBezTo>
                  <a:cubicBezTo>
                    <a:pt x="12396" y="56724"/>
                    <a:pt x="12411" y="56733"/>
                    <a:pt x="12419" y="56741"/>
                  </a:cubicBezTo>
                  <a:cubicBezTo>
                    <a:pt x="12476" y="56856"/>
                    <a:pt x="12557" y="56878"/>
                    <a:pt x="12647" y="56878"/>
                  </a:cubicBezTo>
                  <a:cubicBezTo>
                    <a:pt x="12707" y="56878"/>
                    <a:pt x="12771" y="56868"/>
                    <a:pt x="12834" y="56868"/>
                  </a:cubicBezTo>
                  <a:cubicBezTo>
                    <a:pt x="12855" y="56868"/>
                    <a:pt x="12875" y="56869"/>
                    <a:pt x="12895" y="56872"/>
                  </a:cubicBezTo>
                  <a:cubicBezTo>
                    <a:pt x="12969" y="56882"/>
                    <a:pt x="13045" y="56885"/>
                    <a:pt x="13121" y="56885"/>
                  </a:cubicBezTo>
                  <a:cubicBezTo>
                    <a:pt x="13196" y="56885"/>
                    <a:pt x="13272" y="56882"/>
                    <a:pt x="13347" y="56882"/>
                  </a:cubicBezTo>
                  <a:cubicBezTo>
                    <a:pt x="13466" y="56882"/>
                    <a:pt x="13583" y="56888"/>
                    <a:pt x="13693" y="56920"/>
                  </a:cubicBezTo>
                  <a:cubicBezTo>
                    <a:pt x="14110" y="57051"/>
                    <a:pt x="24968" y="56979"/>
                    <a:pt x="25385" y="57086"/>
                  </a:cubicBezTo>
                  <a:cubicBezTo>
                    <a:pt x="25616" y="57138"/>
                    <a:pt x="25849" y="57147"/>
                    <a:pt x="26083" y="57147"/>
                  </a:cubicBezTo>
                  <a:cubicBezTo>
                    <a:pt x="26207" y="57147"/>
                    <a:pt x="26331" y="57145"/>
                    <a:pt x="26456" y="57145"/>
                  </a:cubicBezTo>
                  <a:cubicBezTo>
                    <a:pt x="26692" y="57145"/>
                    <a:pt x="26931" y="57154"/>
                    <a:pt x="27171" y="57205"/>
                  </a:cubicBezTo>
                  <a:cubicBezTo>
                    <a:pt x="27325" y="57238"/>
                    <a:pt x="27484" y="57250"/>
                    <a:pt x="27646" y="57250"/>
                  </a:cubicBezTo>
                  <a:cubicBezTo>
                    <a:pt x="27962" y="57250"/>
                    <a:pt x="28289" y="57205"/>
                    <a:pt x="28611" y="57182"/>
                  </a:cubicBezTo>
                  <a:cubicBezTo>
                    <a:pt x="28826" y="57170"/>
                    <a:pt x="29040" y="57086"/>
                    <a:pt x="29231" y="57086"/>
                  </a:cubicBezTo>
                  <a:cubicBezTo>
                    <a:pt x="29297" y="57088"/>
                    <a:pt x="29397" y="57088"/>
                    <a:pt x="29524" y="57088"/>
                  </a:cubicBezTo>
                  <a:cubicBezTo>
                    <a:pt x="30584" y="57088"/>
                    <a:pt x="33513" y="57047"/>
                    <a:pt x="34076" y="57015"/>
                  </a:cubicBezTo>
                  <a:cubicBezTo>
                    <a:pt x="34411" y="56992"/>
                    <a:pt x="34756" y="56906"/>
                    <a:pt x="35101" y="56906"/>
                  </a:cubicBezTo>
                  <a:cubicBezTo>
                    <a:pt x="35296" y="56906"/>
                    <a:pt x="35491" y="56933"/>
                    <a:pt x="35684" y="57015"/>
                  </a:cubicBezTo>
                  <a:cubicBezTo>
                    <a:pt x="35686" y="57016"/>
                    <a:pt x="35688" y="57017"/>
                    <a:pt x="35691" y="57017"/>
                  </a:cubicBezTo>
                  <a:cubicBezTo>
                    <a:pt x="35718" y="57017"/>
                    <a:pt x="35769" y="56964"/>
                    <a:pt x="35791" y="56932"/>
                  </a:cubicBezTo>
                  <a:cubicBezTo>
                    <a:pt x="35847" y="56868"/>
                    <a:pt x="35907" y="56852"/>
                    <a:pt x="35974" y="56852"/>
                  </a:cubicBezTo>
                  <a:cubicBezTo>
                    <a:pt x="36007" y="56852"/>
                    <a:pt x="36041" y="56856"/>
                    <a:pt x="36077" y="56860"/>
                  </a:cubicBezTo>
                  <a:cubicBezTo>
                    <a:pt x="36322" y="56891"/>
                    <a:pt x="38211" y="56913"/>
                    <a:pt x="40331" y="56913"/>
                  </a:cubicBezTo>
                  <a:cubicBezTo>
                    <a:pt x="43157" y="56913"/>
                    <a:pt x="46393" y="56874"/>
                    <a:pt x="46685" y="56765"/>
                  </a:cubicBezTo>
                  <a:cubicBezTo>
                    <a:pt x="47316" y="56539"/>
                    <a:pt x="48007" y="56705"/>
                    <a:pt x="48626" y="56384"/>
                  </a:cubicBezTo>
                  <a:cubicBezTo>
                    <a:pt x="48852" y="56265"/>
                    <a:pt x="49221" y="56253"/>
                    <a:pt x="49531" y="56205"/>
                  </a:cubicBezTo>
                  <a:cubicBezTo>
                    <a:pt x="49781" y="56170"/>
                    <a:pt x="50043" y="56098"/>
                    <a:pt x="50293" y="56074"/>
                  </a:cubicBezTo>
                  <a:cubicBezTo>
                    <a:pt x="50626" y="56051"/>
                    <a:pt x="50924" y="55932"/>
                    <a:pt x="51245" y="55908"/>
                  </a:cubicBezTo>
                  <a:cubicBezTo>
                    <a:pt x="51372" y="55885"/>
                    <a:pt x="51365" y="55729"/>
                    <a:pt x="51472" y="55729"/>
                  </a:cubicBezTo>
                  <a:cubicBezTo>
                    <a:pt x="51475" y="55729"/>
                    <a:pt x="51479" y="55729"/>
                    <a:pt x="51483" y="55729"/>
                  </a:cubicBezTo>
                  <a:cubicBezTo>
                    <a:pt x="51505" y="55730"/>
                    <a:pt x="51527" y="55731"/>
                    <a:pt x="51549" y="55731"/>
                  </a:cubicBezTo>
                  <a:cubicBezTo>
                    <a:pt x="51900" y="55731"/>
                    <a:pt x="52192" y="55554"/>
                    <a:pt x="52495" y="55420"/>
                  </a:cubicBezTo>
                  <a:cubicBezTo>
                    <a:pt x="52817" y="55265"/>
                    <a:pt x="53138" y="55134"/>
                    <a:pt x="53507" y="55122"/>
                  </a:cubicBezTo>
                  <a:cubicBezTo>
                    <a:pt x="53567" y="55122"/>
                    <a:pt x="53627" y="55098"/>
                    <a:pt x="53686" y="55086"/>
                  </a:cubicBezTo>
                  <a:cubicBezTo>
                    <a:pt x="53555" y="55003"/>
                    <a:pt x="53615" y="54931"/>
                    <a:pt x="53710" y="54896"/>
                  </a:cubicBezTo>
                  <a:cubicBezTo>
                    <a:pt x="53793" y="54848"/>
                    <a:pt x="53900" y="54860"/>
                    <a:pt x="53984" y="54824"/>
                  </a:cubicBezTo>
                  <a:cubicBezTo>
                    <a:pt x="54436" y="54610"/>
                    <a:pt x="54853" y="54312"/>
                    <a:pt x="55270" y="54038"/>
                  </a:cubicBezTo>
                  <a:cubicBezTo>
                    <a:pt x="55686" y="53765"/>
                    <a:pt x="55924" y="53348"/>
                    <a:pt x="56198" y="52967"/>
                  </a:cubicBezTo>
                  <a:cubicBezTo>
                    <a:pt x="56627" y="52372"/>
                    <a:pt x="57258" y="51931"/>
                    <a:pt x="57508" y="51205"/>
                  </a:cubicBezTo>
                  <a:cubicBezTo>
                    <a:pt x="57532" y="51110"/>
                    <a:pt x="57615" y="50990"/>
                    <a:pt x="57698" y="50955"/>
                  </a:cubicBezTo>
                  <a:cubicBezTo>
                    <a:pt x="57865" y="50883"/>
                    <a:pt x="57853" y="50669"/>
                    <a:pt x="57829" y="50633"/>
                  </a:cubicBezTo>
                  <a:cubicBezTo>
                    <a:pt x="57687" y="50276"/>
                    <a:pt x="58032" y="49978"/>
                    <a:pt x="57937" y="49633"/>
                  </a:cubicBezTo>
                  <a:cubicBezTo>
                    <a:pt x="57889" y="49466"/>
                    <a:pt x="58044" y="49312"/>
                    <a:pt x="57948" y="49097"/>
                  </a:cubicBezTo>
                  <a:cubicBezTo>
                    <a:pt x="57877" y="48943"/>
                    <a:pt x="58068" y="48764"/>
                    <a:pt x="58103" y="48573"/>
                  </a:cubicBezTo>
                  <a:cubicBezTo>
                    <a:pt x="58258" y="47966"/>
                    <a:pt x="58258" y="47371"/>
                    <a:pt x="58294" y="46764"/>
                  </a:cubicBezTo>
                  <a:cubicBezTo>
                    <a:pt x="58329" y="46180"/>
                    <a:pt x="58318" y="45597"/>
                    <a:pt x="58341" y="45025"/>
                  </a:cubicBezTo>
                  <a:cubicBezTo>
                    <a:pt x="58353" y="44930"/>
                    <a:pt x="58508" y="44859"/>
                    <a:pt x="58460" y="44752"/>
                  </a:cubicBezTo>
                  <a:cubicBezTo>
                    <a:pt x="58353" y="44466"/>
                    <a:pt x="58437" y="44180"/>
                    <a:pt x="58437" y="43906"/>
                  </a:cubicBezTo>
                  <a:cubicBezTo>
                    <a:pt x="58425" y="43347"/>
                    <a:pt x="58437" y="42787"/>
                    <a:pt x="58449" y="42227"/>
                  </a:cubicBezTo>
                  <a:cubicBezTo>
                    <a:pt x="58472" y="41334"/>
                    <a:pt x="58353" y="40453"/>
                    <a:pt x="58413" y="39549"/>
                  </a:cubicBezTo>
                  <a:cubicBezTo>
                    <a:pt x="58460" y="38691"/>
                    <a:pt x="58353" y="37822"/>
                    <a:pt x="58437" y="36953"/>
                  </a:cubicBezTo>
                  <a:cubicBezTo>
                    <a:pt x="58496" y="36346"/>
                    <a:pt x="58377" y="35691"/>
                    <a:pt x="58437" y="35060"/>
                  </a:cubicBezTo>
                  <a:cubicBezTo>
                    <a:pt x="58449" y="35012"/>
                    <a:pt x="58460" y="34941"/>
                    <a:pt x="58425" y="34905"/>
                  </a:cubicBezTo>
                  <a:cubicBezTo>
                    <a:pt x="58210" y="34715"/>
                    <a:pt x="58318" y="34488"/>
                    <a:pt x="58341" y="34262"/>
                  </a:cubicBezTo>
                  <a:cubicBezTo>
                    <a:pt x="58365" y="34096"/>
                    <a:pt x="58449" y="33857"/>
                    <a:pt x="58377" y="33774"/>
                  </a:cubicBezTo>
                  <a:cubicBezTo>
                    <a:pt x="58151" y="33536"/>
                    <a:pt x="58234" y="33214"/>
                    <a:pt x="58270" y="33036"/>
                  </a:cubicBezTo>
                  <a:cubicBezTo>
                    <a:pt x="58341" y="32702"/>
                    <a:pt x="58425" y="32381"/>
                    <a:pt x="58377" y="32036"/>
                  </a:cubicBezTo>
                  <a:cubicBezTo>
                    <a:pt x="58353" y="31845"/>
                    <a:pt x="58270" y="31607"/>
                    <a:pt x="58353" y="31464"/>
                  </a:cubicBezTo>
                  <a:cubicBezTo>
                    <a:pt x="58520" y="31167"/>
                    <a:pt x="58484" y="30905"/>
                    <a:pt x="58401" y="30631"/>
                  </a:cubicBezTo>
                  <a:cubicBezTo>
                    <a:pt x="58329" y="30428"/>
                    <a:pt x="58508" y="30202"/>
                    <a:pt x="58329" y="30012"/>
                  </a:cubicBezTo>
                  <a:cubicBezTo>
                    <a:pt x="58627" y="29881"/>
                    <a:pt x="58413" y="29654"/>
                    <a:pt x="58413" y="29476"/>
                  </a:cubicBezTo>
                  <a:cubicBezTo>
                    <a:pt x="58413" y="29416"/>
                    <a:pt x="58353" y="29333"/>
                    <a:pt x="58377" y="29285"/>
                  </a:cubicBezTo>
                  <a:cubicBezTo>
                    <a:pt x="58675" y="28773"/>
                    <a:pt x="58437" y="28214"/>
                    <a:pt x="58449" y="27690"/>
                  </a:cubicBezTo>
                  <a:cubicBezTo>
                    <a:pt x="58460" y="27511"/>
                    <a:pt x="58627" y="27321"/>
                    <a:pt x="58508" y="27190"/>
                  </a:cubicBezTo>
                  <a:cubicBezTo>
                    <a:pt x="58246" y="26880"/>
                    <a:pt x="58651" y="26559"/>
                    <a:pt x="58449" y="26261"/>
                  </a:cubicBezTo>
                  <a:cubicBezTo>
                    <a:pt x="58722" y="26071"/>
                    <a:pt x="58246" y="25964"/>
                    <a:pt x="58401" y="25809"/>
                  </a:cubicBezTo>
                  <a:cubicBezTo>
                    <a:pt x="58722" y="25475"/>
                    <a:pt x="58234" y="25047"/>
                    <a:pt x="58556" y="24725"/>
                  </a:cubicBezTo>
                  <a:cubicBezTo>
                    <a:pt x="58329" y="24475"/>
                    <a:pt x="58508" y="24190"/>
                    <a:pt x="58484" y="23939"/>
                  </a:cubicBezTo>
                  <a:cubicBezTo>
                    <a:pt x="58460" y="23749"/>
                    <a:pt x="58472" y="23618"/>
                    <a:pt x="58568" y="23475"/>
                  </a:cubicBezTo>
                  <a:cubicBezTo>
                    <a:pt x="58401" y="23392"/>
                    <a:pt x="58460" y="23261"/>
                    <a:pt x="58460" y="23118"/>
                  </a:cubicBezTo>
                  <a:cubicBezTo>
                    <a:pt x="58472" y="22618"/>
                    <a:pt x="58603" y="22106"/>
                    <a:pt x="58449" y="21606"/>
                  </a:cubicBezTo>
                  <a:cubicBezTo>
                    <a:pt x="58353" y="21296"/>
                    <a:pt x="58603" y="20951"/>
                    <a:pt x="58401" y="20641"/>
                  </a:cubicBezTo>
                  <a:cubicBezTo>
                    <a:pt x="58782" y="20320"/>
                    <a:pt x="58258" y="19868"/>
                    <a:pt x="58568" y="19534"/>
                  </a:cubicBezTo>
                  <a:cubicBezTo>
                    <a:pt x="58318" y="19356"/>
                    <a:pt x="58484" y="19058"/>
                    <a:pt x="58520" y="18951"/>
                  </a:cubicBezTo>
                  <a:cubicBezTo>
                    <a:pt x="58663" y="18582"/>
                    <a:pt x="58365" y="18260"/>
                    <a:pt x="58544" y="17879"/>
                  </a:cubicBezTo>
                  <a:cubicBezTo>
                    <a:pt x="58591" y="17772"/>
                    <a:pt x="58734" y="17534"/>
                    <a:pt x="58675" y="17343"/>
                  </a:cubicBezTo>
                  <a:cubicBezTo>
                    <a:pt x="58568" y="17010"/>
                    <a:pt x="58603" y="16677"/>
                    <a:pt x="58603" y="16343"/>
                  </a:cubicBezTo>
                  <a:cubicBezTo>
                    <a:pt x="58615" y="16153"/>
                    <a:pt x="58520" y="15950"/>
                    <a:pt x="58663" y="15760"/>
                  </a:cubicBezTo>
                  <a:cubicBezTo>
                    <a:pt x="58663" y="15759"/>
                    <a:pt x="58662" y="15759"/>
                    <a:pt x="58660" y="15759"/>
                  </a:cubicBezTo>
                  <a:cubicBezTo>
                    <a:pt x="58650" y="15759"/>
                    <a:pt x="58610" y="15772"/>
                    <a:pt x="58571" y="15772"/>
                  </a:cubicBezTo>
                  <a:cubicBezTo>
                    <a:pt x="58520" y="15772"/>
                    <a:pt x="58471" y="15749"/>
                    <a:pt x="58496" y="15641"/>
                  </a:cubicBezTo>
                  <a:cubicBezTo>
                    <a:pt x="58520" y="15534"/>
                    <a:pt x="58520" y="15438"/>
                    <a:pt x="58603" y="15343"/>
                  </a:cubicBezTo>
                  <a:cubicBezTo>
                    <a:pt x="58639" y="15296"/>
                    <a:pt x="58651" y="15212"/>
                    <a:pt x="58627" y="15153"/>
                  </a:cubicBezTo>
                  <a:cubicBezTo>
                    <a:pt x="58449" y="14641"/>
                    <a:pt x="58472" y="14093"/>
                    <a:pt x="58437" y="13569"/>
                  </a:cubicBezTo>
                  <a:cubicBezTo>
                    <a:pt x="58389" y="12867"/>
                    <a:pt x="58389" y="12164"/>
                    <a:pt x="58377" y="11450"/>
                  </a:cubicBezTo>
                  <a:cubicBezTo>
                    <a:pt x="58365" y="11033"/>
                    <a:pt x="58437" y="10581"/>
                    <a:pt x="58389" y="10188"/>
                  </a:cubicBezTo>
                  <a:cubicBezTo>
                    <a:pt x="58294" y="9402"/>
                    <a:pt x="58353" y="8628"/>
                    <a:pt x="58294" y="7842"/>
                  </a:cubicBezTo>
                  <a:cubicBezTo>
                    <a:pt x="58258" y="7497"/>
                    <a:pt x="58306" y="7104"/>
                    <a:pt x="58365" y="6711"/>
                  </a:cubicBezTo>
                  <a:cubicBezTo>
                    <a:pt x="58187" y="6199"/>
                    <a:pt x="58460" y="5628"/>
                    <a:pt x="58199" y="5068"/>
                  </a:cubicBezTo>
                  <a:cubicBezTo>
                    <a:pt x="57996" y="4616"/>
                    <a:pt x="57794" y="4163"/>
                    <a:pt x="57556" y="3735"/>
                  </a:cubicBezTo>
                  <a:cubicBezTo>
                    <a:pt x="57294" y="3258"/>
                    <a:pt x="57044" y="2782"/>
                    <a:pt x="56603" y="2401"/>
                  </a:cubicBezTo>
                  <a:cubicBezTo>
                    <a:pt x="56055" y="1913"/>
                    <a:pt x="55365" y="1711"/>
                    <a:pt x="54746" y="1377"/>
                  </a:cubicBezTo>
                  <a:cubicBezTo>
                    <a:pt x="54628" y="1318"/>
                    <a:pt x="54470" y="1276"/>
                    <a:pt x="54332" y="1276"/>
                  </a:cubicBezTo>
                  <a:cubicBezTo>
                    <a:pt x="54302" y="1276"/>
                    <a:pt x="54273" y="1278"/>
                    <a:pt x="54246" y="1282"/>
                  </a:cubicBezTo>
                  <a:cubicBezTo>
                    <a:pt x="54152" y="1294"/>
                    <a:pt x="54059" y="1299"/>
                    <a:pt x="53967" y="1299"/>
                  </a:cubicBezTo>
                  <a:cubicBezTo>
                    <a:pt x="53408" y="1299"/>
                    <a:pt x="52888" y="1100"/>
                    <a:pt x="52376" y="937"/>
                  </a:cubicBezTo>
                  <a:cubicBezTo>
                    <a:pt x="51864" y="766"/>
                    <a:pt x="51371" y="634"/>
                    <a:pt x="50846" y="634"/>
                  </a:cubicBezTo>
                  <a:cubicBezTo>
                    <a:pt x="50785" y="634"/>
                    <a:pt x="50724" y="635"/>
                    <a:pt x="50662" y="639"/>
                  </a:cubicBezTo>
                  <a:cubicBezTo>
                    <a:pt x="50634" y="639"/>
                    <a:pt x="50608" y="640"/>
                    <a:pt x="50582" y="640"/>
                  </a:cubicBezTo>
                  <a:cubicBezTo>
                    <a:pt x="50531" y="640"/>
                    <a:pt x="50483" y="635"/>
                    <a:pt x="50436" y="603"/>
                  </a:cubicBezTo>
                  <a:cubicBezTo>
                    <a:pt x="50067" y="389"/>
                    <a:pt x="49638" y="484"/>
                    <a:pt x="49245" y="401"/>
                  </a:cubicBezTo>
                  <a:cubicBezTo>
                    <a:pt x="49211" y="394"/>
                    <a:pt x="49177" y="392"/>
                    <a:pt x="49143" y="392"/>
                  </a:cubicBezTo>
                  <a:cubicBezTo>
                    <a:pt x="48939" y="392"/>
                    <a:pt x="48736" y="493"/>
                    <a:pt x="48545" y="493"/>
                  </a:cubicBezTo>
                  <a:cubicBezTo>
                    <a:pt x="48479" y="493"/>
                    <a:pt x="48415" y="481"/>
                    <a:pt x="48352" y="449"/>
                  </a:cubicBezTo>
                  <a:cubicBezTo>
                    <a:pt x="48087" y="308"/>
                    <a:pt x="47798" y="299"/>
                    <a:pt x="47519" y="299"/>
                  </a:cubicBezTo>
                  <a:cubicBezTo>
                    <a:pt x="47482" y="299"/>
                    <a:pt x="47446" y="300"/>
                    <a:pt x="47410" y="300"/>
                  </a:cubicBezTo>
                  <a:cubicBezTo>
                    <a:pt x="47325" y="300"/>
                    <a:pt x="47242" y="299"/>
                    <a:pt x="47161" y="294"/>
                  </a:cubicBezTo>
                  <a:cubicBezTo>
                    <a:pt x="46569" y="248"/>
                    <a:pt x="37801" y="126"/>
                    <a:pt x="36492" y="126"/>
                  </a:cubicBezTo>
                  <a:cubicBezTo>
                    <a:pt x="36433" y="126"/>
                    <a:pt x="36390" y="127"/>
                    <a:pt x="36362" y="127"/>
                  </a:cubicBezTo>
                  <a:cubicBezTo>
                    <a:pt x="36179" y="127"/>
                    <a:pt x="35993" y="128"/>
                    <a:pt x="35807" y="128"/>
                  </a:cubicBezTo>
                  <a:cubicBezTo>
                    <a:pt x="35340" y="128"/>
                    <a:pt x="34869" y="122"/>
                    <a:pt x="34410" y="79"/>
                  </a:cubicBezTo>
                  <a:cubicBezTo>
                    <a:pt x="34391" y="78"/>
                    <a:pt x="34372" y="77"/>
                    <a:pt x="34353" y="77"/>
                  </a:cubicBezTo>
                  <a:cubicBezTo>
                    <a:pt x="34174" y="77"/>
                    <a:pt x="34001" y="146"/>
                    <a:pt x="33838" y="146"/>
                  </a:cubicBezTo>
                  <a:cubicBezTo>
                    <a:pt x="33781" y="146"/>
                    <a:pt x="33726" y="138"/>
                    <a:pt x="33672" y="115"/>
                  </a:cubicBezTo>
                  <a:cubicBezTo>
                    <a:pt x="33442" y="27"/>
                    <a:pt x="33213" y="1"/>
                    <a:pt x="32985" y="1"/>
                  </a:cubicBezTo>
                  <a:close/>
                </a:path>
              </a:pathLst>
            </a:custGeom>
            <a:grpFill/>
            <a:ln>
              <a:noFill/>
            </a:ln>
          </p:spPr>
          <p:txBody>
            <a:bodyPr spcFirstLastPara="1" wrap="square" lIns="182875" tIns="274300" rIns="182875" bIns="91425" anchor="ctr" anchorCtr="0">
              <a:noAutofit/>
            </a:bodyPr>
            <a:lstStyle/>
            <a:p>
              <a:pPr lvl="0" algn="ctr" rtl="0">
                <a:spcBef>
                  <a:spcPts val="0"/>
                </a:spcBef>
                <a:spcAft>
                  <a:spcPts val="0"/>
                </a:spcAft>
                <a:buClr>
                  <a:schemeClr val="dk1"/>
                </a:buClr>
                <a:buSzPts val="1100"/>
              </a:pPr>
              <a:endParaRPr lang="en-US" sz="1600" dirty="0">
                <a:solidFill>
                  <a:schemeClr val="tx1">
                    <a:lumMod val="95000"/>
                    <a:lumOff val="5000"/>
                  </a:schemeClr>
                </a:solidFill>
                <a:latin typeface="Montserrat" panose="00000500000000000000" pitchFamily="2" charset="0"/>
                <a:ea typeface="Roboto"/>
                <a:cs typeface="Roboto"/>
                <a:sym typeface="Roboto"/>
              </a:endParaRPr>
            </a:p>
            <a:p>
              <a:pPr lvl="0" algn="ctr" rtl="0">
                <a:spcBef>
                  <a:spcPts val="0"/>
                </a:spcBef>
                <a:spcAft>
                  <a:spcPts val="0"/>
                </a:spcAft>
                <a:buClr>
                  <a:schemeClr val="dk1"/>
                </a:buClr>
                <a:buSzPts val="1100"/>
              </a:pPr>
              <a:r>
                <a:rPr lang="en-US" sz="1600" dirty="0">
                  <a:solidFill>
                    <a:schemeClr val="tx1">
                      <a:lumMod val="95000"/>
                      <a:lumOff val="5000"/>
                    </a:schemeClr>
                  </a:solidFill>
                  <a:latin typeface="Montserrat" panose="00000500000000000000" pitchFamily="2" charset="0"/>
                  <a:ea typeface="Roboto"/>
                  <a:cs typeface="Roboto"/>
                  <a:sym typeface="Roboto"/>
                </a:rPr>
                <a:t>- Family, friends top ref. groups.</a:t>
              </a:r>
            </a:p>
            <a:p>
              <a:pPr lvl="0" algn="ctr" rtl="0">
                <a:spcBef>
                  <a:spcPts val="0"/>
                </a:spcBef>
                <a:spcAft>
                  <a:spcPts val="0"/>
                </a:spcAft>
                <a:buClr>
                  <a:schemeClr val="dk1"/>
                </a:buClr>
                <a:buSzPts val="1100"/>
              </a:pPr>
              <a:r>
                <a:rPr lang="en-US" sz="1600" dirty="0">
                  <a:solidFill>
                    <a:schemeClr val="tx1">
                      <a:lumMod val="95000"/>
                      <a:lumOff val="5000"/>
                    </a:schemeClr>
                  </a:solidFill>
                  <a:latin typeface="Montserrat" panose="00000500000000000000" pitchFamily="2" charset="0"/>
                  <a:ea typeface="Roboto"/>
                  <a:cs typeface="Roboto"/>
                  <a:sym typeface="Roboto"/>
                </a:rPr>
                <a:t>- Doctors.</a:t>
              </a:r>
            </a:p>
            <a:p>
              <a:pPr lvl="0" algn="ctr" rtl="0">
                <a:spcBef>
                  <a:spcPts val="0"/>
                </a:spcBef>
                <a:spcAft>
                  <a:spcPts val="0"/>
                </a:spcAft>
                <a:buClr>
                  <a:schemeClr val="dk1"/>
                </a:buClr>
                <a:buSzPts val="1100"/>
              </a:pPr>
              <a:r>
                <a:rPr lang="en-US" sz="1600" dirty="0">
                  <a:solidFill>
                    <a:schemeClr val="tx1">
                      <a:lumMod val="95000"/>
                      <a:lumOff val="5000"/>
                    </a:schemeClr>
                  </a:solidFill>
                  <a:latin typeface="Montserrat" panose="00000500000000000000" pitchFamily="2" charset="0"/>
                  <a:ea typeface="Roboto"/>
                  <a:cs typeface="Roboto"/>
                  <a:sym typeface="Roboto"/>
                </a:rPr>
                <a:t>- Social media &amp; bloggers</a:t>
              </a:r>
              <a:r>
                <a:rPr lang="en-US" sz="1400" dirty="0">
                  <a:solidFill>
                    <a:schemeClr val="tx1">
                      <a:lumMod val="95000"/>
                      <a:lumOff val="5000"/>
                    </a:schemeClr>
                  </a:solidFill>
                  <a:latin typeface="Montserrat" panose="00000500000000000000" pitchFamily="2" charset="0"/>
                  <a:ea typeface="Roboto"/>
                  <a:cs typeface="Roboto"/>
                  <a:sym typeface="Roboto"/>
                </a:rPr>
                <a:t>.</a:t>
              </a:r>
              <a:r>
                <a:rPr lang="en" sz="1200" dirty="0">
                  <a:solidFill>
                    <a:schemeClr val="tx1">
                      <a:lumMod val="95000"/>
                      <a:lumOff val="5000"/>
                    </a:schemeClr>
                  </a:solidFill>
                  <a:latin typeface="Montserrat" panose="00000500000000000000" pitchFamily="2" charset="0"/>
                  <a:ea typeface="Roboto"/>
                  <a:cs typeface="Roboto"/>
                  <a:sym typeface="Roboto"/>
                </a:rPr>
                <a:t>.</a:t>
              </a:r>
              <a:endParaRPr dirty="0">
                <a:solidFill>
                  <a:schemeClr val="tx1">
                    <a:lumMod val="95000"/>
                    <a:lumOff val="5000"/>
                  </a:schemeClr>
                </a:solidFill>
                <a:latin typeface="Montserrat" panose="00000500000000000000" pitchFamily="2" charset="0"/>
              </a:endParaRPr>
            </a:p>
          </p:txBody>
        </p:sp>
        <p:sp>
          <p:nvSpPr>
            <p:cNvPr id="11" name="Google Shape;379;p21">
              <a:extLst>
                <a:ext uri="{FF2B5EF4-FFF2-40B4-BE49-F238E27FC236}">
                  <a16:creationId xmlns:a16="http://schemas.microsoft.com/office/drawing/2014/main" id="{B622D492-B536-A49F-2E66-BFE9A5AD240E}"/>
                </a:ext>
              </a:extLst>
            </p:cNvPr>
            <p:cNvSpPr/>
            <p:nvPr/>
          </p:nvSpPr>
          <p:spPr>
            <a:xfrm>
              <a:off x="2931606" y="2780105"/>
              <a:ext cx="1598724" cy="495197"/>
            </a:xfrm>
            <a:custGeom>
              <a:avLst/>
              <a:gdLst/>
              <a:ahLst/>
              <a:cxnLst/>
              <a:rect l="l" t="t" r="r" b="b"/>
              <a:pathLst>
                <a:path w="56156" h="12306" extrusionOk="0">
                  <a:moveTo>
                    <a:pt x="31685" y="1"/>
                  </a:moveTo>
                  <a:cubicBezTo>
                    <a:pt x="31661" y="1"/>
                    <a:pt x="31634" y="10"/>
                    <a:pt x="31605" y="22"/>
                  </a:cubicBezTo>
                  <a:cubicBezTo>
                    <a:pt x="31262" y="152"/>
                    <a:pt x="29925" y="187"/>
                    <a:pt x="28732" y="187"/>
                  </a:cubicBezTo>
                  <a:cubicBezTo>
                    <a:pt x="27849" y="187"/>
                    <a:pt x="27046" y="168"/>
                    <a:pt x="26783" y="153"/>
                  </a:cubicBezTo>
                  <a:cubicBezTo>
                    <a:pt x="26649" y="153"/>
                    <a:pt x="26498" y="112"/>
                    <a:pt x="26367" y="112"/>
                  </a:cubicBezTo>
                  <a:cubicBezTo>
                    <a:pt x="26310" y="112"/>
                    <a:pt x="26257" y="119"/>
                    <a:pt x="26211" y="141"/>
                  </a:cubicBezTo>
                  <a:cubicBezTo>
                    <a:pt x="26075" y="212"/>
                    <a:pt x="25946" y="235"/>
                    <a:pt x="25819" y="235"/>
                  </a:cubicBezTo>
                  <a:cubicBezTo>
                    <a:pt x="25668" y="235"/>
                    <a:pt x="25521" y="202"/>
                    <a:pt x="25366" y="176"/>
                  </a:cubicBezTo>
                  <a:cubicBezTo>
                    <a:pt x="25272" y="159"/>
                    <a:pt x="25153" y="117"/>
                    <a:pt x="25067" y="117"/>
                  </a:cubicBezTo>
                  <a:cubicBezTo>
                    <a:pt x="25033" y="117"/>
                    <a:pt x="25005" y="124"/>
                    <a:pt x="24985" y="141"/>
                  </a:cubicBezTo>
                  <a:cubicBezTo>
                    <a:pt x="24857" y="247"/>
                    <a:pt x="24723" y="277"/>
                    <a:pt x="24587" y="277"/>
                  </a:cubicBezTo>
                  <a:cubicBezTo>
                    <a:pt x="24405" y="277"/>
                    <a:pt x="24218" y="223"/>
                    <a:pt x="24034" y="223"/>
                  </a:cubicBezTo>
                  <a:cubicBezTo>
                    <a:pt x="23969" y="223"/>
                    <a:pt x="23905" y="230"/>
                    <a:pt x="23842" y="248"/>
                  </a:cubicBezTo>
                  <a:cubicBezTo>
                    <a:pt x="23774" y="268"/>
                    <a:pt x="22535" y="273"/>
                    <a:pt x="20907" y="273"/>
                  </a:cubicBezTo>
                  <a:cubicBezTo>
                    <a:pt x="19047" y="273"/>
                    <a:pt x="16680" y="266"/>
                    <a:pt x="14976" y="266"/>
                  </a:cubicBezTo>
                  <a:cubicBezTo>
                    <a:pt x="13699" y="266"/>
                    <a:pt x="12794" y="270"/>
                    <a:pt x="12757" y="283"/>
                  </a:cubicBezTo>
                  <a:cubicBezTo>
                    <a:pt x="12305" y="474"/>
                    <a:pt x="11840" y="295"/>
                    <a:pt x="11388" y="510"/>
                  </a:cubicBezTo>
                  <a:cubicBezTo>
                    <a:pt x="11242" y="577"/>
                    <a:pt x="11087" y="594"/>
                    <a:pt x="10926" y="594"/>
                  </a:cubicBezTo>
                  <a:cubicBezTo>
                    <a:pt x="10763" y="594"/>
                    <a:pt x="10594" y="576"/>
                    <a:pt x="10427" y="576"/>
                  </a:cubicBezTo>
                  <a:cubicBezTo>
                    <a:pt x="10234" y="576"/>
                    <a:pt x="10043" y="599"/>
                    <a:pt x="9864" y="700"/>
                  </a:cubicBezTo>
                  <a:cubicBezTo>
                    <a:pt x="9755" y="759"/>
                    <a:pt x="9636" y="770"/>
                    <a:pt x="9514" y="770"/>
                  </a:cubicBezTo>
                  <a:cubicBezTo>
                    <a:pt x="9437" y="770"/>
                    <a:pt x="9359" y="765"/>
                    <a:pt x="9281" y="765"/>
                  </a:cubicBezTo>
                  <a:cubicBezTo>
                    <a:pt x="9107" y="765"/>
                    <a:pt x="8937" y="788"/>
                    <a:pt x="8792" y="938"/>
                  </a:cubicBezTo>
                  <a:cubicBezTo>
                    <a:pt x="8788" y="946"/>
                    <a:pt x="8780" y="949"/>
                    <a:pt x="8770" y="949"/>
                  </a:cubicBezTo>
                  <a:cubicBezTo>
                    <a:pt x="8746" y="949"/>
                    <a:pt x="8710" y="935"/>
                    <a:pt x="8685" y="926"/>
                  </a:cubicBezTo>
                  <a:cubicBezTo>
                    <a:pt x="8647" y="920"/>
                    <a:pt x="8608" y="917"/>
                    <a:pt x="8570" y="917"/>
                  </a:cubicBezTo>
                  <a:cubicBezTo>
                    <a:pt x="8321" y="917"/>
                    <a:pt x="8069" y="1039"/>
                    <a:pt x="7819" y="1039"/>
                  </a:cubicBezTo>
                  <a:cubicBezTo>
                    <a:pt x="7698" y="1039"/>
                    <a:pt x="7578" y="1011"/>
                    <a:pt x="7459" y="926"/>
                  </a:cubicBezTo>
                  <a:cubicBezTo>
                    <a:pt x="7457" y="925"/>
                    <a:pt x="7456" y="925"/>
                    <a:pt x="7453" y="925"/>
                  </a:cubicBezTo>
                  <a:cubicBezTo>
                    <a:pt x="7435" y="925"/>
                    <a:pt x="7386" y="966"/>
                    <a:pt x="7375" y="998"/>
                  </a:cubicBezTo>
                  <a:cubicBezTo>
                    <a:pt x="7314" y="1120"/>
                    <a:pt x="7244" y="1129"/>
                    <a:pt x="7128" y="1129"/>
                  </a:cubicBezTo>
                  <a:cubicBezTo>
                    <a:pt x="7109" y="1129"/>
                    <a:pt x="7088" y="1129"/>
                    <a:pt x="7066" y="1129"/>
                  </a:cubicBezTo>
                  <a:cubicBezTo>
                    <a:pt x="7040" y="1128"/>
                    <a:pt x="7015" y="1128"/>
                    <a:pt x="6990" y="1128"/>
                  </a:cubicBezTo>
                  <a:cubicBezTo>
                    <a:pt x="6305" y="1128"/>
                    <a:pt x="5671" y="1429"/>
                    <a:pt x="4982" y="1486"/>
                  </a:cubicBezTo>
                  <a:cubicBezTo>
                    <a:pt x="4482" y="1534"/>
                    <a:pt x="3958" y="1665"/>
                    <a:pt x="3506" y="1950"/>
                  </a:cubicBezTo>
                  <a:cubicBezTo>
                    <a:pt x="3208" y="2141"/>
                    <a:pt x="2839" y="2188"/>
                    <a:pt x="2565" y="2427"/>
                  </a:cubicBezTo>
                  <a:cubicBezTo>
                    <a:pt x="2160" y="2796"/>
                    <a:pt x="1756" y="3153"/>
                    <a:pt x="1351" y="3510"/>
                  </a:cubicBezTo>
                  <a:cubicBezTo>
                    <a:pt x="970" y="3832"/>
                    <a:pt x="565" y="4177"/>
                    <a:pt x="482" y="4689"/>
                  </a:cubicBezTo>
                  <a:cubicBezTo>
                    <a:pt x="386" y="5236"/>
                    <a:pt x="398" y="5784"/>
                    <a:pt x="232" y="6344"/>
                  </a:cubicBezTo>
                  <a:cubicBezTo>
                    <a:pt x="17" y="7058"/>
                    <a:pt x="113" y="7832"/>
                    <a:pt x="77" y="8582"/>
                  </a:cubicBezTo>
                  <a:cubicBezTo>
                    <a:pt x="41" y="9701"/>
                    <a:pt x="136" y="10820"/>
                    <a:pt x="29" y="11940"/>
                  </a:cubicBezTo>
                  <a:cubicBezTo>
                    <a:pt x="0" y="12181"/>
                    <a:pt x="97" y="12305"/>
                    <a:pt x="268" y="12305"/>
                  </a:cubicBezTo>
                  <a:cubicBezTo>
                    <a:pt x="307" y="12305"/>
                    <a:pt x="351" y="12298"/>
                    <a:pt x="398" y="12285"/>
                  </a:cubicBezTo>
                  <a:cubicBezTo>
                    <a:pt x="810" y="12180"/>
                    <a:pt x="1222" y="12161"/>
                    <a:pt x="1634" y="12161"/>
                  </a:cubicBezTo>
                  <a:cubicBezTo>
                    <a:pt x="1864" y="12161"/>
                    <a:pt x="2094" y="12167"/>
                    <a:pt x="2324" y="12167"/>
                  </a:cubicBezTo>
                  <a:cubicBezTo>
                    <a:pt x="2384" y="12167"/>
                    <a:pt x="2445" y="12167"/>
                    <a:pt x="2506" y="12166"/>
                  </a:cubicBezTo>
                  <a:cubicBezTo>
                    <a:pt x="2732" y="12163"/>
                    <a:pt x="2959" y="12161"/>
                    <a:pt x="3185" y="12161"/>
                  </a:cubicBezTo>
                  <a:cubicBezTo>
                    <a:pt x="3804" y="12161"/>
                    <a:pt x="4423" y="12172"/>
                    <a:pt x="5042" y="12190"/>
                  </a:cubicBezTo>
                  <a:cubicBezTo>
                    <a:pt x="5137" y="12192"/>
                    <a:pt x="5232" y="12193"/>
                    <a:pt x="5327" y="12193"/>
                  </a:cubicBezTo>
                  <a:cubicBezTo>
                    <a:pt x="5728" y="12193"/>
                    <a:pt x="6123" y="12176"/>
                    <a:pt x="6518" y="12166"/>
                  </a:cubicBezTo>
                  <a:cubicBezTo>
                    <a:pt x="6576" y="12164"/>
                    <a:pt x="6635" y="12164"/>
                    <a:pt x="6694" y="12164"/>
                  </a:cubicBezTo>
                  <a:cubicBezTo>
                    <a:pt x="6871" y="12164"/>
                    <a:pt x="7051" y="12169"/>
                    <a:pt x="7229" y="12169"/>
                  </a:cubicBezTo>
                  <a:cubicBezTo>
                    <a:pt x="7468" y="12169"/>
                    <a:pt x="7703" y="12160"/>
                    <a:pt x="7923" y="12118"/>
                  </a:cubicBezTo>
                  <a:cubicBezTo>
                    <a:pt x="8064" y="12094"/>
                    <a:pt x="8205" y="12086"/>
                    <a:pt x="8344" y="12086"/>
                  </a:cubicBezTo>
                  <a:cubicBezTo>
                    <a:pt x="8637" y="12086"/>
                    <a:pt x="8926" y="12122"/>
                    <a:pt x="9215" y="12122"/>
                  </a:cubicBezTo>
                  <a:cubicBezTo>
                    <a:pt x="9264" y="12122"/>
                    <a:pt x="9314" y="12121"/>
                    <a:pt x="9364" y="12118"/>
                  </a:cubicBezTo>
                  <a:cubicBezTo>
                    <a:pt x="9388" y="12117"/>
                    <a:pt x="9413" y="12117"/>
                    <a:pt x="9438" y="12117"/>
                  </a:cubicBezTo>
                  <a:cubicBezTo>
                    <a:pt x="9665" y="12117"/>
                    <a:pt x="9907" y="12148"/>
                    <a:pt x="10132" y="12148"/>
                  </a:cubicBezTo>
                  <a:cubicBezTo>
                    <a:pt x="10242" y="12148"/>
                    <a:pt x="10349" y="12140"/>
                    <a:pt x="10447" y="12118"/>
                  </a:cubicBezTo>
                  <a:cubicBezTo>
                    <a:pt x="10995" y="12011"/>
                    <a:pt x="11543" y="12059"/>
                    <a:pt x="12078" y="12035"/>
                  </a:cubicBezTo>
                  <a:cubicBezTo>
                    <a:pt x="12673" y="12014"/>
                    <a:pt x="21563" y="11974"/>
                    <a:pt x="23952" y="11974"/>
                  </a:cubicBezTo>
                  <a:cubicBezTo>
                    <a:pt x="24242" y="11974"/>
                    <a:pt x="24436" y="11974"/>
                    <a:pt x="24508" y="11975"/>
                  </a:cubicBezTo>
                  <a:cubicBezTo>
                    <a:pt x="24530" y="11976"/>
                    <a:pt x="24551" y="11976"/>
                    <a:pt x="24573" y="11976"/>
                  </a:cubicBezTo>
                  <a:cubicBezTo>
                    <a:pt x="24960" y="11976"/>
                    <a:pt x="25376" y="11880"/>
                    <a:pt x="25782" y="11880"/>
                  </a:cubicBezTo>
                  <a:cubicBezTo>
                    <a:pt x="30447" y="11869"/>
                    <a:pt x="35090" y="11543"/>
                    <a:pt x="34826" y="11543"/>
                  </a:cubicBezTo>
                  <a:cubicBezTo>
                    <a:pt x="34809" y="11543"/>
                    <a:pt x="34771" y="11544"/>
                    <a:pt x="34712" y="11547"/>
                  </a:cubicBezTo>
                  <a:cubicBezTo>
                    <a:pt x="35581" y="11499"/>
                    <a:pt x="45380" y="11416"/>
                    <a:pt x="46261" y="11356"/>
                  </a:cubicBezTo>
                  <a:cubicBezTo>
                    <a:pt x="47071" y="11285"/>
                    <a:pt x="47880" y="11285"/>
                    <a:pt x="48678" y="11201"/>
                  </a:cubicBezTo>
                  <a:cubicBezTo>
                    <a:pt x="49250" y="11142"/>
                    <a:pt x="49821" y="11154"/>
                    <a:pt x="50393" y="11082"/>
                  </a:cubicBezTo>
                  <a:cubicBezTo>
                    <a:pt x="50655" y="11051"/>
                    <a:pt x="50932" y="11035"/>
                    <a:pt x="51208" y="11035"/>
                  </a:cubicBezTo>
                  <a:cubicBezTo>
                    <a:pt x="51346" y="11035"/>
                    <a:pt x="51484" y="11039"/>
                    <a:pt x="51619" y="11047"/>
                  </a:cubicBezTo>
                  <a:cubicBezTo>
                    <a:pt x="51641" y="11047"/>
                    <a:pt x="51662" y="11048"/>
                    <a:pt x="51685" y="11048"/>
                  </a:cubicBezTo>
                  <a:cubicBezTo>
                    <a:pt x="51884" y="11048"/>
                    <a:pt x="52099" y="11024"/>
                    <a:pt x="52299" y="11024"/>
                  </a:cubicBezTo>
                  <a:cubicBezTo>
                    <a:pt x="52479" y="11024"/>
                    <a:pt x="52646" y="11043"/>
                    <a:pt x="52774" y="11118"/>
                  </a:cubicBezTo>
                  <a:cubicBezTo>
                    <a:pt x="52963" y="11223"/>
                    <a:pt x="53153" y="11247"/>
                    <a:pt x="53340" y="11247"/>
                  </a:cubicBezTo>
                  <a:cubicBezTo>
                    <a:pt x="53495" y="11247"/>
                    <a:pt x="53649" y="11231"/>
                    <a:pt x="53800" y="11231"/>
                  </a:cubicBezTo>
                  <a:cubicBezTo>
                    <a:pt x="53880" y="11231"/>
                    <a:pt x="53958" y="11235"/>
                    <a:pt x="54036" y="11249"/>
                  </a:cubicBezTo>
                  <a:cubicBezTo>
                    <a:pt x="54147" y="11270"/>
                    <a:pt x="54266" y="11279"/>
                    <a:pt x="54390" y="11279"/>
                  </a:cubicBezTo>
                  <a:cubicBezTo>
                    <a:pt x="54755" y="11279"/>
                    <a:pt x="55162" y="11201"/>
                    <a:pt x="55536" y="11130"/>
                  </a:cubicBezTo>
                  <a:cubicBezTo>
                    <a:pt x="55631" y="11118"/>
                    <a:pt x="55822" y="11142"/>
                    <a:pt x="55798" y="10963"/>
                  </a:cubicBezTo>
                  <a:cubicBezTo>
                    <a:pt x="55774" y="10761"/>
                    <a:pt x="55881" y="10559"/>
                    <a:pt x="55846" y="10368"/>
                  </a:cubicBezTo>
                  <a:cubicBezTo>
                    <a:pt x="55679" y="9737"/>
                    <a:pt x="55929" y="9094"/>
                    <a:pt x="55786" y="8451"/>
                  </a:cubicBezTo>
                  <a:cubicBezTo>
                    <a:pt x="55703" y="8094"/>
                    <a:pt x="55881" y="7689"/>
                    <a:pt x="55810" y="7356"/>
                  </a:cubicBezTo>
                  <a:cubicBezTo>
                    <a:pt x="55679" y="6713"/>
                    <a:pt x="56155" y="6106"/>
                    <a:pt x="55917" y="5701"/>
                  </a:cubicBezTo>
                  <a:cubicBezTo>
                    <a:pt x="55762" y="4855"/>
                    <a:pt x="55846" y="4201"/>
                    <a:pt x="55381" y="3677"/>
                  </a:cubicBezTo>
                  <a:cubicBezTo>
                    <a:pt x="55334" y="3617"/>
                    <a:pt x="55274" y="3546"/>
                    <a:pt x="55262" y="3474"/>
                  </a:cubicBezTo>
                  <a:cubicBezTo>
                    <a:pt x="55215" y="3022"/>
                    <a:pt x="54941" y="2712"/>
                    <a:pt x="54667" y="2391"/>
                  </a:cubicBezTo>
                  <a:cubicBezTo>
                    <a:pt x="54346" y="2010"/>
                    <a:pt x="53893" y="1819"/>
                    <a:pt x="53488" y="1593"/>
                  </a:cubicBezTo>
                  <a:cubicBezTo>
                    <a:pt x="53344" y="1516"/>
                    <a:pt x="53136" y="1392"/>
                    <a:pt x="52873" y="1392"/>
                  </a:cubicBezTo>
                  <a:cubicBezTo>
                    <a:pt x="52811" y="1392"/>
                    <a:pt x="52746" y="1399"/>
                    <a:pt x="52679" y="1415"/>
                  </a:cubicBezTo>
                  <a:cubicBezTo>
                    <a:pt x="52572" y="1439"/>
                    <a:pt x="52448" y="1455"/>
                    <a:pt x="52319" y="1455"/>
                  </a:cubicBezTo>
                  <a:cubicBezTo>
                    <a:pt x="52073" y="1455"/>
                    <a:pt x="51811" y="1396"/>
                    <a:pt x="51631" y="1224"/>
                  </a:cubicBezTo>
                  <a:cubicBezTo>
                    <a:pt x="51440" y="1063"/>
                    <a:pt x="51274" y="1004"/>
                    <a:pt x="51076" y="1004"/>
                  </a:cubicBezTo>
                  <a:cubicBezTo>
                    <a:pt x="51040" y="1004"/>
                    <a:pt x="51003" y="1006"/>
                    <a:pt x="50964" y="1010"/>
                  </a:cubicBezTo>
                  <a:cubicBezTo>
                    <a:pt x="50954" y="1011"/>
                    <a:pt x="50944" y="1011"/>
                    <a:pt x="50934" y="1011"/>
                  </a:cubicBezTo>
                  <a:cubicBezTo>
                    <a:pt x="50815" y="1011"/>
                    <a:pt x="50706" y="949"/>
                    <a:pt x="50607" y="938"/>
                  </a:cubicBezTo>
                  <a:cubicBezTo>
                    <a:pt x="50265" y="900"/>
                    <a:pt x="49946" y="688"/>
                    <a:pt x="49596" y="688"/>
                  </a:cubicBezTo>
                  <a:cubicBezTo>
                    <a:pt x="49507" y="688"/>
                    <a:pt x="49415" y="702"/>
                    <a:pt x="49321" y="736"/>
                  </a:cubicBezTo>
                  <a:cubicBezTo>
                    <a:pt x="49265" y="755"/>
                    <a:pt x="49209" y="773"/>
                    <a:pt x="49158" y="773"/>
                  </a:cubicBezTo>
                  <a:cubicBezTo>
                    <a:pt x="49112" y="773"/>
                    <a:pt x="49069" y="758"/>
                    <a:pt x="49035" y="712"/>
                  </a:cubicBezTo>
                  <a:cubicBezTo>
                    <a:pt x="48945" y="597"/>
                    <a:pt x="48837" y="573"/>
                    <a:pt x="48720" y="573"/>
                  </a:cubicBezTo>
                  <a:cubicBezTo>
                    <a:pt x="48668" y="573"/>
                    <a:pt x="48614" y="577"/>
                    <a:pt x="48559" y="581"/>
                  </a:cubicBezTo>
                  <a:cubicBezTo>
                    <a:pt x="48548" y="582"/>
                    <a:pt x="48537" y="582"/>
                    <a:pt x="48525" y="582"/>
                  </a:cubicBezTo>
                  <a:cubicBezTo>
                    <a:pt x="48313" y="582"/>
                    <a:pt x="48106" y="441"/>
                    <a:pt x="47892" y="441"/>
                  </a:cubicBezTo>
                  <a:cubicBezTo>
                    <a:pt x="47795" y="441"/>
                    <a:pt x="47696" y="471"/>
                    <a:pt x="47595" y="557"/>
                  </a:cubicBezTo>
                  <a:cubicBezTo>
                    <a:pt x="47591" y="561"/>
                    <a:pt x="47584" y="562"/>
                    <a:pt x="47575" y="562"/>
                  </a:cubicBezTo>
                  <a:cubicBezTo>
                    <a:pt x="47549" y="562"/>
                    <a:pt x="47508" y="551"/>
                    <a:pt x="47499" y="534"/>
                  </a:cubicBezTo>
                  <a:cubicBezTo>
                    <a:pt x="47470" y="429"/>
                    <a:pt x="47408" y="401"/>
                    <a:pt x="47341" y="401"/>
                  </a:cubicBezTo>
                  <a:cubicBezTo>
                    <a:pt x="47271" y="401"/>
                    <a:pt x="47197" y="432"/>
                    <a:pt x="47154" y="438"/>
                  </a:cubicBezTo>
                  <a:cubicBezTo>
                    <a:pt x="46937" y="452"/>
                    <a:pt x="46719" y="466"/>
                    <a:pt x="46502" y="466"/>
                  </a:cubicBezTo>
                  <a:cubicBezTo>
                    <a:pt x="46159" y="466"/>
                    <a:pt x="45820" y="431"/>
                    <a:pt x="45499" y="307"/>
                  </a:cubicBezTo>
                  <a:cubicBezTo>
                    <a:pt x="45259" y="225"/>
                    <a:pt x="42493" y="213"/>
                    <a:pt x="39888" y="213"/>
                  </a:cubicBezTo>
                  <a:cubicBezTo>
                    <a:pt x="38859" y="213"/>
                    <a:pt x="37855" y="215"/>
                    <a:pt x="37041" y="215"/>
                  </a:cubicBezTo>
                  <a:cubicBezTo>
                    <a:pt x="36039" y="215"/>
                    <a:pt x="35326" y="212"/>
                    <a:pt x="35212" y="200"/>
                  </a:cubicBezTo>
                  <a:cubicBezTo>
                    <a:pt x="35006" y="172"/>
                    <a:pt x="34797" y="164"/>
                    <a:pt x="34586" y="164"/>
                  </a:cubicBezTo>
                  <a:cubicBezTo>
                    <a:pt x="34305" y="164"/>
                    <a:pt x="34021" y="179"/>
                    <a:pt x="33736" y="179"/>
                  </a:cubicBezTo>
                  <a:cubicBezTo>
                    <a:pt x="33593" y="179"/>
                    <a:pt x="33450" y="175"/>
                    <a:pt x="33307" y="164"/>
                  </a:cubicBezTo>
                  <a:cubicBezTo>
                    <a:pt x="33144" y="150"/>
                    <a:pt x="32972" y="119"/>
                    <a:pt x="32794" y="119"/>
                  </a:cubicBezTo>
                  <a:cubicBezTo>
                    <a:pt x="32673" y="119"/>
                    <a:pt x="32551" y="133"/>
                    <a:pt x="32426" y="176"/>
                  </a:cubicBezTo>
                  <a:cubicBezTo>
                    <a:pt x="32353" y="196"/>
                    <a:pt x="32258" y="215"/>
                    <a:pt x="32159" y="215"/>
                  </a:cubicBezTo>
                  <a:cubicBezTo>
                    <a:pt x="32015" y="215"/>
                    <a:pt x="31860" y="174"/>
                    <a:pt x="31747" y="33"/>
                  </a:cubicBezTo>
                  <a:cubicBezTo>
                    <a:pt x="31730" y="10"/>
                    <a:pt x="31709" y="1"/>
                    <a:pt x="31685" y="1"/>
                  </a:cubicBezTo>
                  <a:close/>
                </a:path>
              </a:pathLst>
            </a:custGeom>
            <a:solidFill>
              <a:schemeClr val="accent2">
                <a:lumMod val="75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US" dirty="0">
                  <a:solidFill>
                    <a:schemeClr val="bg1"/>
                  </a:solidFill>
                </a:rPr>
                <a:t>Social</a:t>
              </a:r>
              <a:endParaRPr dirty="0">
                <a:solidFill>
                  <a:schemeClr val="bg1"/>
                </a:solidFill>
              </a:endParaRPr>
            </a:p>
          </p:txBody>
        </p:sp>
        <p:sp>
          <p:nvSpPr>
            <p:cNvPr id="12" name="Google Shape;382;p21">
              <a:extLst>
                <a:ext uri="{FF2B5EF4-FFF2-40B4-BE49-F238E27FC236}">
                  <a16:creationId xmlns:a16="http://schemas.microsoft.com/office/drawing/2014/main" id="{53E5119A-B79D-4637-0F2B-90BB1EF39237}"/>
                </a:ext>
              </a:extLst>
            </p:cNvPr>
            <p:cNvSpPr/>
            <p:nvPr/>
          </p:nvSpPr>
          <p:spPr>
            <a:xfrm>
              <a:off x="3652280" y="2366715"/>
              <a:ext cx="132553" cy="344052"/>
            </a:xfrm>
            <a:custGeom>
              <a:avLst/>
              <a:gdLst/>
              <a:ahLst/>
              <a:cxnLst/>
              <a:rect l="l" t="t" r="r" b="b"/>
              <a:pathLst>
                <a:path w="7609" h="17372" extrusionOk="0">
                  <a:moveTo>
                    <a:pt x="4985" y="1280"/>
                  </a:moveTo>
                  <a:cubicBezTo>
                    <a:pt x="5018" y="1280"/>
                    <a:pt x="5049" y="1285"/>
                    <a:pt x="5073" y="1297"/>
                  </a:cubicBezTo>
                  <a:cubicBezTo>
                    <a:pt x="5239" y="1369"/>
                    <a:pt x="5073" y="1488"/>
                    <a:pt x="5073" y="1583"/>
                  </a:cubicBezTo>
                  <a:cubicBezTo>
                    <a:pt x="5144" y="2238"/>
                    <a:pt x="5037" y="2881"/>
                    <a:pt x="5001" y="3524"/>
                  </a:cubicBezTo>
                  <a:cubicBezTo>
                    <a:pt x="4942" y="4441"/>
                    <a:pt x="5001" y="5369"/>
                    <a:pt x="4989" y="6286"/>
                  </a:cubicBezTo>
                  <a:cubicBezTo>
                    <a:pt x="4965" y="7310"/>
                    <a:pt x="4989" y="8358"/>
                    <a:pt x="5001" y="9394"/>
                  </a:cubicBezTo>
                  <a:cubicBezTo>
                    <a:pt x="5001" y="9632"/>
                    <a:pt x="5025" y="9882"/>
                    <a:pt x="4906" y="10096"/>
                  </a:cubicBezTo>
                  <a:cubicBezTo>
                    <a:pt x="4835" y="10215"/>
                    <a:pt x="4930" y="10287"/>
                    <a:pt x="4954" y="10370"/>
                  </a:cubicBezTo>
                  <a:cubicBezTo>
                    <a:pt x="5001" y="10572"/>
                    <a:pt x="5263" y="10620"/>
                    <a:pt x="5216" y="10906"/>
                  </a:cubicBezTo>
                  <a:cubicBezTo>
                    <a:pt x="5208" y="10993"/>
                    <a:pt x="5290" y="11014"/>
                    <a:pt x="5385" y="11014"/>
                  </a:cubicBezTo>
                  <a:cubicBezTo>
                    <a:pt x="5445" y="11014"/>
                    <a:pt x="5510" y="11005"/>
                    <a:pt x="5561" y="11001"/>
                  </a:cubicBezTo>
                  <a:cubicBezTo>
                    <a:pt x="5799" y="10977"/>
                    <a:pt x="5954" y="10763"/>
                    <a:pt x="6192" y="10679"/>
                  </a:cubicBezTo>
                  <a:cubicBezTo>
                    <a:pt x="6319" y="10635"/>
                    <a:pt x="6420" y="10609"/>
                    <a:pt x="6499" y="10609"/>
                  </a:cubicBezTo>
                  <a:cubicBezTo>
                    <a:pt x="6696" y="10609"/>
                    <a:pt x="6760" y="10767"/>
                    <a:pt x="6751" y="11191"/>
                  </a:cubicBezTo>
                  <a:cubicBezTo>
                    <a:pt x="6680" y="11953"/>
                    <a:pt x="6466" y="12703"/>
                    <a:pt x="6263" y="13454"/>
                  </a:cubicBezTo>
                  <a:cubicBezTo>
                    <a:pt x="6085" y="14061"/>
                    <a:pt x="5823" y="14608"/>
                    <a:pt x="5573" y="15168"/>
                  </a:cubicBezTo>
                  <a:cubicBezTo>
                    <a:pt x="5382" y="15573"/>
                    <a:pt x="5144" y="15978"/>
                    <a:pt x="4894" y="16359"/>
                  </a:cubicBezTo>
                  <a:cubicBezTo>
                    <a:pt x="4825" y="16464"/>
                    <a:pt x="4712" y="16516"/>
                    <a:pt x="4596" y="16516"/>
                  </a:cubicBezTo>
                  <a:cubicBezTo>
                    <a:pt x="4451" y="16516"/>
                    <a:pt x="4300" y="16434"/>
                    <a:pt x="4227" y="16275"/>
                  </a:cubicBezTo>
                  <a:cubicBezTo>
                    <a:pt x="4144" y="16061"/>
                    <a:pt x="3989" y="16013"/>
                    <a:pt x="3870" y="15882"/>
                  </a:cubicBezTo>
                  <a:cubicBezTo>
                    <a:pt x="3525" y="15537"/>
                    <a:pt x="3108" y="15263"/>
                    <a:pt x="2918" y="14763"/>
                  </a:cubicBezTo>
                  <a:cubicBezTo>
                    <a:pt x="2870" y="14656"/>
                    <a:pt x="2775" y="14513"/>
                    <a:pt x="2632" y="14489"/>
                  </a:cubicBezTo>
                  <a:cubicBezTo>
                    <a:pt x="2549" y="14478"/>
                    <a:pt x="2477" y="14418"/>
                    <a:pt x="2453" y="14335"/>
                  </a:cubicBezTo>
                  <a:cubicBezTo>
                    <a:pt x="2239" y="13775"/>
                    <a:pt x="1798" y="13382"/>
                    <a:pt x="1596" y="12811"/>
                  </a:cubicBezTo>
                  <a:cubicBezTo>
                    <a:pt x="1536" y="12644"/>
                    <a:pt x="1429" y="12489"/>
                    <a:pt x="1263" y="12406"/>
                  </a:cubicBezTo>
                  <a:cubicBezTo>
                    <a:pt x="1144" y="12334"/>
                    <a:pt x="1072" y="12180"/>
                    <a:pt x="1155" y="12072"/>
                  </a:cubicBezTo>
                  <a:cubicBezTo>
                    <a:pt x="1232" y="11985"/>
                    <a:pt x="1248" y="11806"/>
                    <a:pt x="1445" y="11806"/>
                  </a:cubicBezTo>
                  <a:cubicBezTo>
                    <a:pt x="1462" y="11806"/>
                    <a:pt x="1481" y="11808"/>
                    <a:pt x="1501" y="11811"/>
                  </a:cubicBezTo>
                  <a:cubicBezTo>
                    <a:pt x="1727" y="11834"/>
                    <a:pt x="1906" y="11965"/>
                    <a:pt x="2120" y="11977"/>
                  </a:cubicBezTo>
                  <a:cubicBezTo>
                    <a:pt x="2146" y="11979"/>
                    <a:pt x="2170" y="11980"/>
                    <a:pt x="2193" y="11980"/>
                  </a:cubicBezTo>
                  <a:cubicBezTo>
                    <a:pt x="2495" y="11980"/>
                    <a:pt x="2537" y="11829"/>
                    <a:pt x="2549" y="11441"/>
                  </a:cubicBezTo>
                  <a:cubicBezTo>
                    <a:pt x="2549" y="11191"/>
                    <a:pt x="2310" y="11156"/>
                    <a:pt x="2358" y="10929"/>
                  </a:cubicBezTo>
                  <a:cubicBezTo>
                    <a:pt x="2394" y="10715"/>
                    <a:pt x="2453" y="10453"/>
                    <a:pt x="2382" y="10298"/>
                  </a:cubicBezTo>
                  <a:cubicBezTo>
                    <a:pt x="2191" y="9882"/>
                    <a:pt x="2191" y="9417"/>
                    <a:pt x="2072" y="9001"/>
                  </a:cubicBezTo>
                  <a:cubicBezTo>
                    <a:pt x="1941" y="8560"/>
                    <a:pt x="1977" y="8084"/>
                    <a:pt x="1739" y="7679"/>
                  </a:cubicBezTo>
                  <a:cubicBezTo>
                    <a:pt x="1656" y="7524"/>
                    <a:pt x="1906" y="7215"/>
                    <a:pt x="1596" y="7096"/>
                  </a:cubicBezTo>
                  <a:cubicBezTo>
                    <a:pt x="1941" y="6846"/>
                    <a:pt x="1441" y="6584"/>
                    <a:pt x="1596" y="6322"/>
                  </a:cubicBezTo>
                  <a:cubicBezTo>
                    <a:pt x="1623" y="6277"/>
                    <a:pt x="1683" y="6092"/>
                    <a:pt x="1591" y="6092"/>
                  </a:cubicBezTo>
                  <a:cubicBezTo>
                    <a:pt x="1561" y="6092"/>
                    <a:pt x="1513" y="6113"/>
                    <a:pt x="1441" y="6167"/>
                  </a:cubicBezTo>
                  <a:cubicBezTo>
                    <a:pt x="1432" y="6173"/>
                    <a:pt x="1424" y="6175"/>
                    <a:pt x="1416" y="6175"/>
                  </a:cubicBezTo>
                  <a:cubicBezTo>
                    <a:pt x="1356" y="6175"/>
                    <a:pt x="1313" y="6042"/>
                    <a:pt x="1334" y="6000"/>
                  </a:cubicBezTo>
                  <a:cubicBezTo>
                    <a:pt x="1453" y="5738"/>
                    <a:pt x="1394" y="5334"/>
                    <a:pt x="1334" y="5250"/>
                  </a:cubicBezTo>
                  <a:cubicBezTo>
                    <a:pt x="1167" y="5012"/>
                    <a:pt x="1489" y="4643"/>
                    <a:pt x="1132" y="4524"/>
                  </a:cubicBezTo>
                  <a:cubicBezTo>
                    <a:pt x="1120" y="4512"/>
                    <a:pt x="1120" y="4405"/>
                    <a:pt x="1132" y="4405"/>
                  </a:cubicBezTo>
                  <a:cubicBezTo>
                    <a:pt x="1394" y="4262"/>
                    <a:pt x="1167" y="4119"/>
                    <a:pt x="1155" y="3952"/>
                  </a:cubicBezTo>
                  <a:cubicBezTo>
                    <a:pt x="1108" y="3309"/>
                    <a:pt x="846" y="2702"/>
                    <a:pt x="905" y="2035"/>
                  </a:cubicBezTo>
                  <a:cubicBezTo>
                    <a:pt x="913" y="1868"/>
                    <a:pt x="955" y="1802"/>
                    <a:pt x="1025" y="1802"/>
                  </a:cubicBezTo>
                  <a:cubicBezTo>
                    <a:pt x="1064" y="1802"/>
                    <a:pt x="1112" y="1823"/>
                    <a:pt x="1167" y="1857"/>
                  </a:cubicBezTo>
                  <a:cubicBezTo>
                    <a:pt x="1263" y="1905"/>
                    <a:pt x="1346" y="1988"/>
                    <a:pt x="1441" y="2035"/>
                  </a:cubicBezTo>
                  <a:cubicBezTo>
                    <a:pt x="1906" y="2333"/>
                    <a:pt x="2358" y="2643"/>
                    <a:pt x="2846" y="2893"/>
                  </a:cubicBezTo>
                  <a:cubicBezTo>
                    <a:pt x="2964" y="2952"/>
                    <a:pt x="3068" y="2979"/>
                    <a:pt x="3162" y="2979"/>
                  </a:cubicBezTo>
                  <a:cubicBezTo>
                    <a:pt x="3411" y="2979"/>
                    <a:pt x="3595" y="2790"/>
                    <a:pt x="3811" y="2488"/>
                  </a:cubicBezTo>
                  <a:cubicBezTo>
                    <a:pt x="4096" y="2071"/>
                    <a:pt x="4346" y="1595"/>
                    <a:pt x="4787" y="1333"/>
                  </a:cubicBezTo>
                  <a:cubicBezTo>
                    <a:pt x="4842" y="1301"/>
                    <a:pt x="4919" y="1280"/>
                    <a:pt x="4985" y="1280"/>
                  </a:cubicBezTo>
                  <a:close/>
                  <a:moveTo>
                    <a:pt x="5405" y="0"/>
                  </a:moveTo>
                  <a:cubicBezTo>
                    <a:pt x="5301" y="0"/>
                    <a:pt x="5179" y="25"/>
                    <a:pt x="5037" y="71"/>
                  </a:cubicBezTo>
                  <a:cubicBezTo>
                    <a:pt x="4775" y="154"/>
                    <a:pt x="4668" y="369"/>
                    <a:pt x="4454" y="476"/>
                  </a:cubicBezTo>
                  <a:cubicBezTo>
                    <a:pt x="3942" y="750"/>
                    <a:pt x="3620" y="1309"/>
                    <a:pt x="3299" y="1774"/>
                  </a:cubicBezTo>
                  <a:cubicBezTo>
                    <a:pt x="3156" y="1980"/>
                    <a:pt x="3043" y="2038"/>
                    <a:pt x="2920" y="2038"/>
                  </a:cubicBezTo>
                  <a:cubicBezTo>
                    <a:pt x="2837" y="2038"/>
                    <a:pt x="2749" y="2012"/>
                    <a:pt x="2644" y="1988"/>
                  </a:cubicBezTo>
                  <a:cubicBezTo>
                    <a:pt x="2394" y="1940"/>
                    <a:pt x="2418" y="1571"/>
                    <a:pt x="2203" y="1547"/>
                  </a:cubicBezTo>
                  <a:cubicBezTo>
                    <a:pt x="1834" y="1500"/>
                    <a:pt x="1596" y="1238"/>
                    <a:pt x="1310" y="1035"/>
                  </a:cubicBezTo>
                  <a:cubicBezTo>
                    <a:pt x="1182" y="934"/>
                    <a:pt x="1001" y="875"/>
                    <a:pt x="840" y="875"/>
                  </a:cubicBezTo>
                  <a:cubicBezTo>
                    <a:pt x="716" y="875"/>
                    <a:pt x="604" y="910"/>
                    <a:pt x="536" y="988"/>
                  </a:cubicBezTo>
                  <a:cubicBezTo>
                    <a:pt x="298" y="1273"/>
                    <a:pt x="1" y="1654"/>
                    <a:pt x="120" y="2107"/>
                  </a:cubicBezTo>
                  <a:cubicBezTo>
                    <a:pt x="274" y="2750"/>
                    <a:pt x="263" y="3417"/>
                    <a:pt x="441" y="4048"/>
                  </a:cubicBezTo>
                  <a:cubicBezTo>
                    <a:pt x="501" y="4250"/>
                    <a:pt x="608" y="4500"/>
                    <a:pt x="572" y="4714"/>
                  </a:cubicBezTo>
                  <a:cubicBezTo>
                    <a:pt x="477" y="5357"/>
                    <a:pt x="727" y="5953"/>
                    <a:pt x="858" y="6548"/>
                  </a:cubicBezTo>
                  <a:cubicBezTo>
                    <a:pt x="1025" y="7346"/>
                    <a:pt x="1072" y="8191"/>
                    <a:pt x="1334" y="8989"/>
                  </a:cubicBezTo>
                  <a:cubicBezTo>
                    <a:pt x="1477" y="9429"/>
                    <a:pt x="1525" y="9977"/>
                    <a:pt x="1560" y="10489"/>
                  </a:cubicBezTo>
                  <a:cubicBezTo>
                    <a:pt x="1608" y="11037"/>
                    <a:pt x="1632" y="11037"/>
                    <a:pt x="1120" y="11108"/>
                  </a:cubicBezTo>
                  <a:cubicBezTo>
                    <a:pt x="429" y="11203"/>
                    <a:pt x="370" y="11430"/>
                    <a:pt x="453" y="12156"/>
                  </a:cubicBezTo>
                  <a:cubicBezTo>
                    <a:pt x="513" y="12727"/>
                    <a:pt x="834" y="13120"/>
                    <a:pt x="1060" y="13537"/>
                  </a:cubicBezTo>
                  <a:cubicBezTo>
                    <a:pt x="1394" y="14144"/>
                    <a:pt x="1798" y="14763"/>
                    <a:pt x="2298" y="15263"/>
                  </a:cubicBezTo>
                  <a:cubicBezTo>
                    <a:pt x="2303" y="15268"/>
                    <a:pt x="2310" y="15270"/>
                    <a:pt x="2318" y="15270"/>
                  </a:cubicBezTo>
                  <a:cubicBezTo>
                    <a:pt x="2329" y="15270"/>
                    <a:pt x="2343" y="15266"/>
                    <a:pt x="2357" y="15266"/>
                  </a:cubicBezTo>
                  <a:cubicBezTo>
                    <a:pt x="2379" y="15266"/>
                    <a:pt x="2400" y="15275"/>
                    <a:pt x="2406" y="15323"/>
                  </a:cubicBezTo>
                  <a:cubicBezTo>
                    <a:pt x="2465" y="15751"/>
                    <a:pt x="2822" y="15930"/>
                    <a:pt x="3049" y="16204"/>
                  </a:cubicBezTo>
                  <a:cubicBezTo>
                    <a:pt x="3275" y="16478"/>
                    <a:pt x="3561" y="16740"/>
                    <a:pt x="3834" y="16990"/>
                  </a:cubicBezTo>
                  <a:cubicBezTo>
                    <a:pt x="4024" y="17160"/>
                    <a:pt x="4416" y="17372"/>
                    <a:pt x="4678" y="17372"/>
                  </a:cubicBezTo>
                  <a:cubicBezTo>
                    <a:pt x="4727" y="17372"/>
                    <a:pt x="4773" y="17364"/>
                    <a:pt x="4811" y="17347"/>
                  </a:cubicBezTo>
                  <a:cubicBezTo>
                    <a:pt x="5394" y="17061"/>
                    <a:pt x="5727" y="16454"/>
                    <a:pt x="5989" y="15894"/>
                  </a:cubicBezTo>
                  <a:cubicBezTo>
                    <a:pt x="6180" y="15501"/>
                    <a:pt x="6323" y="15013"/>
                    <a:pt x="6549" y="14692"/>
                  </a:cubicBezTo>
                  <a:cubicBezTo>
                    <a:pt x="6966" y="14097"/>
                    <a:pt x="7013" y="13394"/>
                    <a:pt x="7263" y="12751"/>
                  </a:cubicBezTo>
                  <a:cubicBezTo>
                    <a:pt x="7478" y="12203"/>
                    <a:pt x="7513" y="11560"/>
                    <a:pt x="7525" y="10953"/>
                  </a:cubicBezTo>
                  <a:cubicBezTo>
                    <a:pt x="7525" y="10632"/>
                    <a:pt x="7609" y="10227"/>
                    <a:pt x="7240" y="9941"/>
                  </a:cubicBezTo>
                  <a:cubicBezTo>
                    <a:pt x="7023" y="9779"/>
                    <a:pt x="6826" y="9670"/>
                    <a:pt x="6623" y="9670"/>
                  </a:cubicBezTo>
                  <a:cubicBezTo>
                    <a:pt x="6470" y="9670"/>
                    <a:pt x="6314" y="9733"/>
                    <a:pt x="6144" y="9882"/>
                  </a:cubicBezTo>
                  <a:cubicBezTo>
                    <a:pt x="6071" y="9940"/>
                    <a:pt x="6002" y="9966"/>
                    <a:pt x="5943" y="9966"/>
                  </a:cubicBezTo>
                  <a:cubicBezTo>
                    <a:pt x="5822" y="9966"/>
                    <a:pt x="5743" y="9852"/>
                    <a:pt x="5751" y="9667"/>
                  </a:cubicBezTo>
                  <a:cubicBezTo>
                    <a:pt x="5763" y="8632"/>
                    <a:pt x="5787" y="7596"/>
                    <a:pt x="5787" y="6560"/>
                  </a:cubicBezTo>
                  <a:cubicBezTo>
                    <a:pt x="5775" y="5595"/>
                    <a:pt x="5787" y="4643"/>
                    <a:pt x="5775" y="3679"/>
                  </a:cubicBezTo>
                  <a:cubicBezTo>
                    <a:pt x="5751" y="2714"/>
                    <a:pt x="5918" y="1762"/>
                    <a:pt x="5835" y="785"/>
                  </a:cubicBezTo>
                  <a:cubicBezTo>
                    <a:pt x="5862" y="236"/>
                    <a:pt x="5725" y="0"/>
                    <a:pt x="540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bg2">
                    <a:lumMod val="50000"/>
                  </a:schemeClr>
                </a:solidFill>
              </a:endParaRPr>
            </a:p>
          </p:txBody>
        </p:sp>
        <p:sp>
          <p:nvSpPr>
            <p:cNvPr id="13" name="Google Shape;383;p21">
              <a:extLst>
                <a:ext uri="{FF2B5EF4-FFF2-40B4-BE49-F238E27FC236}">
                  <a16:creationId xmlns:a16="http://schemas.microsoft.com/office/drawing/2014/main" id="{381C9A60-B98C-B54C-062E-DE8077BE8C64}"/>
                </a:ext>
              </a:extLst>
            </p:cNvPr>
            <p:cNvSpPr/>
            <p:nvPr/>
          </p:nvSpPr>
          <p:spPr>
            <a:xfrm>
              <a:off x="3650577" y="2366715"/>
              <a:ext cx="159200" cy="330383"/>
            </a:xfrm>
            <a:custGeom>
              <a:avLst/>
              <a:gdLst/>
              <a:ahLst/>
              <a:cxnLst/>
              <a:rect l="l" t="t" r="r" b="b"/>
              <a:pathLst>
                <a:path w="5915" h="15236" extrusionOk="0">
                  <a:moveTo>
                    <a:pt x="4140" y="0"/>
                  </a:moveTo>
                  <a:cubicBezTo>
                    <a:pt x="4074" y="0"/>
                    <a:pt x="3997" y="21"/>
                    <a:pt x="3942" y="53"/>
                  </a:cubicBezTo>
                  <a:cubicBezTo>
                    <a:pt x="3501" y="315"/>
                    <a:pt x="3251" y="791"/>
                    <a:pt x="2966" y="1208"/>
                  </a:cubicBezTo>
                  <a:cubicBezTo>
                    <a:pt x="2750" y="1510"/>
                    <a:pt x="2566" y="1699"/>
                    <a:pt x="2317" y="1699"/>
                  </a:cubicBezTo>
                  <a:cubicBezTo>
                    <a:pt x="2223" y="1699"/>
                    <a:pt x="2119" y="1672"/>
                    <a:pt x="2001" y="1613"/>
                  </a:cubicBezTo>
                  <a:cubicBezTo>
                    <a:pt x="1513" y="1363"/>
                    <a:pt x="1061" y="1053"/>
                    <a:pt x="596" y="755"/>
                  </a:cubicBezTo>
                  <a:cubicBezTo>
                    <a:pt x="501" y="708"/>
                    <a:pt x="418" y="625"/>
                    <a:pt x="322" y="577"/>
                  </a:cubicBezTo>
                  <a:cubicBezTo>
                    <a:pt x="267" y="543"/>
                    <a:pt x="219" y="522"/>
                    <a:pt x="180" y="522"/>
                  </a:cubicBezTo>
                  <a:cubicBezTo>
                    <a:pt x="110" y="522"/>
                    <a:pt x="68" y="588"/>
                    <a:pt x="60" y="755"/>
                  </a:cubicBezTo>
                  <a:cubicBezTo>
                    <a:pt x="1" y="1422"/>
                    <a:pt x="263" y="2029"/>
                    <a:pt x="310" y="2672"/>
                  </a:cubicBezTo>
                  <a:cubicBezTo>
                    <a:pt x="322" y="2839"/>
                    <a:pt x="549" y="2982"/>
                    <a:pt x="287" y="3125"/>
                  </a:cubicBezTo>
                  <a:cubicBezTo>
                    <a:pt x="275" y="3125"/>
                    <a:pt x="275" y="3232"/>
                    <a:pt x="287" y="3244"/>
                  </a:cubicBezTo>
                  <a:cubicBezTo>
                    <a:pt x="644" y="3363"/>
                    <a:pt x="322" y="3732"/>
                    <a:pt x="489" y="3970"/>
                  </a:cubicBezTo>
                  <a:cubicBezTo>
                    <a:pt x="549" y="4054"/>
                    <a:pt x="608" y="4458"/>
                    <a:pt x="489" y="4720"/>
                  </a:cubicBezTo>
                  <a:cubicBezTo>
                    <a:pt x="468" y="4762"/>
                    <a:pt x="511" y="4895"/>
                    <a:pt x="571" y="4895"/>
                  </a:cubicBezTo>
                  <a:cubicBezTo>
                    <a:pt x="579" y="4895"/>
                    <a:pt x="587" y="4893"/>
                    <a:pt x="596" y="4887"/>
                  </a:cubicBezTo>
                  <a:cubicBezTo>
                    <a:pt x="668" y="4833"/>
                    <a:pt x="716" y="4812"/>
                    <a:pt x="746" y="4812"/>
                  </a:cubicBezTo>
                  <a:cubicBezTo>
                    <a:pt x="838" y="4812"/>
                    <a:pt x="778" y="4997"/>
                    <a:pt x="751" y="5042"/>
                  </a:cubicBezTo>
                  <a:cubicBezTo>
                    <a:pt x="596" y="5304"/>
                    <a:pt x="1096" y="5566"/>
                    <a:pt x="751" y="5816"/>
                  </a:cubicBezTo>
                  <a:cubicBezTo>
                    <a:pt x="1061" y="5935"/>
                    <a:pt x="811" y="6244"/>
                    <a:pt x="894" y="6399"/>
                  </a:cubicBezTo>
                  <a:cubicBezTo>
                    <a:pt x="1132" y="6804"/>
                    <a:pt x="1096" y="7280"/>
                    <a:pt x="1227" y="7721"/>
                  </a:cubicBezTo>
                  <a:cubicBezTo>
                    <a:pt x="1346" y="8137"/>
                    <a:pt x="1346" y="8602"/>
                    <a:pt x="1537" y="9018"/>
                  </a:cubicBezTo>
                  <a:cubicBezTo>
                    <a:pt x="1608" y="9173"/>
                    <a:pt x="1549" y="9435"/>
                    <a:pt x="1513" y="9649"/>
                  </a:cubicBezTo>
                  <a:cubicBezTo>
                    <a:pt x="1465" y="9876"/>
                    <a:pt x="1704" y="9911"/>
                    <a:pt x="1704" y="10161"/>
                  </a:cubicBezTo>
                  <a:cubicBezTo>
                    <a:pt x="1692" y="10549"/>
                    <a:pt x="1650" y="10700"/>
                    <a:pt x="1348" y="10700"/>
                  </a:cubicBezTo>
                  <a:cubicBezTo>
                    <a:pt x="1325" y="10700"/>
                    <a:pt x="1301" y="10699"/>
                    <a:pt x="1275" y="10697"/>
                  </a:cubicBezTo>
                  <a:cubicBezTo>
                    <a:pt x="1061" y="10685"/>
                    <a:pt x="882" y="10554"/>
                    <a:pt x="656" y="10531"/>
                  </a:cubicBezTo>
                  <a:cubicBezTo>
                    <a:pt x="636" y="10528"/>
                    <a:pt x="617" y="10526"/>
                    <a:pt x="600" y="10526"/>
                  </a:cubicBezTo>
                  <a:cubicBezTo>
                    <a:pt x="403" y="10526"/>
                    <a:pt x="387" y="10705"/>
                    <a:pt x="310" y="10792"/>
                  </a:cubicBezTo>
                  <a:cubicBezTo>
                    <a:pt x="227" y="10900"/>
                    <a:pt x="299" y="11054"/>
                    <a:pt x="418" y="11126"/>
                  </a:cubicBezTo>
                  <a:cubicBezTo>
                    <a:pt x="584" y="11209"/>
                    <a:pt x="691" y="11364"/>
                    <a:pt x="751" y="11531"/>
                  </a:cubicBezTo>
                  <a:cubicBezTo>
                    <a:pt x="953" y="12102"/>
                    <a:pt x="1394" y="12495"/>
                    <a:pt x="1608" y="13055"/>
                  </a:cubicBezTo>
                  <a:cubicBezTo>
                    <a:pt x="1632" y="13138"/>
                    <a:pt x="1704" y="13198"/>
                    <a:pt x="1787" y="13209"/>
                  </a:cubicBezTo>
                  <a:cubicBezTo>
                    <a:pt x="1930" y="13233"/>
                    <a:pt x="2025" y="13376"/>
                    <a:pt x="2073" y="13483"/>
                  </a:cubicBezTo>
                  <a:cubicBezTo>
                    <a:pt x="2263" y="13983"/>
                    <a:pt x="2680" y="14257"/>
                    <a:pt x="3025" y="14602"/>
                  </a:cubicBezTo>
                  <a:cubicBezTo>
                    <a:pt x="3144" y="14733"/>
                    <a:pt x="3299" y="14781"/>
                    <a:pt x="3382" y="14995"/>
                  </a:cubicBezTo>
                  <a:cubicBezTo>
                    <a:pt x="3455" y="15154"/>
                    <a:pt x="3606" y="15236"/>
                    <a:pt x="3751" y="15236"/>
                  </a:cubicBezTo>
                  <a:cubicBezTo>
                    <a:pt x="3867" y="15236"/>
                    <a:pt x="3980" y="15184"/>
                    <a:pt x="4049" y="15079"/>
                  </a:cubicBezTo>
                  <a:cubicBezTo>
                    <a:pt x="4299" y="14698"/>
                    <a:pt x="4537" y="14293"/>
                    <a:pt x="4728" y="13888"/>
                  </a:cubicBezTo>
                  <a:cubicBezTo>
                    <a:pt x="4978" y="13328"/>
                    <a:pt x="5240" y="12781"/>
                    <a:pt x="5418" y="12174"/>
                  </a:cubicBezTo>
                  <a:cubicBezTo>
                    <a:pt x="5621" y="11423"/>
                    <a:pt x="5835" y="10673"/>
                    <a:pt x="5906" y="9911"/>
                  </a:cubicBezTo>
                  <a:cubicBezTo>
                    <a:pt x="5915" y="9487"/>
                    <a:pt x="5851" y="9329"/>
                    <a:pt x="5654" y="9329"/>
                  </a:cubicBezTo>
                  <a:cubicBezTo>
                    <a:pt x="5575" y="9329"/>
                    <a:pt x="5474" y="9355"/>
                    <a:pt x="5347" y="9399"/>
                  </a:cubicBezTo>
                  <a:cubicBezTo>
                    <a:pt x="5109" y="9483"/>
                    <a:pt x="4954" y="9697"/>
                    <a:pt x="4716" y="9721"/>
                  </a:cubicBezTo>
                  <a:cubicBezTo>
                    <a:pt x="4665" y="9725"/>
                    <a:pt x="4600" y="9734"/>
                    <a:pt x="4540" y="9734"/>
                  </a:cubicBezTo>
                  <a:cubicBezTo>
                    <a:pt x="4445" y="9734"/>
                    <a:pt x="4363" y="9713"/>
                    <a:pt x="4371" y="9626"/>
                  </a:cubicBezTo>
                  <a:cubicBezTo>
                    <a:pt x="4418" y="9340"/>
                    <a:pt x="4156" y="9292"/>
                    <a:pt x="4109" y="9090"/>
                  </a:cubicBezTo>
                  <a:cubicBezTo>
                    <a:pt x="4085" y="9007"/>
                    <a:pt x="3990" y="8935"/>
                    <a:pt x="4061" y="8816"/>
                  </a:cubicBezTo>
                  <a:cubicBezTo>
                    <a:pt x="4180" y="8602"/>
                    <a:pt x="4156" y="8352"/>
                    <a:pt x="4156" y="8114"/>
                  </a:cubicBezTo>
                  <a:cubicBezTo>
                    <a:pt x="4144" y="7078"/>
                    <a:pt x="4120" y="6030"/>
                    <a:pt x="4144" y="5006"/>
                  </a:cubicBezTo>
                  <a:cubicBezTo>
                    <a:pt x="4156" y="4089"/>
                    <a:pt x="4097" y="3161"/>
                    <a:pt x="4156" y="2244"/>
                  </a:cubicBezTo>
                  <a:cubicBezTo>
                    <a:pt x="4192" y="1601"/>
                    <a:pt x="4299" y="958"/>
                    <a:pt x="4228" y="303"/>
                  </a:cubicBezTo>
                  <a:cubicBezTo>
                    <a:pt x="4228" y="208"/>
                    <a:pt x="4394" y="89"/>
                    <a:pt x="4228" y="17"/>
                  </a:cubicBezTo>
                  <a:cubicBezTo>
                    <a:pt x="4204" y="5"/>
                    <a:pt x="4173" y="0"/>
                    <a:pt x="4140" y="0"/>
                  </a:cubicBezTo>
                  <a:close/>
                </a:path>
              </a:pathLst>
            </a:custGeom>
            <a:solidFill>
              <a:schemeClr val="accent2">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bg2">
                    <a:lumMod val="50000"/>
                  </a:schemeClr>
                </a:solidFill>
              </a:endParaRPr>
            </a:p>
          </p:txBody>
        </p:sp>
      </p:grpSp>
      <p:grpSp>
        <p:nvGrpSpPr>
          <p:cNvPr id="14" name="Google Shape;366;p21">
            <a:extLst>
              <a:ext uri="{FF2B5EF4-FFF2-40B4-BE49-F238E27FC236}">
                <a16:creationId xmlns:a16="http://schemas.microsoft.com/office/drawing/2014/main" id="{CD1BD70A-C4F7-DD9C-BBC0-E7D93427B45A}"/>
              </a:ext>
            </a:extLst>
          </p:cNvPr>
          <p:cNvGrpSpPr/>
          <p:nvPr/>
        </p:nvGrpSpPr>
        <p:grpSpPr>
          <a:xfrm>
            <a:off x="5656528" y="1657082"/>
            <a:ext cx="2895218" cy="1848802"/>
            <a:chOff x="4725451" y="2722084"/>
            <a:chExt cx="2305521" cy="2135960"/>
          </a:xfrm>
        </p:grpSpPr>
        <p:sp>
          <p:nvSpPr>
            <p:cNvPr id="15" name="Google Shape;367;p21">
              <a:extLst>
                <a:ext uri="{FF2B5EF4-FFF2-40B4-BE49-F238E27FC236}">
                  <a16:creationId xmlns:a16="http://schemas.microsoft.com/office/drawing/2014/main" id="{8CFE5B26-2A5B-4C4B-E547-7228CBAF45C6}"/>
                </a:ext>
              </a:extLst>
            </p:cNvPr>
            <p:cNvSpPr/>
            <p:nvPr/>
          </p:nvSpPr>
          <p:spPr>
            <a:xfrm>
              <a:off x="4725451" y="2990295"/>
              <a:ext cx="2305521" cy="1867749"/>
            </a:xfrm>
            <a:custGeom>
              <a:avLst/>
              <a:gdLst/>
              <a:ahLst/>
              <a:cxnLst/>
              <a:rect l="l" t="t" r="r" b="b"/>
              <a:pathLst>
                <a:path w="59818" h="56585" extrusionOk="0">
                  <a:moveTo>
                    <a:pt x="33549" y="931"/>
                  </a:moveTo>
                  <a:cubicBezTo>
                    <a:pt x="33746" y="931"/>
                    <a:pt x="33943" y="954"/>
                    <a:pt x="34124" y="965"/>
                  </a:cubicBezTo>
                  <a:cubicBezTo>
                    <a:pt x="34374" y="983"/>
                    <a:pt x="34630" y="989"/>
                    <a:pt x="34885" y="989"/>
                  </a:cubicBezTo>
                  <a:cubicBezTo>
                    <a:pt x="35139" y="989"/>
                    <a:pt x="35392" y="983"/>
                    <a:pt x="35636" y="977"/>
                  </a:cubicBezTo>
                  <a:cubicBezTo>
                    <a:pt x="35905" y="977"/>
                    <a:pt x="41359" y="1084"/>
                    <a:pt x="44695" y="1084"/>
                  </a:cubicBezTo>
                  <a:cubicBezTo>
                    <a:pt x="46085" y="1084"/>
                    <a:pt x="47107" y="1065"/>
                    <a:pt x="47233" y="1013"/>
                  </a:cubicBezTo>
                  <a:cubicBezTo>
                    <a:pt x="47339" y="973"/>
                    <a:pt x="47465" y="953"/>
                    <a:pt x="47599" y="953"/>
                  </a:cubicBezTo>
                  <a:cubicBezTo>
                    <a:pt x="47828" y="953"/>
                    <a:pt x="48078" y="1012"/>
                    <a:pt x="48281" y="1132"/>
                  </a:cubicBezTo>
                  <a:cubicBezTo>
                    <a:pt x="48326" y="1164"/>
                    <a:pt x="48368" y="1174"/>
                    <a:pt x="48407" y="1174"/>
                  </a:cubicBezTo>
                  <a:cubicBezTo>
                    <a:pt x="48496" y="1174"/>
                    <a:pt x="48574" y="1119"/>
                    <a:pt x="48667" y="1119"/>
                  </a:cubicBezTo>
                  <a:cubicBezTo>
                    <a:pt x="48673" y="1119"/>
                    <a:pt x="48679" y="1120"/>
                    <a:pt x="48686" y="1120"/>
                  </a:cubicBezTo>
                  <a:cubicBezTo>
                    <a:pt x="49638" y="1239"/>
                    <a:pt x="50591" y="1358"/>
                    <a:pt x="51531" y="1525"/>
                  </a:cubicBezTo>
                  <a:cubicBezTo>
                    <a:pt x="52067" y="1620"/>
                    <a:pt x="52591" y="1715"/>
                    <a:pt x="53127" y="1811"/>
                  </a:cubicBezTo>
                  <a:cubicBezTo>
                    <a:pt x="53615" y="1894"/>
                    <a:pt x="54163" y="1942"/>
                    <a:pt x="54567" y="2299"/>
                  </a:cubicBezTo>
                  <a:cubicBezTo>
                    <a:pt x="54746" y="2465"/>
                    <a:pt x="55044" y="2430"/>
                    <a:pt x="55258" y="2596"/>
                  </a:cubicBezTo>
                  <a:cubicBezTo>
                    <a:pt x="55675" y="2930"/>
                    <a:pt x="55901" y="3358"/>
                    <a:pt x="56175" y="3763"/>
                  </a:cubicBezTo>
                  <a:cubicBezTo>
                    <a:pt x="56329" y="4001"/>
                    <a:pt x="56341" y="4323"/>
                    <a:pt x="56651" y="4490"/>
                  </a:cubicBezTo>
                  <a:cubicBezTo>
                    <a:pt x="56722" y="4525"/>
                    <a:pt x="56687" y="4656"/>
                    <a:pt x="56687" y="4751"/>
                  </a:cubicBezTo>
                  <a:cubicBezTo>
                    <a:pt x="56710" y="5002"/>
                    <a:pt x="56722" y="5252"/>
                    <a:pt x="56853" y="5513"/>
                  </a:cubicBezTo>
                  <a:cubicBezTo>
                    <a:pt x="56996" y="5775"/>
                    <a:pt x="56853" y="6097"/>
                    <a:pt x="56937" y="6406"/>
                  </a:cubicBezTo>
                  <a:cubicBezTo>
                    <a:pt x="57020" y="6752"/>
                    <a:pt x="57080" y="7109"/>
                    <a:pt x="57127" y="7478"/>
                  </a:cubicBezTo>
                  <a:cubicBezTo>
                    <a:pt x="57187" y="8014"/>
                    <a:pt x="57222" y="8561"/>
                    <a:pt x="57282" y="9097"/>
                  </a:cubicBezTo>
                  <a:cubicBezTo>
                    <a:pt x="57318" y="9478"/>
                    <a:pt x="57353" y="9871"/>
                    <a:pt x="57389" y="10252"/>
                  </a:cubicBezTo>
                  <a:cubicBezTo>
                    <a:pt x="57413" y="10621"/>
                    <a:pt x="57413" y="10990"/>
                    <a:pt x="57437" y="11359"/>
                  </a:cubicBezTo>
                  <a:cubicBezTo>
                    <a:pt x="57446" y="11515"/>
                    <a:pt x="57289" y="11584"/>
                    <a:pt x="57133" y="11584"/>
                  </a:cubicBezTo>
                  <a:cubicBezTo>
                    <a:pt x="57099" y="11584"/>
                    <a:pt x="57064" y="11580"/>
                    <a:pt x="57032" y="11574"/>
                  </a:cubicBezTo>
                  <a:cubicBezTo>
                    <a:pt x="56852" y="11539"/>
                    <a:pt x="56673" y="11527"/>
                    <a:pt x="56495" y="11527"/>
                  </a:cubicBezTo>
                  <a:cubicBezTo>
                    <a:pt x="56077" y="11527"/>
                    <a:pt x="55662" y="11593"/>
                    <a:pt x="55243" y="11593"/>
                  </a:cubicBezTo>
                  <a:cubicBezTo>
                    <a:pt x="55165" y="11593"/>
                    <a:pt x="55086" y="11591"/>
                    <a:pt x="55008" y="11586"/>
                  </a:cubicBezTo>
                  <a:cubicBezTo>
                    <a:pt x="54954" y="11586"/>
                    <a:pt x="54889" y="11576"/>
                    <a:pt x="54826" y="11576"/>
                  </a:cubicBezTo>
                  <a:cubicBezTo>
                    <a:pt x="54720" y="11576"/>
                    <a:pt x="54621" y="11604"/>
                    <a:pt x="54591" y="11752"/>
                  </a:cubicBezTo>
                  <a:cubicBezTo>
                    <a:pt x="54579" y="11776"/>
                    <a:pt x="54532" y="11800"/>
                    <a:pt x="54520" y="11800"/>
                  </a:cubicBezTo>
                  <a:cubicBezTo>
                    <a:pt x="54362" y="11743"/>
                    <a:pt x="54206" y="11722"/>
                    <a:pt x="54052" y="11722"/>
                  </a:cubicBezTo>
                  <a:cubicBezTo>
                    <a:pt x="53590" y="11722"/>
                    <a:pt x="53142" y="11916"/>
                    <a:pt x="52686" y="11943"/>
                  </a:cubicBezTo>
                  <a:cubicBezTo>
                    <a:pt x="51722" y="11979"/>
                    <a:pt x="50745" y="11943"/>
                    <a:pt x="49769" y="12038"/>
                  </a:cubicBezTo>
                  <a:cubicBezTo>
                    <a:pt x="49453" y="12074"/>
                    <a:pt x="49134" y="12084"/>
                    <a:pt x="48813" y="12084"/>
                  </a:cubicBezTo>
                  <a:cubicBezTo>
                    <a:pt x="48335" y="12084"/>
                    <a:pt x="47854" y="12061"/>
                    <a:pt x="47376" y="12061"/>
                  </a:cubicBezTo>
                  <a:cubicBezTo>
                    <a:pt x="47316" y="12061"/>
                    <a:pt x="47257" y="12061"/>
                    <a:pt x="47197" y="12062"/>
                  </a:cubicBezTo>
                  <a:cubicBezTo>
                    <a:pt x="46900" y="12062"/>
                    <a:pt x="36172" y="12074"/>
                    <a:pt x="35875" y="12074"/>
                  </a:cubicBezTo>
                  <a:cubicBezTo>
                    <a:pt x="35343" y="12074"/>
                    <a:pt x="34816" y="12069"/>
                    <a:pt x="34288" y="12069"/>
                  </a:cubicBezTo>
                  <a:cubicBezTo>
                    <a:pt x="34024" y="12069"/>
                    <a:pt x="33759" y="12070"/>
                    <a:pt x="33493" y="12074"/>
                  </a:cubicBezTo>
                  <a:cubicBezTo>
                    <a:pt x="33270" y="12077"/>
                    <a:pt x="33047" y="12078"/>
                    <a:pt x="32824" y="12078"/>
                  </a:cubicBezTo>
                  <a:cubicBezTo>
                    <a:pt x="32601" y="12078"/>
                    <a:pt x="32378" y="12077"/>
                    <a:pt x="32155" y="12077"/>
                  </a:cubicBezTo>
                  <a:cubicBezTo>
                    <a:pt x="31710" y="12077"/>
                    <a:pt x="31267" y="12080"/>
                    <a:pt x="30826" y="12098"/>
                  </a:cubicBezTo>
                  <a:cubicBezTo>
                    <a:pt x="30440" y="12114"/>
                    <a:pt x="30056" y="12119"/>
                    <a:pt x="29671" y="12119"/>
                  </a:cubicBezTo>
                  <a:cubicBezTo>
                    <a:pt x="29207" y="12119"/>
                    <a:pt x="28743" y="12112"/>
                    <a:pt x="28280" y="12112"/>
                  </a:cubicBezTo>
                  <a:cubicBezTo>
                    <a:pt x="27755" y="12112"/>
                    <a:pt x="27231" y="12121"/>
                    <a:pt x="26707" y="12157"/>
                  </a:cubicBezTo>
                  <a:cubicBezTo>
                    <a:pt x="26064" y="12193"/>
                    <a:pt x="25409" y="12229"/>
                    <a:pt x="24778" y="12288"/>
                  </a:cubicBezTo>
                  <a:cubicBezTo>
                    <a:pt x="23986" y="12361"/>
                    <a:pt x="15227" y="12398"/>
                    <a:pt x="12452" y="12398"/>
                  </a:cubicBezTo>
                  <a:cubicBezTo>
                    <a:pt x="12055" y="12398"/>
                    <a:pt x="11781" y="12397"/>
                    <a:pt x="11669" y="12395"/>
                  </a:cubicBezTo>
                  <a:cubicBezTo>
                    <a:pt x="10754" y="12377"/>
                    <a:pt x="9846" y="12316"/>
                    <a:pt x="8940" y="12316"/>
                  </a:cubicBezTo>
                  <a:cubicBezTo>
                    <a:pt x="8667" y="12316"/>
                    <a:pt x="8394" y="12322"/>
                    <a:pt x="8121" y="12336"/>
                  </a:cubicBezTo>
                  <a:cubicBezTo>
                    <a:pt x="7465" y="12365"/>
                    <a:pt x="6816" y="12386"/>
                    <a:pt x="6169" y="12386"/>
                  </a:cubicBezTo>
                  <a:cubicBezTo>
                    <a:pt x="6030" y="12386"/>
                    <a:pt x="5891" y="12385"/>
                    <a:pt x="5752" y="12383"/>
                  </a:cubicBezTo>
                  <a:cubicBezTo>
                    <a:pt x="5241" y="12373"/>
                    <a:pt x="4721" y="12293"/>
                    <a:pt x="4215" y="12293"/>
                  </a:cubicBezTo>
                  <a:cubicBezTo>
                    <a:pt x="4132" y="12293"/>
                    <a:pt x="4048" y="12295"/>
                    <a:pt x="3966" y="12300"/>
                  </a:cubicBezTo>
                  <a:cubicBezTo>
                    <a:pt x="3884" y="12305"/>
                    <a:pt x="3802" y="12308"/>
                    <a:pt x="3719" y="12308"/>
                  </a:cubicBezTo>
                  <a:cubicBezTo>
                    <a:pt x="3397" y="12308"/>
                    <a:pt x="3071" y="12274"/>
                    <a:pt x="2748" y="12274"/>
                  </a:cubicBezTo>
                  <a:cubicBezTo>
                    <a:pt x="2432" y="12274"/>
                    <a:pt x="2118" y="12306"/>
                    <a:pt x="1811" y="12431"/>
                  </a:cubicBezTo>
                  <a:cubicBezTo>
                    <a:pt x="1781" y="12444"/>
                    <a:pt x="1741" y="12452"/>
                    <a:pt x="1703" y="12452"/>
                  </a:cubicBezTo>
                  <a:cubicBezTo>
                    <a:pt x="1632" y="12452"/>
                    <a:pt x="1565" y="12425"/>
                    <a:pt x="1573" y="12348"/>
                  </a:cubicBezTo>
                  <a:cubicBezTo>
                    <a:pt x="1608" y="12169"/>
                    <a:pt x="1477" y="11967"/>
                    <a:pt x="1501" y="11883"/>
                  </a:cubicBezTo>
                  <a:cubicBezTo>
                    <a:pt x="1704" y="11383"/>
                    <a:pt x="1656" y="10871"/>
                    <a:pt x="1715" y="10371"/>
                  </a:cubicBezTo>
                  <a:cubicBezTo>
                    <a:pt x="1763" y="10085"/>
                    <a:pt x="2096" y="9824"/>
                    <a:pt x="1858" y="9538"/>
                  </a:cubicBezTo>
                  <a:cubicBezTo>
                    <a:pt x="1715" y="9347"/>
                    <a:pt x="1858" y="9121"/>
                    <a:pt x="1835" y="9073"/>
                  </a:cubicBezTo>
                  <a:cubicBezTo>
                    <a:pt x="1608" y="8764"/>
                    <a:pt x="2192" y="8490"/>
                    <a:pt x="1846" y="8192"/>
                  </a:cubicBezTo>
                  <a:cubicBezTo>
                    <a:pt x="1692" y="8073"/>
                    <a:pt x="2001" y="8073"/>
                    <a:pt x="1977" y="7883"/>
                  </a:cubicBezTo>
                  <a:cubicBezTo>
                    <a:pt x="1930" y="7514"/>
                    <a:pt x="1989" y="7121"/>
                    <a:pt x="2049" y="6740"/>
                  </a:cubicBezTo>
                  <a:cubicBezTo>
                    <a:pt x="2120" y="6240"/>
                    <a:pt x="2120" y="5728"/>
                    <a:pt x="2239" y="5228"/>
                  </a:cubicBezTo>
                  <a:cubicBezTo>
                    <a:pt x="2299" y="4942"/>
                    <a:pt x="2585" y="4751"/>
                    <a:pt x="2585" y="4442"/>
                  </a:cubicBezTo>
                  <a:cubicBezTo>
                    <a:pt x="2585" y="4061"/>
                    <a:pt x="2858" y="3751"/>
                    <a:pt x="2989" y="3418"/>
                  </a:cubicBezTo>
                  <a:cubicBezTo>
                    <a:pt x="3263" y="2751"/>
                    <a:pt x="3966" y="2632"/>
                    <a:pt x="4478" y="2275"/>
                  </a:cubicBezTo>
                  <a:cubicBezTo>
                    <a:pt x="4799" y="2049"/>
                    <a:pt x="5311" y="2037"/>
                    <a:pt x="5668" y="1799"/>
                  </a:cubicBezTo>
                  <a:cubicBezTo>
                    <a:pt x="5681" y="1789"/>
                    <a:pt x="5698" y="1786"/>
                    <a:pt x="5719" y="1786"/>
                  </a:cubicBezTo>
                  <a:cubicBezTo>
                    <a:pt x="5776" y="1786"/>
                    <a:pt x="5854" y="1814"/>
                    <a:pt x="5906" y="1823"/>
                  </a:cubicBezTo>
                  <a:cubicBezTo>
                    <a:pt x="6157" y="1799"/>
                    <a:pt x="6395" y="1846"/>
                    <a:pt x="6573" y="1596"/>
                  </a:cubicBezTo>
                  <a:cubicBezTo>
                    <a:pt x="6657" y="1494"/>
                    <a:pt x="6871" y="1457"/>
                    <a:pt x="7091" y="1457"/>
                  </a:cubicBezTo>
                  <a:cubicBezTo>
                    <a:pt x="7153" y="1457"/>
                    <a:pt x="7216" y="1460"/>
                    <a:pt x="7276" y="1465"/>
                  </a:cubicBezTo>
                  <a:cubicBezTo>
                    <a:pt x="7347" y="1472"/>
                    <a:pt x="7419" y="1476"/>
                    <a:pt x="7491" y="1476"/>
                  </a:cubicBezTo>
                  <a:cubicBezTo>
                    <a:pt x="7907" y="1476"/>
                    <a:pt x="8324" y="1370"/>
                    <a:pt x="8740" y="1299"/>
                  </a:cubicBezTo>
                  <a:cubicBezTo>
                    <a:pt x="8919" y="1272"/>
                    <a:pt x="9102" y="1264"/>
                    <a:pt x="9288" y="1264"/>
                  </a:cubicBezTo>
                  <a:cubicBezTo>
                    <a:pt x="9512" y="1264"/>
                    <a:pt x="9739" y="1275"/>
                    <a:pt x="9967" y="1275"/>
                  </a:cubicBezTo>
                  <a:cubicBezTo>
                    <a:pt x="10044" y="1275"/>
                    <a:pt x="10122" y="1281"/>
                    <a:pt x="10199" y="1281"/>
                  </a:cubicBezTo>
                  <a:cubicBezTo>
                    <a:pt x="10332" y="1281"/>
                    <a:pt x="10460" y="1262"/>
                    <a:pt x="10574" y="1156"/>
                  </a:cubicBezTo>
                  <a:cubicBezTo>
                    <a:pt x="10610" y="1120"/>
                    <a:pt x="10646" y="1106"/>
                    <a:pt x="10685" y="1106"/>
                  </a:cubicBezTo>
                  <a:cubicBezTo>
                    <a:pt x="10734" y="1106"/>
                    <a:pt x="10787" y="1129"/>
                    <a:pt x="10848" y="1156"/>
                  </a:cubicBezTo>
                  <a:cubicBezTo>
                    <a:pt x="10976" y="1228"/>
                    <a:pt x="11102" y="1253"/>
                    <a:pt x="11229" y="1253"/>
                  </a:cubicBezTo>
                  <a:cubicBezTo>
                    <a:pt x="11398" y="1253"/>
                    <a:pt x="11569" y="1208"/>
                    <a:pt x="11752" y="1168"/>
                  </a:cubicBezTo>
                  <a:cubicBezTo>
                    <a:pt x="11929" y="1129"/>
                    <a:pt x="16468" y="986"/>
                    <a:pt x="19737" y="986"/>
                  </a:cubicBezTo>
                  <a:cubicBezTo>
                    <a:pt x="21529" y="986"/>
                    <a:pt x="22938" y="1029"/>
                    <a:pt x="23040" y="1156"/>
                  </a:cubicBezTo>
                  <a:cubicBezTo>
                    <a:pt x="23147" y="1084"/>
                    <a:pt x="23257" y="1069"/>
                    <a:pt x="23368" y="1069"/>
                  </a:cubicBezTo>
                  <a:cubicBezTo>
                    <a:pt x="23448" y="1069"/>
                    <a:pt x="23529" y="1077"/>
                    <a:pt x="23609" y="1077"/>
                  </a:cubicBezTo>
                  <a:cubicBezTo>
                    <a:pt x="23642" y="1077"/>
                    <a:pt x="23674" y="1076"/>
                    <a:pt x="23706" y="1072"/>
                  </a:cubicBezTo>
                  <a:cubicBezTo>
                    <a:pt x="23776" y="1058"/>
                    <a:pt x="23834" y="1032"/>
                    <a:pt x="23894" y="1032"/>
                  </a:cubicBezTo>
                  <a:cubicBezTo>
                    <a:pt x="23936" y="1032"/>
                    <a:pt x="23979" y="1045"/>
                    <a:pt x="24028" y="1084"/>
                  </a:cubicBezTo>
                  <a:cubicBezTo>
                    <a:pt x="24083" y="1124"/>
                    <a:pt x="24148" y="1141"/>
                    <a:pt x="24212" y="1141"/>
                  </a:cubicBezTo>
                  <a:cubicBezTo>
                    <a:pt x="24300" y="1141"/>
                    <a:pt x="24384" y="1109"/>
                    <a:pt x="24433" y="1061"/>
                  </a:cubicBezTo>
                  <a:cubicBezTo>
                    <a:pt x="24481" y="1020"/>
                    <a:pt x="24521" y="1007"/>
                    <a:pt x="24557" y="1007"/>
                  </a:cubicBezTo>
                  <a:cubicBezTo>
                    <a:pt x="24620" y="1007"/>
                    <a:pt x="24668" y="1049"/>
                    <a:pt x="24718" y="1049"/>
                  </a:cubicBezTo>
                  <a:cubicBezTo>
                    <a:pt x="24722" y="1049"/>
                    <a:pt x="24726" y="1049"/>
                    <a:pt x="24730" y="1049"/>
                  </a:cubicBezTo>
                  <a:cubicBezTo>
                    <a:pt x="24872" y="1049"/>
                    <a:pt x="25037" y="1170"/>
                    <a:pt x="25182" y="1170"/>
                  </a:cubicBezTo>
                  <a:cubicBezTo>
                    <a:pt x="25268" y="1170"/>
                    <a:pt x="25347" y="1127"/>
                    <a:pt x="25409" y="989"/>
                  </a:cubicBezTo>
                  <a:cubicBezTo>
                    <a:pt x="25437" y="1015"/>
                    <a:pt x="25469" y="1024"/>
                    <a:pt x="25503" y="1024"/>
                  </a:cubicBezTo>
                  <a:cubicBezTo>
                    <a:pt x="25579" y="1024"/>
                    <a:pt x="25665" y="979"/>
                    <a:pt x="25746" y="979"/>
                  </a:cubicBezTo>
                  <a:cubicBezTo>
                    <a:pt x="25810" y="979"/>
                    <a:pt x="25870" y="1007"/>
                    <a:pt x="25921" y="1108"/>
                  </a:cubicBezTo>
                  <a:cubicBezTo>
                    <a:pt x="25937" y="1143"/>
                    <a:pt x="25948" y="1157"/>
                    <a:pt x="25957" y="1157"/>
                  </a:cubicBezTo>
                  <a:cubicBezTo>
                    <a:pt x="25989" y="1157"/>
                    <a:pt x="25993" y="994"/>
                    <a:pt x="26085" y="994"/>
                  </a:cubicBezTo>
                  <a:cubicBezTo>
                    <a:pt x="26103" y="994"/>
                    <a:pt x="26123" y="999"/>
                    <a:pt x="26147" y="1013"/>
                  </a:cubicBezTo>
                  <a:cubicBezTo>
                    <a:pt x="26208" y="1045"/>
                    <a:pt x="26273" y="1056"/>
                    <a:pt x="26340" y="1056"/>
                  </a:cubicBezTo>
                  <a:cubicBezTo>
                    <a:pt x="26505" y="1056"/>
                    <a:pt x="26683" y="987"/>
                    <a:pt x="26838" y="987"/>
                  </a:cubicBezTo>
                  <a:cubicBezTo>
                    <a:pt x="26854" y="987"/>
                    <a:pt x="26870" y="987"/>
                    <a:pt x="26885" y="989"/>
                  </a:cubicBezTo>
                  <a:cubicBezTo>
                    <a:pt x="26924" y="993"/>
                    <a:pt x="26964" y="995"/>
                    <a:pt x="27003" y="995"/>
                  </a:cubicBezTo>
                  <a:cubicBezTo>
                    <a:pt x="27153" y="995"/>
                    <a:pt x="27308" y="971"/>
                    <a:pt x="27461" y="971"/>
                  </a:cubicBezTo>
                  <a:cubicBezTo>
                    <a:pt x="27603" y="971"/>
                    <a:pt x="27742" y="992"/>
                    <a:pt x="27874" y="1072"/>
                  </a:cubicBezTo>
                  <a:cubicBezTo>
                    <a:pt x="27905" y="1094"/>
                    <a:pt x="27934" y="1103"/>
                    <a:pt x="27962" y="1103"/>
                  </a:cubicBezTo>
                  <a:cubicBezTo>
                    <a:pt x="28059" y="1103"/>
                    <a:pt x="28138" y="997"/>
                    <a:pt x="28243" y="997"/>
                  </a:cubicBezTo>
                  <a:cubicBezTo>
                    <a:pt x="28254" y="997"/>
                    <a:pt x="28266" y="998"/>
                    <a:pt x="28278" y="1001"/>
                  </a:cubicBezTo>
                  <a:cubicBezTo>
                    <a:pt x="28446" y="1032"/>
                    <a:pt x="28616" y="1039"/>
                    <a:pt x="28784" y="1039"/>
                  </a:cubicBezTo>
                  <a:cubicBezTo>
                    <a:pt x="28890" y="1039"/>
                    <a:pt x="28996" y="1036"/>
                    <a:pt x="29100" y="1036"/>
                  </a:cubicBezTo>
                  <a:cubicBezTo>
                    <a:pt x="29205" y="1036"/>
                    <a:pt x="29309" y="1039"/>
                    <a:pt x="29409" y="1049"/>
                  </a:cubicBezTo>
                  <a:cubicBezTo>
                    <a:pt x="29455" y="1053"/>
                    <a:pt x="29501" y="1055"/>
                    <a:pt x="29546" y="1055"/>
                  </a:cubicBezTo>
                  <a:cubicBezTo>
                    <a:pt x="29801" y="1055"/>
                    <a:pt x="30053" y="997"/>
                    <a:pt x="30266" y="997"/>
                  </a:cubicBezTo>
                  <a:cubicBezTo>
                    <a:pt x="30325" y="997"/>
                    <a:pt x="30381" y="1002"/>
                    <a:pt x="30433" y="1013"/>
                  </a:cubicBezTo>
                  <a:cubicBezTo>
                    <a:pt x="30518" y="1035"/>
                    <a:pt x="30600" y="1044"/>
                    <a:pt x="30680" y="1044"/>
                  </a:cubicBezTo>
                  <a:cubicBezTo>
                    <a:pt x="30919" y="1044"/>
                    <a:pt x="31139" y="969"/>
                    <a:pt x="31336" y="969"/>
                  </a:cubicBezTo>
                  <a:cubicBezTo>
                    <a:pt x="31390" y="969"/>
                    <a:pt x="31442" y="975"/>
                    <a:pt x="31493" y="989"/>
                  </a:cubicBezTo>
                  <a:cubicBezTo>
                    <a:pt x="31579" y="1015"/>
                    <a:pt x="31666" y="1024"/>
                    <a:pt x="31753" y="1024"/>
                  </a:cubicBezTo>
                  <a:cubicBezTo>
                    <a:pt x="31989" y="1024"/>
                    <a:pt x="32226" y="954"/>
                    <a:pt x="32453" y="954"/>
                  </a:cubicBezTo>
                  <a:cubicBezTo>
                    <a:pt x="32602" y="954"/>
                    <a:pt x="32747" y="984"/>
                    <a:pt x="32886" y="1084"/>
                  </a:cubicBezTo>
                  <a:cubicBezTo>
                    <a:pt x="33091" y="963"/>
                    <a:pt x="33320" y="931"/>
                    <a:pt x="33549" y="931"/>
                  </a:cubicBezTo>
                  <a:close/>
                  <a:moveTo>
                    <a:pt x="56971" y="12372"/>
                  </a:moveTo>
                  <a:cubicBezTo>
                    <a:pt x="57080" y="12372"/>
                    <a:pt x="57201" y="12571"/>
                    <a:pt x="57357" y="12571"/>
                  </a:cubicBezTo>
                  <a:cubicBezTo>
                    <a:pt x="57375" y="12571"/>
                    <a:pt x="57394" y="12568"/>
                    <a:pt x="57413" y="12562"/>
                  </a:cubicBezTo>
                  <a:cubicBezTo>
                    <a:pt x="57414" y="12562"/>
                    <a:pt x="57416" y="12561"/>
                    <a:pt x="57417" y="12561"/>
                  </a:cubicBezTo>
                  <a:cubicBezTo>
                    <a:pt x="57493" y="12561"/>
                    <a:pt x="57721" y="13147"/>
                    <a:pt x="57651" y="13205"/>
                  </a:cubicBezTo>
                  <a:cubicBezTo>
                    <a:pt x="57496" y="13336"/>
                    <a:pt x="57603" y="13467"/>
                    <a:pt x="57639" y="13574"/>
                  </a:cubicBezTo>
                  <a:cubicBezTo>
                    <a:pt x="57699" y="13836"/>
                    <a:pt x="57544" y="14134"/>
                    <a:pt x="57830" y="14348"/>
                  </a:cubicBezTo>
                  <a:cubicBezTo>
                    <a:pt x="57853" y="14360"/>
                    <a:pt x="57853" y="14419"/>
                    <a:pt x="57830" y="14455"/>
                  </a:cubicBezTo>
                  <a:cubicBezTo>
                    <a:pt x="57675" y="14753"/>
                    <a:pt x="57770" y="15062"/>
                    <a:pt x="57794" y="15372"/>
                  </a:cubicBezTo>
                  <a:cubicBezTo>
                    <a:pt x="57830" y="15777"/>
                    <a:pt x="57913" y="16193"/>
                    <a:pt x="57842" y="16610"/>
                  </a:cubicBezTo>
                  <a:cubicBezTo>
                    <a:pt x="57806" y="16848"/>
                    <a:pt x="58020" y="16979"/>
                    <a:pt x="58199" y="17110"/>
                  </a:cubicBezTo>
                  <a:cubicBezTo>
                    <a:pt x="58170" y="17154"/>
                    <a:pt x="58128" y="17166"/>
                    <a:pt x="58087" y="17166"/>
                  </a:cubicBezTo>
                  <a:cubicBezTo>
                    <a:pt x="58032" y="17166"/>
                    <a:pt x="57977" y="17145"/>
                    <a:pt x="57951" y="17145"/>
                  </a:cubicBezTo>
                  <a:cubicBezTo>
                    <a:pt x="57932" y="17145"/>
                    <a:pt x="57928" y="17156"/>
                    <a:pt x="57949" y="17193"/>
                  </a:cubicBezTo>
                  <a:cubicBezTo>
                    <a:pt x="58092" y="17432"/>
                    <a:pt x="57877" y="17694"/>
                    <a:pt x="58032" y="17836"/>
                  </a:cubicBezTo>
                  <a:cubicBezTo>
                    <a:pt x="58520" y="18336"/>
                    <a:pt x="57996" y="18884"/>
                    <a:pt x="58151" y="19408"/>
                  </a:cubicBezTo>
                  <a:cubicBezTo>
                    <a:pt x="58294" y="19920"/>
                    <a:pt x="58282" y="20480"/>
                    <a:pt x="58234" y="21015"/>
                  </a:cubicBezTo>
                  <a:cubicBezTo>
                    <a:pt x="58199" y="21492"/>
                    <a:pt x="58199" y="21980"/>
                    <a:pt x="58318" y="22397"/>
                  </a:cubicBezTo>
                  <a:cubicBezTo>
                    <a:pt x="58484" y="22944"/>
                    <a:pt x="58092" y="23492"/>
                    <a:pt x="58484" y="23992"/>
                  </a:cubicBezTo>
                  <a:cubicBezTo>
                    <a:pt x="58092" y="24290"/>
                    <a:pt x="58318" y="24671"/>
                    <a:pt x="58365" y="25016"/>
                  </a:cubicBezTo>
                  <a:cubicBezTo>
                    <a:pt x="58449" y="25575"/>
                    <a:pt x="58258" y="26159"/>
                    <a:pt x="58544" y="26695"/>
                  </a:cubicBezTo>
                  <a:cubicBezTo>
                    <a:pt x="58234" y="26909"/>
                    <a:pt x="58413" y="27195"/>
                    <a:pt x="58401" y="27457"/>
                  </a:cubicBezTo>
                  <a:cubicBezTo>
                    <a:pt x="58377" y="28207"/>
                    <a:pt x="58342" y="28957"/>
                    <a:pt x="58401" y="29707"/>
                  </a:cubicBezTo>
                  <a:cubicBezTo>
                    <a:pt x="58425" y="30064"/>
                    <a:pt x="58365" y="30421"/>
                    <a:pt x="58401" y="30778"/>
                  </a:cubicBezTo>
                  <a:cubicBezTo>
                    <a:pt x="58437" y="31100"/>
                    <a:pt x="58604" y="31493"/>
                    <a:pt x="58496" y="31743"/>
                  </a:cubicBezTo>
                  <a:cubicBezTo>
                    <a:pt x="58294" y="32172"/>
                    <a:pt x="58461" y="32564"/>
                    <a:pt x="58449" y="32969"/>
                  </a:cubicBezTo>
                  <a:cubicBezTo>
                    <a:pt x="58437" y="33779"/>
                    <a:pt x="58437" y="34588"/>
                    <a:pt x="58437" y="35398"/>
                  </a:cubicBezTo>
                  <a:cubicBezTo>
                    <a:pt x="58437" y="36029"/>
                    <a:pt x="58508" y="36672"/>
                    <a:pt x="58425" y="37279"/>
                  </a:cubicBezTo>
                  <a:cubicBezTo>
                    <a:pt x="58330" y="37886"/>
                    <a:pt x="58389" y="38470"/>
                    <a:pt x="58389" y="39065"/>
                  </a:cubicBezTo>
                  <a:cubicBezTo>
                    <a:pt x="58377" y="39637"/>
                    <a:pt x="58318" y="40196"/>
                    <a:pt x="58342" y="40768"/>
                  </a:cubicBezTo>
                  <a:cubicBezTo>
                    <a:pt x="58354" y="41280"/>
                    <a:pt x="58461" y="41804"/>
                    <a:pt x="58282" y="42304"/>
                  </a:cubicBezTo>
                  <a:cubicBezTo>
                    <a:pt x="57984" y="43161"/>
                    <a:pt x="58318" y="43994"/>
                    <a:pt x="58318" y="44828"/>
                  </a:cubicBezTo>
                  <a:cubicBezTo>
                    <a:pt x="58318" y="45780"/>
                    <a:pt x="58330" y="46733"/>
                    <a:pt x="58199" y="47685"/>
                  </a:cubicBezTo>
                  <a:cubicBezTo>
                    <a:pt x="58103" y="48388"/>
                    <a:pt x="58032" y="49102"/>
                    <a:pt x="57949" y="49793"/>
                  </a:cubicBezTo>
                  <a:cubicBezTo>
                    <a:pt x="57794" y="50900"/>
                    <a:pt x="57544" y="52019"/>
                    <a:pt x="56841" y="52995"/>
                  </a:cubicBezTo>
                  <a:cubicBezTo>
                    <a:pt x="56449" y="53519"/>
                    <a:pt x="55960" y="53972"/>
                    <a:pt x="55425" y="54341"/>
                  </a:cubicBezTo>
                  <a:cubicBezTo>
                    <a:pt x="55175" y="54508"/>
                    <a:pt x="54758" y="54579"/>
                    <a:pt x="54413" y="54674"/>
                  </a:cubicBezTo>
                  <a:cubicBezTo>
                    <a:pt x="53710" y="54889"/>
                    <a:pt x="52984" y="54793"/>
                    <a:pt x="52258" y="54841"/>
                  </a:cubicBezTo>
                  <a:cubicBezTo>
                    <a:pt x="51234" y="54924"/>
                    <a:pt x="50186" y="54877"/>
                    <a:pt x="49150" y="54984"/>
                  </a:cubicBezTo>
                  <a:cubicBezTo>
                    <a:pt x="48638" y="55043"/>
                    <a:pt x="48126" y="55151"/>
                    <a:pt x="47614" y="55198"/>
                  </a:cubicBezTo>
                  <a:cubicBezTo>
                    <a:pt x="46781" y="55270"/>
                    <a:pt x="35529" y="55270"/>
                    <a:pt x="34696" y="55341"/>
                  </a:cubicBezTo>
                  <a:cubicBezTo>
                    <a:pt x="34422" y="55359"/>
                    <a:pt x="34126" y="55385"/>
                    <a:pt x="33853" y="55385"/>
                  </a:cubicBezTo>
                  <a:cubicBezTo>
                    <a:pt x="33770" y="55385"/>
                    <a:pt x="33690" y="55382"/>
                    <a:pt x="33612" y="55377"/>
                  </a:cubicBezTo>
                  <a:cubicBezTo>
                    <a:pt x="33569" y="55375"/>
                    <a:pt x="33526" y="55374"/>
                    <a:pt x="33482" y="55374"/>
                  </a:cubicBezTo>
                  <a:cubicBezTo>
                    <a:pt x="33173" y="55374"/>
                    <a:pt x="32868" y="55424"/>
                    <a:pt x="32569" y="55424"/>
                  </a:cubicBezTo>
                  <a:cubicBezTo>
                    <a:pt x="32464" y="55424"/>
                    <a:pt x="32359" y="55417"/>
                    <a:pt x="32255" y="55401"/>
                  </a:cubicBezTo>
                  <a:cubicBezTo>
                    <a:pt x="32121" y="55381"/>
                    <a:pt x="31987" y="55373"/>
                    <a:pt x="31854" y="55373"/>
                  </a:cubicBezTo>
                  <a:cubicBezTo>
                    <a:pt x="31502" y="55373"/>
                    <a:pt x="31155" y="55429"/>
                    <a:pt x="30826" y="55472"/>
                  </a:cubicBezTo>
                  <a:cubicBezTo>
                    <a:pt x="29993" y="55591"/>
                    <a:pt x="29171" y="55579"/>
                    <a:pt x="28338" y="55674"/>
                  </a:cubicBezTo>
                  <a:cubicBezTo>
                    <a:pt x="28047" y="55705"/>
                    <a:pt x="27755" y="55715"/>
                    <a:pt x="27462" y="55715"/>
                  </a:cubicBezTo>
                  <a:cubicBezTo>
                    <a:pt x="26993" y="55715"/>
                    <a:pt x="26523" y="55691"/>
                    <a:pt x="26052" y="55691"/>
                  </a:cubicBezTo>
                  <a:cubicBezTo>
                    <a:pt x="25913" y="55691"/>
                    <a:pt x="25774" y="55693"/>
                    <a:pt x="25635" y="55698"/>
                  </a:cubicBezTo>
                  <a:cubicBezTo>
                    <a:pt x="25582" y="55701"/>
                    <a:pt x="25528" y="55702"/>
                    <a:pt x="25474" y="55702"/>
                  </a:cubicBezTo>
                  <a:cubicBezTo>
                    <a:pt x="25033" y="55702"/>
                    <a:pt x="24569" y="55623"/>
                    <a:pt x="24123" y="55591"/>
                  </a:cubicBezTo>
                  <a:cubicBezTo>
                    <a:pt x="23492" y="55543"/>
                    <a:pt x="12443" y="55424"/>
                    <a:pt x="11788" y="55424"/>
                  </a:cubicBezTo>
                  <a:cubicBezTo>
                    <a:pt x="11407" y="55412"/>
                    <a:pt x="11002" y="55305"/>
                    <a:pt x="10598" y="55258"/>
                  </a:cubicBezTo>
                  <a:cubicBezTo>
                    <a:pt x="9431" y="55091"/>
                    <a:pt x="8252" y="55055"/>
                    <a:pt x="7073" y="55043"/>
                  </a:cubicBezTo>
                  <a:cubicBezTo>
                    <a:pt x="6347" y="55031"/>
                    <a:pt x="5680" y="54889"/>
                    <a:pt x="5109" y="54496"/>
                  </a:cubicBezTo>
                  <a:cubicBezTo>
                    <a:pt x="4752" y="54246"/>
                    <a:pt x="4323" y="54091"/>
                    <a:pt x="3942" y="53900"/>
                  </a:cubicBezTo>
                  <a:cubicBezTo>
                    <a:pt x="3561" y="53698"/>
                    <a:pt x="3394" y="53388"/>
                    <a:pt x="3144" y="53138"/>
                  </a:cubicBezTo>
                  <a:cubicBezTo>
                    <a:pt x="3001" y="52995"/>
                    <a:pt x="3085" y="52686"/>
                    <a:pt x="2763" y="52626"/>
                  </a:cubicBezTo>
                  <a:cubicBezTo>
                    <a:pt x="2954" y="52257"/>
                    <a:pt x="2501" y="51960"/>
                    <a:pt x="2608" y="51638"/>
                  </a:cubicBezTo>
                  <a:cubicBezTo>
                    <a:pt x="2680" y="51436"/>
                    <a:pt x="2489" y="51424"/>
                    <a:pt x="2477" y="51364"/>
                  </a:cubicBezTo>
                  <a:cubicBezTo>
                    <a:pt x="2466" y="50924"/>
                    <a:pt x="2335" y="50531"/>
                    <a:pt x="2156" y="50114"/>
                  </a:cubicBezTo>
                  <a:cubicBezTo>
                    <a:pt x="2037" y="49840"/>
                    <a:pt x="2049" y="49424"/>
                    <a:pt x="2025" y="49078"/>
                  </a:cubicBezTo>
                  <a:cubicBezTo>
                    <a:pt x="2001" y="48840"/>
                    <a:pt x="2001" y="48602"/>
                    <a:pt x="1739" y="48447"/>
                  </a:cubicBezTo>
                  <a:cubicBezTo>
                    <a:pt x="1715" y="48424"/>
                    <a:pt x="1692" y="48304"/>
                    <a:pt x="1715" y="48304"/>
                  </a:cubicBezTo>
                  <a:cubicBezTo>
                    <a:pt x="2013" y="48126"/>
                    <a:pt x="1585" y="47792"/>
                    <a:pt x="1894" y="47638"/>
                  </a:cubicBezTo>
                  <a:cubicBezTo>
                    <a:pt x="1608" y="47197"/>
                    <a:pt x="1846" y="46685"/>
                    <a:pt x="1608" y="46221"/>
                  </a:cubicBezTo>
                  <a:cubicBezTo>
                    <a:pt x="1454" y="45935"/>
                    <a:pt x="1739" y="45578"/>
                    <a:pt x="1596" y="45233"/>
                  </a:cubicBezTo>
                  <a:cubicBezTo>
                    <a:pt x="1525" y="45042"/>
                    <a:pt x="1549" y="44828"/>
                    <a:pt x="1525" y="44625"/>
                  </a:cubicBezTo>
                  <a:cubicBezTo>
                    <a:pt x="1525" y="44590"/>
                    <a:pt x="1525" y="44542"/>
                    <a:pt x="1537" y="44506"/>
                  </a:cubicBezTo>
                  <a:cubicBezTo>
                    <a:pt x="1751" y="43935"/>
                    <a:pt x="1489" y="43351"/>
                    <a:pt x="1596" y="42780"/>
                  </a:cubicBezTo>
                  <a:cubicBezTo>
                    <a:pt x="1739" y="41982"/>
                    <a:pt x="1418" y="41208"/>
                    <a:pt x="1620" y="40399"/>
                  </a:cubicBezTo>
                  <a:cubicBezTo>
                    <a:pt x="1704" y="40089"/>
                    <a:pt x="1692" y="39684"/>
                    <a:pt x="1489" y="39351"/>
                  </a:cubicBezTo>
                  <a:cubicBezTo>
                    <a:pt x="1442" y="39268"/>
                    <a:pt x="1513" y="39244"/>
                    <a:pt x="1573" y="39196"/>
                  </a:cubicBezTo>
                  <a:cubicBezTo>
                    <a:pt x="1632" y="39149"/>
                    <a:pt x="1715" y="39065"/>
                    <a:pt x="1644" y="38994"/>
                  </a:cubicBezTo>
                  <a:cubicBezTo>
                    <a:pt x="1239" y="38518"/>
                    <a:pt x="1751" y="38017"/>
                    <a:pt x="1596" y="37529"/>
                  </a:cubicBezTo>
                  <a:cubicBezTo>
                    <a:pt x="1525" y="37291"/>
                    <a:pt x="1608" y="37017"/>
                    <a:pt x="1465" y="36791"/>
                  </a:cubicBezTo>
                  <a:cubicBezTo>
                    <a:pt x="1454" y="36767"/>
                    <a:pt x="1430" y="36720"/>
                    <a:pt x="1430" y="36720"/>
                  </a:cubicBezTo>
                  <a:cubicBezTo>
                    <a:pt x="1823" y="36303"/>
                    <a:pt x="1382" y="35815"/>
                    <a:pt x="1596" y="35362"/>
                  </a:cubicBezTo>
                  <a:cubicBezTo>
                    <a:pt x="1656" y="35231"/>
                    <a:pt x="1632" y="34910"/>
                    <a:pt x="1525" y="34672"/>
                  </a:cubicBezTo>
                  <a:cubicBezTo>
                    <a:pt x="1465" y="34541"/>
                    <a:pt x="1489" y="34327"/>
                    <a:pt x="1513" y="34196"/>
                  </a:cubicBezTo>
                  <a:cubicBezTo>
                    <a:pt x="1620" y="33803"/>
                    <a:pt x="1489" y="33434"/>
                    <a:pt x="1406" y="33064"/>
                  </a:cubicBezTo>
                  <a:cubicBezTo>
                    <a:pt x="1394" y="32981"/>
                    <a:pt x="1394" y="32910"/>
                    <a:pt x="1501" y="32874"/>
                  </a:cubicBezTo>
                  <a:cubicBezTo>
                    <a:pt x="1549" y="32862"/>
                    <a:pt x="1608" y="32767"/>
                    <a:pt x="1608" y="32767"/>
                  </a:cubicBezTo>
                  <a:cubicBezTo>
                    <a:pt x="1168" y="32350"/>
                    <a:pt x="1751" y="31838"/>
                    <a:pt x="1454" y="31410"/>
                  </a:cubicBezTo>
                  <a:cubicBezTo>
                    <a:pt x="1358" y="31267"/>
                    <a:pt x="1370" y="31040"/>
                    <a:pt x="1406" y="30874"/>
                  </a:cubicBezTo>
                  <a:cubicBezTo>
                    <a:pt x="1489" y="30481"/>
                    <a:pt x="1489" y="30136"/>
                    <a:pt x="1358" y="29731"/>
                  </a:cubicBezTo>
                  <a:cubicBezTo>
                    <a:pt x="1275" y="29457"/>
                    <a:pt x="1465" y="29100"/>
                    <a:pt x="1204" y="28802"/>
                  </a:cubicBezTo>
                  <a:cubicBezTo>
                    <a:pt x="1073" y="28659"/>
                    <a:pt x="1358" y="28564"/>
                    <a:pt x="1346" y="28338"/>
                  </a:cubicBezTo>
                  <a:cubicBezTo>
                    <a:pt x="1323" y="27897"/>
                    <a:pt x="1144" y="27421"/>
                    <a:pt x="1358" y="26968"/>
                  </a:cubicBezTo>
                  <a:cubicBezTo>
                    <a:pt x="953" y="26826"/>
                    <a:pt x="1573" y="26397"/>
                    <a:pt x="1132" y="26254"/>
                  </a:cubicBezTo>
                  <a:cubicBezTo>
                    <a:pt x="1120" y="26254"/>
                    <a:pt x="1227" y="26040"/>
                    <a:pt x="1227" y="25933"/>
                  </a:cubicBezTo>
                  <a:cubicBezTo>
                    <a:pt x="1215" y="25647"/>
                    <a:pt x="1227" y="25361"/>
                    <a:pt x="1132" y="25099"/>
                  </a:cubicBezTo>
                  <a:cubicBezTo>
                    <a:pt x="942" y="24587"/>
                    <a:pt x="1227" y="24111"/>
                    <a:pt x="1168" y="23611"/>
                  </a:cubicBezTo>
                  <a:cubicBezTo>
                    <a:pt x="1144" y="23397"/>
                    <a:pt x="1025" y="23194"/>
                    <a:pt x="1263" y="23004"/>
                  </a:cubicBezTo>
                  <a:cubicBezTo>
                    <a:pt x="977" y="22825"/>
                    <a:pt x="1204" y="22575"/>
                    <a:pt x="1156" y="22361"/>
                  </a:cubicBezTo>
                  <a:cubicBezTo>
                    <a:pt x="1108" y="22194"/>
                    <a:pt x="989" y="22016"/>
                    <a:pt x="1227" y="21861"/>
                  </a:cubicBezTo>
                  <a:cubicBezTo>
                    <a:pt x="1251" y="21837"/>
                    <a:pt x="1180" y="21539"/>
                    <a:pt x="1168" y="21373"/>
                  </a:cubicBezTo>
                  <a:cubicBezTo>
                    <a:pt x="1108" y="20884"/>
                    <a:pt x="1537" y="20384"/>
                    <a:pt x="1168" y="19884"/>
                  </a:cubicBezTo>
                  <a:cubicBezTo>
                    <a:pt x="1144" y="19860"/>
                    <a:pt x="1132" y="19610"/>
                    <a:pt x="1108" y="19468"/>
                  </a:cubicBezTo>
                  <a:cubicBezTo>
                    <a:pt x="1096" y="19384"/>
                    <a:pt x="1061" y="19301"/>
                    <a:pt x="1215" y="19301"/>
                  </a:cubicBezTo>
                  <a:cubicBezTo>
                    <a:pt x="1221" y="19302"/>
                    <a:pt x="1226" y="19302"/>
                    <a:pt x="1232" y="19302"/>
                  </a:cubicBezTo>
                  <a:cubicBezTo>
                    <a:pt x="1308" y="19302"/>
                    <a:pt x="1369" y="19226"/>
                    <a:pt x="1346" y="19182"/>
                  </a:cubicBezTo>
                  <a:cubicBezTo>
                    <a:pt x="1168" y="18741"/>
                    <a:pt x="1287" y="18313"/>
                    <a:pt x="1394" y="17884"/>
                  </a:cubicBezTo>
                  <a:cubicBezTo>
                    <a:pt x="1418" y="17801"/>
                    <a:pt x="1323" y="17682"/>
                    <a:pt x="1334" y="17670"/>
                  </a:cubicBezTo>
                  <a:cubicBezTo>
                    <a:pt x="1444" y="17582"/>
                    <a:pt x="1016" y="17331"/>
                    <a:pt x="1354" y="17331"/>
                  </a:cubicBezTo>
                  <a:cubicBezTo>
                    <a:pt x="1382" y="17331"/>
                    <a:pt x="1415" y="17333"/>
                    <a:pt x="1454" y="17336"/>
                  </a:cubicBezTo>
                  <a:cubicBezTo>
                    <a:pt x="1454" y="17229"/>
                    <a:pt x="1477" y="17122"/>
                    <a:pt x="1465" y="17015"/>
                  </a:cubicBezTo>
                  <a:cubicBezTo>
                    <a:pt x="1406" y="16372"/>
                    <a:pt x="1334" y="15741"/>
                    <a:pt x="1513" y="15098"/>
                  </a:cubicBezTo>
                  <a:cubicBezTo>
                    <a:pt x="1608" y="14765"/>
                    <a:pt x="1406" y="14372"/>
                    <a:pt x="1477" y="14038"/>
                  </a:cubicBezTo>
                  <a:cubicBezTo>
                    <a:pt x="1525" y="13824"/>
                    <a:pt x="1418" y="13669"/>
                    <a:pt x="1418" y="13503"/>
                  </a:cubicBezTo>
                  <a:cubicBezTo>
                    <a:pt x="1428" y="13294"/>
                    <a:pt x="1593" y="13186"/>
                    <a:pt x="1762" y="13186"/>
                  </a:cubicBezTo>
                  <a:cubicBezTo>
                    <a:pt x="1786" y="13186"/>
                    <a:pt x="1811" y="13189"/>
                    <a:pt x="1835" y="13193"/>
                  </a:cubicBezTo>
                  <a:cubicBezTo>
                    <a:pt x="1903" y="13204"/>
                    <a:pt x="1968" y="13209"/>
                    <a:pt x="2032" y="13209"/>
                  </a:cubicBezTo>
                  <a:cubicBezTo>
                    <a:pt x="2247" y="13209"/>
                    <a:pt x="2442" y="13156"/>
                    <a:pt x="2644" y="13110"/>
                  </a:cubicBezTo>
                  <a:cubicBezTo>
                    <a:pt x="2685" y="13102"/>
                    <a:pt x="2725" y="13099"/>
                    <a:pt x="2765" y="13099"/>
                  </a:cubicBezTo>
                  <a:cubicBezTo>
                    <a:pt x="2956" y="13099"/>
                    <a:pt x="3135" y="13172"/>
                    <a:pt x="3338" y="13172"/>
                  </a:cubicBezTo>
                  <a:cubicBezTo>
                    <a:pt x="3360" y="13172"/>
                    <a:pt x="3383" y="13171"/>
                    <a:pt x="3406" y="13169"/>
                  </a:cubicBezTo>
                  <a:cubicBezTo>
                    <a:pt x="3567" y="13150"/>
                    <a:pt x="3728" y="13142"/>
                    <a:pt x="3888" y="13142"/>
                  </a:cubicBezTo>
                  <a:cubicBezTo>
                    <a:pt x="4323" y="13142"/>
                    <a:pt x="4758" y="13200"/>
                    <a:pt x="5192" y="13253"/>
                  </a:cubicBezTo>
                  <a:cubicBezTo>
                    <a:pt x="5600" y="13304"/>
                    <a:pt x="6009" y="13327"/>
                    <a:pt x="6419" y="13327"/>
                  </a:cubicBezTo>
                  <a:cubicBezTo>
                    <a:pt x="6774" y="13327"/>
                    <a:pt x="7131" y="13309"/>
                    <a:pt x="7490" y="13276"/>
                  </a:cubicBezTo>
                  <a:cubicBezTo>
                    <a:pt x="7788" y="13241"/>
                    <a:pt x="8085" y="13324"/>
                    <a:pt x="8347" y="13122"/>
                  </a:cubicBezTo>
                  <a:cubicBezTo>
                    <a:pt x="8454" y="13229"/>
                    <a:pt x="8573" y="13260"/>
                    <a:pt x="8694" y="13260"/>
                  </a:cubicBezTo>
                  <a:cubicBezTo>
                    <a:pt x="8871" y="13260"/>
                    <a:pt x="9054" y="13194"/>
                    <a:pt x="9222" y="13194"/>
                  </a:cubicBezTo>
                  <a:cubicBezTo>
                    <a:pt x="9273" y="13194"/>
                    <a:pt x="9323" y="13200"/>
                    <a:pt x="9371" y="13217"/>
                  </a:cubicBezTo>
                  <a:cubicBezTo>
                    <a:pt x="9546" y="13283"/>
                    <a:pt x="9718" y="13300"/>
                    <a:pt x="9889" y="13300"/>
                  </a:cubicBezTo>
                  <a:cubicBezTo>
                    <a:pt x="10083" y="13300"/>
                    <a:pt x="10275" y="13278"/>
                    <a:pt x="10466" y="13278"/>
                  </a:cubicBezTo>
                  <a:cubicBezTo>
                    <a:pt x="10534" y="13278"/>
                    <a:pt x="10601" y="13281"/>
                    <a:pt x="10669" y="13288"/>
                  </a:cubicBezTo>
                  <a:cubicBezTo>
                    <a:pt x="10854" y="13313"/>
                    <a:pt x="11041" y="13317"/>
                    <a:pt x="11227" y="13317"/>
                  </a:cubicBezTo>
                  <a:cubicBezTo>
                    <a:pt x="11335" y="13317"/>
                    <a:pt x="11442" y="13316"/>
                    <a:pt x="11548" y="13316"/>
                  </a:cubicBezTo>
                  <a:cubicBezTo>
                    <a:pt x="11710" y="13316"/>
                    <a:pt x="11869" y="13319"/>
                    <a:pt x="12026" y="13336"/>
                  </a:cubicBezTo>
                  <a:cubicBezTo>
                    <a:pt x="12099" y="13346"/>
                    <a:pt x="12598" y="13349"/>
                    <a:pt x="13350" y="13349"/>
                  </a:cubicBezTo>
                  <a:cubicBezTo>
                    <a:pt x="16090" y="13349"/>
                    <a:pt x="22195" y="13299"/>
                    <a:pt x="23311" y="13299"/>
                  </a:cubicBezTo>
                  <a:cubicBezTo>
                    <a:pt x="23402" y="13299"/>
                    <a:pt x="23459" y="13299"/>
                    <a:pt x="23480" y="13300"/>
                  </a:cubicBezTo>
                  <a:cubicBezTo>
                    <a:pt x="24468" y="13300"/>
                    <a:pt x="25457" y="13217"/>
                    <a:pt x="26445" y="13157"/>
                  </a:cubicBezTo>
                  <a:cubicBezTo>
                    <a:pt x="26933" y="13122"/>
                    <a:pt x="27433" y="13062"/>
                    <a:pt x="27921" y="13026"/>
                  </a:cubicBezTo>
                  <a:cubicBezTo>
                    <a:pt x="27935" y="13025"/>
                    <a:pt x="27949" y="13025"/>
                    <a:pt x="27962" y="13025"/>
                  </a:cubicBezTo>
                  <a:cubicBezTo>
                    <a:pt x="28112" y="13025"/>
                    <a:pt x="28256" y="13075"/>
                    <a:pt x="28422" y="13075"/>
                  </a:cubicBezTo>
                  <a:cubicBezTo>
                    <a:pt x="28438" y="13075"/>
                    <a:pt x="28453" y="13075"/>
                    <a:pt x="28469" y="13074"/>
                  </a:cubicBezTo>
                  <a:cubicBezTo>
                    <a:pt x="28826" y="13050"/>
                    <a:pt x="29195" y="12979"/>
                    <a:pt x="29552" y="12979"/>
                  </a:cubicBezTo>
                  <a:cubicBezTo>
                    <a:pt x="29790" y="12979"/>
                    <a:pt x="30005" y="13062"/>
                    <a:pt x="30279" y="13062"/>
                  </a:cubicBezTo>
                  <a:cubicBezTo>
                    <a:pt x="30339" y="13059"/>
                    <a:pt x="30399" y="13058"/>
                    <a:pt x="30460" y="13058"/>
                  </a:cubicBezTo>
                  <a:cubicBezTo>
                    <a:pt x="30699" y="13058"/>
                    <a:pt x="30943" y="13076"/>
                    <a:pt x="31185" y="13076"/>
                  </a:cubicBezTo>
                  <a:cubicBezTo>
                    <a:pt x="31393" y="13076"/>
                    <a:pt x="31600" y="13063"/>
                    <a:pt x="31803" y="13014"/>
                  </a:cubicBezTo>
                  <a:cubicBezTo>
                    <a:pt x="31828" y="13009"/>
                    <a:pt x="31852" y="13007"/>
                    <a:pt x="31875" y="13007"/>
                  </a:cubicBezTo>
                  <a:cubicBezTo>
                    <a:pt x="32003" y="13007"/>
                    <a:pt x="32098" y="13079"/>
                    <a:pt x="32219" y="13110"/>
                  </a:cubicBezTo>
                  <a:cubicBezTo>
                    <a:pt x="32240" y="13113"/>
                    <a:pt x="32255" y="13117"/>
                    <a:pt x="32266" y="13117"/>
                  </a:cubicBezTo>
                  <a:cubicBezTo>
                    <a:pt x="32294" y="13117"/>
                    <a:pt x="32301" y="13096"/>
                    <a:pt x="32326" y="13002"/>
                  </a:cubicBezTo>
                  <a:cubicBezTo>
                    <a:pt x="32340" y="12953"/>
                    <a:pt x="32371" y="12937"/>
                    <a:pt x="32401" y="12937"/>
                  </a:cubicBezTo>
                  <a:cubicBezTo>
                    <a:pt x="32422" y="12937"/>
                    <a:pt x="32443" y="12945"/>
                    <a:pt x="32457" y="12955"/>
                  </a:cubicBezTo>
                  <a:cubicBezTo>
                    <a:pt x="32592" y="13022"/>
                    <a:pt x="32728" y="13042"/>
                    <a:pt x="32864" y="13042"/>
                  </a:cubicBezTo>
                  <a:cubicBezTo>
                    <a:pt x="33057" y="13042"/>
                    <a:pt x="33250" y="13002"/>
                    <a:pt x="33437" y="13002"/>
                  </a:cubicBezTo>
                  <a:cubicBezTo>
                    <a:pt x="33492" y="13002"/>
                    <a:pt x="33547" y="13006"/>
                    <a:pt x="33600" y="13014"/>
                  </a:cubicBezTo>
                  <a:cubicBezTo>
                    <a:pt x="33714" y="13026"/>
                    <a:pt x="33821" y="13029"/>
                    <a:pt x="33925" y="13029"/>
                  </a:cubicBezTo>
                  <a:cubicBezTo>
                    <a:pt x="34029" y="13029"/>
                    <a:pt x="34130" y="13026"/>
                    <a:pt x="34231" y="13026"/>
                  </a:cubicBezTo>
                  <a:cubicBezTo>
                    <a:pt x="34248" y="13027"/>
                    <a:pt x="34264" y="13027"/>
                    <a:pt x="34280" y="13027"/>
                  </a:cubicBezTo>
                  <a:cubicBezTo>
                    <a:pt x="34531" y="13027"/>
                    <a:pt x="34793" y="12962"/>
                    <a:pt x="35008" y="12962"/>
                  </a:cubicBezTo>
                  <a:cubicBezTo>
                    <a:pt x="35067" y="12962"/>
                    <a:pt x="35122" y="12967"/>
                    <a:pt x="35172" y="12979"/>
                  </a:cubicBezTo>
                  <a:cubicBezTo>
                    <a:pt x="35278" y="13003"/>
                    <a:pt x="35898" y="13011"/>
                    <a:pt x="36803" y="13011"/>
                  </a:cubicBezTo>
                  <a:cubicBezTo>
                    <a:pt x="39058" y="13011"/>
                    <a:pt x="43079" y="12958"/>
                    <a:pt x="45323" y="12958"/>
                  </a:cubicBezTo>
                  <a:cubicBezTo>
                    <a:pt x="46223" y="12958"/>
                    <a:pt x="46837" y="12967"/>
                    <a:pt x="46935" y="12991"/>
                  </a:cubicBezTo>
                  <a:cubicBezTo>
                    <a:pt x="46999" y="13004"/>
                    <a:pt x="47053" y="13013"/>
                    <a:pt x="47105" y="13013"/>
                  </a:cubicBezTo>
                  <a:cubicBezTo>
                    <a:pt x="47190" y="13013"/>
                    <a:pt x="47268" y="12990"/>
                    <a:pt x="47364" y="12931"/>
                  </a:cubicBezTo>
                  <a:cubicBezTo>
                    <a:pt x="47416" y="12903"/>
                    <a:pt x="47468" y="12892"/>
                    <a:pt x="47520" y="12892"/>
                  </a:cubicBezTo>
                  <a:cubicBezTo>
                    <a:pt x="47702" y="12892"/>
                    <a:pt x="47888" y="13026"/>
                    <a:pt x="48089" y="13026"/>
                  </a:cubicBezTo>
                  <a:cubicBezTo>
                    <a:pt x="48120" y="13026"/>
                    <a:pt x="48153" y="13022"/>
                    <a:pt x="48186" y="13014"/>
                  </a:cubicBezTo>
                  <a:cubicBezTo>
                    <a:pt x="48257" y="12994"/>
                    <a:pt x="48329" y="12987"/>
                    <a:pt x="48402" y="12987"/>
                  </a:cubicBezTo>
                  <a:cubicBezTo>
                    <a:pt x="48581" y="12987"/>
                    <a:pt x="48763" y="13031"/>
                    <a:pt x="48946" y="13031"/>
                  </a:cubicBezTo>
                  <a:cubicBezTo>
                    <a:pt x="49034" y="13031"/>
                    <a:pt x="49122" y="13021"/>
                    <a:pt x="49210" y="12991"/>
                  </a:cubicBezTo>
                  <a:cubicBezTo>
                    <a:pt x="49343" y="12942"/>
                    <a:pt x="49478" y="12928"/>
                    <a:pt x="49615" y="12928"/>
                  </a:cubicBezTo>
                  <a:cubicBezTo>
                    <a:pt x="49833" y="12928"/>
                    <a:pt x="50055" y="12965"/>
                    <a:pt x="50278" y="12965"/>
                  </a:cubicBezTo>
                  <a:cubicBezTo>
                    <a:pt x="50366" y="12965"/>
                    <a:pt x="50455" y="12959"/>
                    <a:pt x="50543" y="12943"/>
                  </a:cubicBezTo>
                  <a:cubicBezTo>
                    <a:pt x="50785" y="12900"/>
                    <a:pt x="51032" y="12894"/>
                    <a:pt x="51281" y="12894"/>
                  </a:cubicBezTo>
                  <a:cubicBezTo>
                    <a:pt x="51380" y="12894"/>
                    <a:pt x="51479" y="12895"/>
                    <a:pt x="51579" y="12895"/>
                  </a:cubicBezTo>
                  <a:cubicBezTo>
                    <a:pt x="51927" y="12895"/>
                    <a:pt x="52275" y="12883"/>
                    <a:pt x="52615" y="12776"/>
                  </a:cubicBezTo>
                  <a:cubicBezTo>
                    <a:pt x="52650" y="12776"/>
                    <a:pt x="52686" y="12752"/>
                    <a:pt x="52698" y="12752"/>
                  </a:cubicBezTo>
                  <a:cubicBezTo>
                    <a:pt x="52845" y="12831"/>
                    <a:pt x="52992" y="12859"/>
                    <a:pt x="53137" y="12859"/>
                  </a:cubicBezTo>
                  <a:cubicBezTo>
                    <a:pt x="53368" y="12859"/>
                    <a:pt x="53593" y="12787"/>
                    <a:pt x="53805" y="12729"/>
                  </a:cubicBezTo>
                  <a:cubicBezTo>
                    <a:pt x="53933" y="12689"/>
                    <a:pt x="54064" y="12679"/>
                    <a:pt x="54194" y="12679"/>
                  </a:cubicBezTo>
                  <a:cubicBezTo>
                    <a:pt x="54323" y="12679"/>
                    <a:pt x="54452" y="12688"/>
                    <a:pt x="54577" y="12688"/>
                  </a:cubicBezTo>
                  <a:cubicBezTo>
                    <a:pt x="54738" y="12688"/>
                    <a:pt x="54892" y="12672"/>
                    <a:pt x="55032" y="12598"/>
                  </a:cubicBezTo>
                  <a:cubicBezTo>
                    <a:pt x="55179" y="12524"/>
                    <a:pt x="55333" y="12509"/>
                    <a:pt x="55487" y="12509"/>
                  </a:cubicBezTo>
                  <a:cubicBezTo>
                    <a:pt x="55597" y="12509"/>
                    <a:pt x="55706" y="12516"/>
                    <a:pt x="55814" y="12516"/>
                  </a:cubicBezTo>
                  <a:cubicBezTo>
                    <a:pt x="55972" y="12516"/>
                    <a:pt x="56126" y="12500"/>
                    <a:pt x="56270" y="12419"/>
                  </a:cubicBezTo>
                  <a:cubicBezTo>
                    <a:pt x="56293" y="12408"/>
                    <a:pt x="56325" y="12402"/>
                    <a:pt x="56362" y="12402"/>
                  </a:cubicBezTo>
                  <a:cubicBezTo>
                    <a:pt x="56440" y="12402"/>
                    <a:pt x="56535" y="12426"/>
                    <a:pt x="56591" y="12467"/>
                  </a:cubicBezTo>
                  <a:cubicBezTo>
                    <a:pt x="56664" y="12509"/>
                    <a:pt x="56706" y="12546"/>
                    <a:pt x="56747" y="12546"/>
                  </a:cubicBezTo>
                  <a:cubicBezTo>
                    <a:pt x="56787" y="12546"/>
                    <a:pt x="56825" y="12512"/>
                    <a:pt x="56889" y="12419"/>
                  </a:cubicBezTo>
                  <a:cubicBezTo>
                    <a:pt x="56916" y="12385"/>
                    <a:pt x="56943" y="12372"/>
                    <a:pt x="56971" y="12372"/>
                  </a:cubicBezTo>
                  <a:close/>
                  <a:moveTo>
                    <a:pt x="34494" y="0"/>
                  </a:moveTo>
                  <a:cubicBezTo>
                    <a:pt x="34258" y="0"/>
                    <a:pt x="34023" y="4"/>
                    <a:pt x="33791" y="13"/>
                  </a:cubicBezTo>
                  <a:cubicBezTo>
                    <a:pt x="33423" y="32"/>
                    <a:pt x="33032" y="163"/>
                    <a:pt x="32678" y="163"/>
                  </a:cubicBezTo>
                  <a:cubicBezTo>
                    <a:pt x="32586" y="163"/>
                    <a:pt x="32496" y="154"/>
                    <a:pt x="32410" y="132"/>
                  </a:cubicBezTo>
                  <a:cubicBezTo>
                    <a:pt x="32243" y="88"/>
                    <a:pt x="32080" y="75"/>
                    <a:pt x="31919" y="75"/>
                  </a:cubicBezTo>
                  <a:cubicBezTo>
                    <a:pt x="31672" y="75"/>
                    <a:pt x="31428" y="106"/>
                    <a:pt x="31181" y="106"/>
                  </a:cubicBezTo>
                  <a:cubicBezTo>
                    <a:pt x="31107" y="106"/>
                    <a:pt x="31032" y="103"/>
                    <a:pt x="30957" y="96"/>
                  </a:cubicBezTo>
                  <a:cubicBezTo>
                    <a:pt x="30822" y="81"/>
                    <a:pt x="30686" y="75"/>
                    <a:pt x="30549" y="75"/>
                  </a:cubicBezTo>
                  <a:cubicBezTo>
                    <a:pt x="30046" y="75"/>
                    <a:pt x="29534" y="156"/>
                    <a:pt x="29028" y="156"/>
                  </a:cubicBezTo>
                  <a:cubicBezTo>
                    <a:pt x="29005" y="156"/>
                    <a:pt x="28981" y="156"/>
                    <a:pt x="28958" y="156"/>
                  </a:cubicBezTo>
                  <a:cubicBezTo>
                    <a:pt x="28482" y="156"/>
                    <a:pt x="28005" y="63"/>
                    <a:pt x="27522" y="63"/>
                  </a:cubicBezTo>
                  <a:cubicBezTo>
                    <a:pt x="27437" y="63"/>
                    <a:pt x="27352" y="65"/>
                    <a:pt x="27266" y="72"/>
                  </a:cubicBezTo>
                  <a:cubicBezTo>
                    <a:pt x="27097" y="88"/>
                    <a:pt x="26928" y="113"/>
                    <a:pt x="26753" y="113"/>
                  </a:cubicBezTo>
                  <a:cubicBezTo>
                    <a:pt x="26656" y="113"/>
                    <a:pt x="26558" y="105"/>
                    <a:pt x="26457" y="84"/>
                  </a:cubicBezTo>
                  <a:cubicBezTo>
                    <a:pt x="26241" y="40"/>
                    <a:pt x="25975" y="4"/>
                    <a:pt x="25744" y="4"/>
                  </a:cubicBezTo>
                  <a:cubicBezTo>
                    <a:pt x="25605" y="4"/>
                    <a:pt x="25479" y="17"/>
                    <a:pt x="25385" y="49"/>
                  </a:cubicBezTo>
                  <a:cubicBezTo>
                    <a:pt x="25185" y="110"/>
                    <a:pt x="24992" y="129"/>
                    <a:pt x="24802" y="129"/>
                  </a:cubicBezTo>
                  <a:cubicBezTo>
                    <a:pt x="24479" y="129"/>
                    <a:pt x="24166" y="73"/>
                    <a:pt x="23849" y="73"/>
                  </a:cubicBezTo>
                  <a:cubicBezTo>
                    <a:pt x="23774" y="73"/>
                    <a:pt x="23699" y="77"/>
                    <a:pt x="23623" y="84"/>
                  </a:cubicBezTo>
                  <a:cubicBezTo>
                    <a:pt x="23552" y="91"/>
                    <a:pt x="23092" y="94"/>
                    <a:pt x="22393" y="94"/>
                  </a:cubicBezTo>
                  <a:cubicBezTo>
                    <a:pt x="20636" y="94"/>
                    <a:pt x="17373" y="78"/>
                    <a:pt x="14986" y="78"/>
                  </a:cubicBezTo>
                  <a:cubicBezTo>
                    <a:pt x="13393" y="78"/>
                    <a:pt x="12190" y="85"/>
                    <a:pt x="12086" y="108"/>
                  </a:cubicBezTo>
                  <a:cubicBezTo>
                    <a:pt x="11865" y="156"/>
                    <a:pt x="11646" y="170"/>
                    <a:pt x="11427" y="170"/>
                  </a:cubicBezTo>
                  <a:cubicBezTo>
                    <a:pt x="11133" y="170"/>
                    <a:pt x="10840" y="145"/>
                    <a:pt x="10550" y="145"/>
                  </a:cubicBezTo>
                  <a:cubicBezTo>
                    <a:pt x="10358" y="145"/>
                    <a:pt x="10168" y="155"/>
                    <a:pt x="9978" y="191"/>
                  </a:cubicBezTo>
                  <a:cubicBezTo>
                    <a:pt x="9824" y="221"/>
                    <a:pt x="9672" y="221"/>
                    <a:pt x="9520" y="221"/>
                  </a:cubicBezTo>
                  <a:cubicBezTo>
                    <a:pt x="9368" y="221"/>
                    <a:pt x="9216" y="221"/>
                    <a:pt x="9062" y="251"/>
                  </a:cubicBezTo>
                  <a:cubicBezTo>
                    <a:pt x="8573" y="334"/>
                    <a:pt x="8121" y="501"/>
                    <a:pt x="7633" y="537"/>
                  </a:cubicBezTo>
                  <a:cubicBezTo>
                    <a:pt x="6811" y="608"/>
                    <a:pt x="5966" y="572"/>
                    <a:pt x="5228" y="1025"/>
                  </a:cubicBezTo>
                  <a:cubicBezTo>
                    <a:pt x="5190" y="1047"/>
                    <a:pt x="5143" y="1056"/>
                    <a:pt x="5095" y="1056"/>
                  </a:cubicBezTo>
                  <a:cubicBezTo>
                    <a:pt x="5067" y="1056"/>
                    <a:pt x="5040" y="1053"/>
                    <a:pt x="5014" y="1049"/>
                  </a:cubicBezTo>
                  <a:cubicBezTo>
                    <a:pt x="4962" y="1042"/>
                    <a:pt x="4912" y="1039"/>
                    <a:pt x="4862" y="1039"/>
                  </a:cubicBezTo>
                  <a:cubicBezTo>
                    <a:pt x="4375" y="1039"/>
                    <a:pt x="3983" y="1336"/>
                    <a:pt x="3561" y="1465"/>
                  </a:cubicBezTo>
                  <a:cubicBezTo>
                    <a:pt x="3085" y="1620"/>
                    <a:pt x="2644" y="1977"/>
                    <a:pt x="2323" y="2346"/>
                  </a:cubicBezTo>
                  <a:cubicBezTo>
                    <a:pt x="1858" y="2882"/>
                    <a:pt x="1549" y="3513"/>
                    <a:pt x="1263" y="4156"/>
                  </a:cubicBezTo>
                  <a:cubicBezTo>
                    <a:pt x="858" y="5132"/>
                    <a:pt x="751" y="6133"/>
                    <a:pt x="715" y="7145"/>
                  </a:cubicBezTo>
                  <a:cubicBezTo>
                    <a:pt x="703" y="7371"/>
                    <a:pt x="703" y="7597"/>
                    <a:pt x="668" y="7811"/>
                  </a:cubicBezTo>
                  <a:cubicBezTo>
                    <a:pt x="608" y="8300"/>
                    <a:pt x="572" y="8788"/>
                    <a:pt x="632" y="9288"/>
                  </a:cubicBezTo>
                  <a:cubicBezTo>
                    <a:pt x="668" y="9645"/>
                    <a:pt x="751" y="10038"/>
                    <a:pt x="644" y="10371"/>
                  </a:cubicBezTo>
                  <a:cubicBezTo>
                    <a:pt x="370" y="11193"/>
                    <a:pt x="489" y="12026"/>
                    <a:pt x="477" y="12848"/>
                  </a:cubicBezTo>
                  <a:cubicBezTo>
                    <a:pt x="465" y="13276"/>
                    <a:pt x="501" y="13753"/>
                    <a:pt x="453" y="14157"/>
                  </a:cubicBezTo>
                  <a:cubicBezTo>
                    <a:pt x="358" y="14812"/>
                    <a:pt x="394" y="15467"/>
                    <a:pt x="322" y="16110"/>
                  </a:cubicBezTo>
                  <a:cubicBezTo>
                    <a:pt x="287" y="16479"/>
                    <a:pt x="96" y="16860"/>
                    <a:pt x="191" y="17193"/>
                  </a:cubicBezTo>
                  <a:cubicBezTo>
                    <a:pt x="263" y="17503"/>
                    <a:pt x="275" y="17801"/>
                    <a:pt x="215" y="18063"/>
                  </a:cubicBezTo>
                  <a:cubicBezTo>
                    <a:pt x="72" y="18646"/>
                    <a:pt x="132" y="19241"/>
                    <a:pt x="144" y="19801"/>
                  </a:cubicBezTo>
                  <a:cubicBezTo>
                    <a:pt x="156" y="20587"/>
                    <a:pt x="96" y="21373"/>
                    <a:pt x="84" y="22158"/>
                  </a:cubicBezTo>
                  <a:cubicBezTo>
                    <a:pt x="84" y="22920"/>
                    <a:pt x="1" y="23706"/>
                    <a:pt x="1" y="24456"/>
                  </a:cubicBezTo>
                  <a:cubicBezTo>
                    <a:pt x="1" y="25325"/>
                    <a:pt x="13" y="26206"/>
                    <a:pt x="108" y="27076"/>
                  </a:cubicBezTo>
                  <a:cubicBezTo>
                    <a:pt x="227" y="28135"/>
                    <a:pt x="191" y="29183"/>
                    <a:pt x="287" y="30243"/>
                  </a:cubicBezTo>
                  <a:cubicBezTo>
                    <a:pt x="334" y="30719"/>
                    <a:pt x="239" y="31195"/>
                    <a:pt x="311" y="31695"/>
                  </a:cubicBezTo>
                  <a:cubicBezTo>
                    <a:pt x="358" y="31993"/>
                    <a:pt x="453" y="32338"/>
                    <a:pt x="382" y="32648"/>
                  </a:cubicBezTo>
                  <a:cubicBezTo>
                    <a:pt x="239" y="33243"/>
                    <a:pt x="430" y="33815"/>
                    <a:pt x="394" y="34398"/>
                  </a:cubicBezTo>
                  <a:cubicBezTo>
                    <a:pt x="358" y="35017"/>
                    <a:pt x="513" y="35636"/>
                    <a:pt x="477" y="36243"/>
                  </a:cubicBezTo>
                  <a:cubicBezTo>
                    <a:pt x="453" y="36684"/>
                    <a:pt x="442" y="37125"/>
                    <a:pt x="430" y="37541"/>
                  </a:cubicBezTo>
                  <a:cubicBezTo>
                    <a:pt x="418" y="38017"/>
                    <a:pt x="525" y="38518"/>
                    <a:pt x="513" y="39006"/>
                  </a:cubicBezTo>
                  <a:cubicBezTo>
                    <a:pt x="489" y="39720"/>
                    <a:pt x="430" y="40434"/>
                    <a:pt x="537" y="41149"/>
                  </a:cubicBezTo>
                  <a:cubicBezTo>
                    <a:pt x="549" y="41244"/>
                    <a:pt x="525" y="41339"/>
                    <a:pt x="525" y="41435"/>
                  </a:cubicBezTo>
                  <a:cubicBezTo>
                    <a:pt x="489" y="41887"/>
                    <a:pt x="525" y="42351"/>
                    <a:pt x="513" y="42804"/>
                  </a:cubicBezTo>
                  <a:cubicBezTo>
                    <a:pt x="501" y="43316"/>
                    <a:pt x="608" y="43828"/>
                    <a:pt x="549" y="44340"/>
                  </a:cubicBezTo>
                  <a:cubicBezTo>
                    <a:pt x="525" y="44518"/>
                    <a:pt x="346" y="44637"/>
                    <a:pt x="430" y="44864"/>
                  </a:cubicBezTo>
                  <a:cubicBezTo>
                    <a:pt x="549" y="45209"/>
                    <a:pt x="572" y="45590"/>
                    <a:pt x="608" y="45971"/>
                  </a:cubicBezTo>
                  <a:cubicBezTo>
                    <a:pt x="656" y="46423"/>
                    <a:pt x="561" y="46888"/>
                    <a:pt x="608" y="47316"/>
                  </a:cubicBezTo>
                  <a:cubicBezTo>
                    <a:pt x="680" y="47876"/>
                    <a:pt x="787" y="48459"/>
                    <a:pt x="811" y="48995"/>
                  </a:cubicBezTo>
                  <a:cubicBezTo>
                    <a:pt x="846" y="49578"/>
                    <a:pt x="1144" y="50055"/>
                    <a:pt x="1168" y="50626"/>
                  </a:cubicBezTo>
                  <a:cubicBezTo>
                    <a:pt x="1192" y="51079"/>
                    <a:pt x="1370" y="51543"/>
                    <a:pt x="1513" y="51995"/>
                  </a:cubicBezTo>
                  <a:cubicBezTo>
                    <a:pt x="1692" y="52543"/>
                    <a:pt x="1835" y="53115"/>
                    <a:pt x="2168" y="53615"/>
                  </a:cubicBezTo>
                  <a:cubicBezTo>
                    <a:pt x="2335" y="53888"/>
                    <a:pt x="2608" y="54079"/>
                    <a:pt x="2870" y="54305"/>
                  </a:cubicBezTo>
                  <a:cubicBezTo>
                    <a:pt x="3132" y="54531"/>
                    <a:pt x="3454" y="54734"/>
                    <a:pt x="3740" y="54829"/>
                  </a:cubicBezTo>
                  <a:cubicBezTo>
                    <a:pt x="4347" y="55031"/>
                    <a:pt x="4894" y="55353"/>
                    <a:pt x="5418" y="55639"/>
                  </a:cubicBezTo>
                  <a:cubicBezTo>
                    <a:pt x="5797" y="55842"/>
                    <a:pt x="6175" y="55872"/>
                    <a:pt x="6551" y="55872"/>
                  </a:cubicBezTo>
                  <a:cubicBezTo>
                    <a:pt x="6709" y="55872"/>
                    <a:pt x="6866" y="55867"/>
                    <a:pt x="7022" y="55867"/>
                  </a:cubicBezTo>
                  <a:cubicBezTo>
                    <a:pt x="7127" y="55867"/>
                    <a:pt x="7231" y="55869"/>
                    <a:pt x="7335" y="55877"/>
                  </a:cubicBezTo>
                  <a:cubicBezTo>
                    <a:pt x="7561" y="55897"/>
                    <a:pt x="7802" y="55957"/>
                    <a:pt x="8038" y="55957"/>
                  </a:cubicBezTo>
                  <a:cubicBezTo>
                    <a:pt x="8214" y="55957"/>
                    <a:pt x="8387" y="55924"/>
                    <a:pt x="8550" y="55817"/>
                  </a:cubicBezTo>
                  <a:cubicBezTo>
                    <a:pt x="9228" y="56127"/>
                    <a:pt x="9978" y="56020"/>
                    <a:pt x="10681" y="56103"/>
                  </a:cubicBezTo>
                  <a:cubicBezTo>
                    <a:pt x="11455" y="56210"/>
                    <a:pt x="22670" y="56294"/>
                    <a:pt x="23444" y="56377"/>
                  </a:cubicBezTo>
                  <a:cubicBezTo>
                    <a:pt x="24147" y="56448"/>
                    <a:pt x="24849" y="56460"/>
                    <a:pt x="25540" y="56567"/>
                  </a:cubicBezTo>
                  <a:cubicBezTo>
                    <a:pt x="25635" y="56579"/>
                    <a:pt x="25733" y="56584"/>
                    <a:pt x="25832" y="56584"/>
                  </a:cubicBezTo>
                  <a:cubicBezTo>
                    <a:pt x="26229" y="56584"/>
                    <a:pt x="26650" y="56508"/>
                    <a:pt x="27040" y="56508"/>
                  </a:cubicBezTo>
                  <a:cubicBezTo>
                    <a:pt x="27071" y="56507"/>
                    <a:pt x="27102" y="56507"/>
                    <a:pt x="27133" y="56507"/>
                  </a:cubicBezTo>
                  <a:cubicBezTo>
                    <a:pt x="27546" y="56507"/>
                    <a:pt x="27956" y="56548"/>
                    <a:pt x="28364" y="56548"/>
                  </a:cubicBezTo>
                  <a:cubicBezTo>
                    <a:pt x="28666" y="56548"/>
                    <a:pt x="28966" y="56526"/>
                    <a:pt x="29267" y="56448"/>
                  </a:cubicBezTo>
                  <a:cubicBezTo>
                    <a:pt x="29409" y="56410"/>
                    <a:pt x="29552" y="56399"/>
                    <a:pt x="29695" y="56399"/>
                  </a:cubicBezTo>
                  <a:cubicBezTo>
                    <a:pt x="29909" y="56399"/>
                    <a:pt x="30124" y="56424"/>
                    <a:pt x="30338" y="56424"/>
                  </a:cubicBezTo>
                  <a:cubicBezTo>
                    <a:pt x="30636" y="56424"/>
                    <a:pt x="30934" y="56261"/>
                    <a:pt x="31201" y="56261"/>
                  </a:cubicBezTo>
                  <a:cubicBezTo>
                    <a:pt x="31265" y="56261"/>
                    <a:pt x="31326" y="56271"/>
                    <a:pt x="31386" y="56294"/>
                  </a:cubicBezTo>
                  <a:cubicBezTo>
                    <a:pt x="31427" y="56311"/>
                    <a:pt x="31468" y="56318"/>
                    <a:pt x="31508" y="56318"/>
                  </a:cubicBezTo>
                  <a:cubicBezTo>
                    <a:pt x="31679" y="56318"/>
                    <a:pt x="31839" y="56189"/>
                    <a:pt x="31987" y="56189"/>
                  </a:cubicBezTo>
                  <a:cubicBezTo>
                    <a:pt x="32063" y="56189"/>
                    <a:pt x="32137" y="56224"/>
                    <a:pt x="32207" y="56329"/>
                  </a:cubicBezTo>
                  <a:cubicBezTo>
                    <a:pt x="32312" y="56202"/>
                    <a:pt x="32428" y="56163"/>
                    <a:pt x="32550" y="56163"/>
                  </a:cubicBezTo>
                  <a:cubicBezTo>
                    <a:pt x="32740" y="56163"/>
                    <a:pt x="32942" y="56258"/>
                    <a:pt x="33128" y="56258"/>
                  </a:cubicBezTo>
                  <a:cubicBezTo>
                    <a:pt x="33135" y="56258"/>
                    <a:pt x="33141" y="56258"/>
                    <a:pt x="33148" y="56258"/>
                  </a:cubicBezTo>
                  <a:cubicBezTo>
                    <a:pt x="33910" y="56198"/>
                    <a:pt x="34696" y="56246"/>
                    <a:pt x="35470" y="56174"/>
                  </a:cubicBezTo>
                  <a:cubicBezTo>
                    <a:pt x="35589" y="56163"/>
                    <a:pt x="35708" y="56163"/>
                    <a:pt x="35839" y="56151"/>
                  </a:cubicBezTo>
                  <a:cubicBezTo>
                    <a:pt x="36303" y="56127"/>
                    <a:pt x="47185" y="56127"/>
                    <a:pt x="47650" y="56079"/>
                  </a:cubicBezTo>
                  <a:cubicBezTo>
                    <a:pt x="48221" y="56020"/>
                    <a:pt x="48793" y="55960"/>
                    <a:pt x="49352" y="55865"/>
                  </a:cubicBezTo>
                  <a:cubicBezTo>
                    <a:pt x="49571" y="55828"/>
                    <a:pt x="49789" y="55818"/>
                    <a:pt x="50006" y="55818"/>
                  </a:cubicBezTo>
                  <a:cubicBezTo>
                    <a:pt x="50284" y="55818"/>
                    <a:pt x="50562" y="55835"/>
                    <a:pt x="50841" y="55835"/>
                  </a:cubicBezTo>
                  <a:cubicBezTo>
                    <a:pt x="50983" y="55835"/>
                    <a:pt x="51126" y="55831"/>
                    <a:pt x="51269" y="55817"/>
                  </a:cubicBezTo>
                  <a:cubicBezTo>
                    <a:pt x="51567" y="55782"/>
                    <a:pt x="51877" y="55710"/>
                    <a:pt x="52186" y="55698"/>
                  </a:cubicBezTo>
                  <a:cubicBezTo>
                    <a:pt x="52195" y="55698"/>
                    <a:pt x="52204" y="55698"/>
                    <a:pt x="52213" y="55698"/>
                  </a:cubicBezTo>
                  <a:cubicBezTo>
                    <a:pt x="52385" y="55698"/>
                    <a:pt x="52551" y="55777"/>
                    <a:pt x="52715" y="55777"/>
                  </a:cubicBezTo>
                  <a:cubicBezTo>
                    <a:pt x="52769" y="55777"/>
                    <a:pt x="52823" y="55768"/>
                    <a:pt x="52877" y="55746"/>
                  </a:cubicBezTo>
                  <a:cubicBezTo>
                    <a:pt x="53162" y="55615"/>
                    <a:pt x="53496" y="55651"/>
                    <a:pt x="53782" y="55639"/>
                  </a:cubicBezTo>
                  <a:cubicBezTo>
                    <a:pt x="54698" y="55591"/>
                    <a:pt x="55484" y="55281"/>
                    <a:pt x="56246" y="54865"/>
                  </a:cubicBezTo>
                  <a:cubicBezTo>
                    <a:pt x="56734" y="54591"/>
                    <a:pt x="57115" y="54198"/>
                    <a:pt x="57449" y="53805"/>
                  </a:cubicBezTo>
                  <a:cubicBezTo>
                    <a:pt x="57663" y="53531"/>
                    <a:pt x="57984" y="53329"/>
                    <a:pt x="58092" y="53019"/>
                  </a:cubicBezTo>
                  <a:cubicBezTo>
                    <a:pt x="58199" y="52698"/>
                    <a:pt x="58401" y="52424"/>
                    <a:pt x="58508" y="52103"/>
                  </a:cubicBezTo>
                  <a:cubicBezTo>
                    <a:pt x="58675" y="51638"/>
                    <a:pt x="58770" y="51162"/>
                    <a:pt x="58782" y="50662"/>
                  </a:cubicBezTo>
                  <a:cubicBezTo>
                    <a:pt x="58794" y="50489"/>
                    <a:pt x="58639" y="50173"/>
                    <a:pt x="59036" y="50173"/>
                  </a:cubicBezTo>
                  <a:cubicBezTo>
                    <a:pt x="59050" y="50173"/>
                    <a:pt x="59064" y="50173"/>
                    <a:pt x="59080" y="50174"/>
                  </a:cubicBezTo>
                  <a:cubicBezTo>
                    <a:pt x="59139" y="50031"/>
                    <a:pt x="58723" y="49971"/>
                    <a:pt x="58973" y="49864"/>
                  </a:cubicBezTo>
                  <a:cubicBezTo>
                    <a:pt x="59211" y="49769"/>
                    <a:pt x="59116" y="49578"/>
                    <a:pt x="59080" y="49555"/>
                  </a:cubicBezTo>
                  <a:cubicBezTo>
                    <a:pt x="58889" y="49400"/>
                    <a:pt x="58973" y="49305"/>
                    <a:pt x="59127" y="49209"/>
                  </a:cubicBezTo>
                  <a:cubicBezTo>
                    <a:pt x="59246" y="49138"/>
                    <a:pt x="59139" y="49031"/>
                    <a:pt x="59175" y="48971"/>
                  </a:cubicBezTo>
                  <a:cubicBezTo>
                    <a:pt x="59246" y="48805"/>
                    <a:pt x="59044" y="48614"/>
                    <a:pt x="59163" y="48507"/>
                  </a:cubicBezTo>
                  <a:cubicBezTo>
                    <a:pt x="59473" y="48233"/>
                    <a:pt x="59318" y="47876"/>
                    <a:pt x="59330" y="47602"/>
                  </a:cubicBezTo>
                  <a:cubicBezTo>
                    <a:pt x="59366" y="47102"/>
                    <a:pt x="59354" y="46590"/>
                    <a:pt x="59306" y="46090"/>
                  </a:cubicBezTo>
                  <a:cubicBezTo>
                    <a:pt x="59282" y="45876"/>
                    <a:pt x="59342" y="45697"/>
                    <a:pt x="59520" y="45554"/>
                  </a:cubicBezTo>
                  <a:cubicBezTo>
                    <a:pt x="59151" y="45399"/>
                    <a:pt x="59663" y="45030"/>
                    <a:pt x="59318" y="44875"/>
                  </a:cubicBezTo>
                  <a:cubicBezTo>
                    <a:pt x="59389" y="44280"/>
                    <a:pt x="59223" y="43685"/>
                    <a:pt x="59354" y="43078"/>
                  </a:cubicBezTo>
                  <a:cubicBezTo>
                    <a:pt x="59437" y="42709"/>
                    <a:pt x="59318" y="42304"/>
                    <a:pt x="59377" y="41923"/>
                  </a:cubicBezTo>
                  <a:cubicBezTo>
                    <a:pt x="59437" y="41518"/>
                    <a:pt x="59294" y="41101"/>
                    <a:pt x="59389" y="40732"/>
                  </a:cubicBezTo>
                  <a:cubicBezTo>
                    <a:pt x="59473" y="40458"/>
                    <a:pt x="59354" y="40161"/>
                    <a:pt x="59544" y="39875"/>
                  </a:cubicBezTo>
                  <a:cubicBezTo>
                    <a:pt x="59580" y="39827"/>
                    <a:pt x="59711" y="39577"/>
                    <a:pt x="59627" y="39434"/>
                  </a:cubicBezTo>
                  <a:cubicBezTo>
                    <a:pt x="59294" y="38899"/>
                    <a:pt x="59782" y="38339"/>
                    <a:pt x="59556" y="37815"/>
                  </a:cubicBezTo>
                  <a:cubicBezTo>
                    <a:pt x="59437" y="37553"/>
                    <a:pt x="59580" y="37303"/>
                    <a:pt x="59651" y="37136"/>
                  </a:cubicBezTo>
                  <a:cubicBezTo>
                    <a:pt x="59782" y="36803"/>
                    <a:pt x="59294" y="36541"/>
                    <a:pt x="59651" y="36184"/>
                  </a:cubicBezTo>
                  <a:cubicBezTo>
                    <a:pt x="59758" y="36077"/>
                    <a:pt x="59699" y="35624"/>
                    <a:pt x="59675" y="35327"/>
                  </a:cubicBezTo>
                  <a:cubicBezTo>
                    <a:pt x="59663" y="34958"/>
                    <a:pt x="59818" y="34541"/>
                    <a:pt x="59663" y="34231"/>
                  </a:cubicBezTo>
                  <a:cubicBezTo>
                    <a:pt x="59508" y="33898"/>
                    <a:pt x="59627" y="33588"/>
                    <a:pt x="59651" y="33326"/>
                  </a:cubicBezTo>
                  <a:cubicBezTo>
                    <a:pt x="59711" y="32886"/>
                    <a:pt x="59556" y="32457"/>
                    <a:pt x="59627" y="32017"/>
                  </a:cubicBezTo>
                  <a:cubicBezTo>
                    <a:pt x="59687" y="31624"/>
                    <a:pt x="59532" y="31195"/>
                    <a:pt x="59604" y="30802"/>
                  </a:cubicBezTo>
                  <a:cubicBezTo>
                    <a:pt x="59627" y="30588"/>
                    <a:pt x="59449" y="30457"/>
                    <a:pt x="59497" y="30314"/>
                  </a:cubicBezTo>
                  <a:cubicBezTo>
                    <a:pt x="59651" y="29909"/>
                    <a:pt x="59747" y="29493"/>
                    <a:pt x="59627" y="29100"/>
                  </a:cubicBezTo>
                  <a:cubicBezTo>
                    <a:pt x="59556" y="28850"/>
                    <a:pt x="59532" y="28588"/>
                    <a:pt x="59568" y="28397"/>
                  </a:cubicBezTo>
                  <a:cubicBezTo>
                    <a:pt x="59651" y="27707"/>
                    <a:pt x="59592" y="27040"/>
                    <a:pt x="59532" y="26349"/>
                  </a:cubicBezTo>
                  <a:cubicBezTo>
                    <a:pt x="59497" y="25968"/>
                    <a:pt x="59508" y="25516"/>
                    <a:pt x="59568" y="25135"/>
                  </a:cubicBezTo>
                  <a:cubicBezTo>
                    <a:pt x="59663" y="24516"/>
                    <a:pt x="59508" y="23920"/>
                    <a:pt x="59544" y="23313"/>
                  </a:cubicBezTo>
                  <a:cubicBezTo>
                    <a:pt x="59580" y="22789"/>
                    <a:pt x="59425" y="22182"/>
                    <a:pt x="59473" y="21658"/>
                  </a:cubicBezTo>
                  <a:cubicBezTo>
                    <a:pt x="59532" y="20861"/>
                    <a:pt x="59294" y="20099"/>
                    <a:pt x="59401" y="19301"/>
                  </a:cubicBezTo>
                  <a:cubicBezTo>
                    <a:pt x="59485" y="18682"/>
                    <a:pt x="59270" y="18027"/>
                    <a:pt x="59282" y="17372"/>
                  </a:cubicBezTo>
                  <a:cubicBezTo>
                    <a:pt x="59282" y="16801"/>
                    <a:pt x="59068" y="16241"/>
                    <a:pt x="59008" y="15658"/>
                  </a:cubicBezTo>
                  <a:cubicBezTo>
                    <a:pt x="58996" y="15491"/>
                    <a:pt x="59151" y="15408"/>
                    <a:pt x="59080" y="15241"/>
                  </a:cubicBezTo>
                  <a:cubicBezTo>
                    <a:pt x="58794" y="14491"/>
                    <a:pt x="58889" y="13705"/>
                    <a:pt x="58854" y="12943"/>
                  </a:cubicBezTo>
                  <a:cubicBezTo>
                    <a:pt x="58830" y="12288"/>
                    <a:pt x="58639" y="11657"/>
                    <a:pt x="58711" y="10990"/>
                  </a:cubicBezTo>
                  <a:cubicBezTo>
                    <a:pt x="58735" y="10645"/>
                    <a:pt x="58639" y="10252"/>
                    <a:pt x="58615" y="9883"/>
                  </a:cubicBezTo>
                  <a:cubicBezTo>
                    <a:pt x="58568" y="9276"/>
                    <a:pt x="58568" y="8645"/>
                    <a:pt x="58473" y="8050"/>
                  </a:cubicBezTo>
                  <a:cubicBezTo>
                    <a:pt x="58389" y="7621"/>
                    <a:pt x="58246" y="7192"/>
                    <a:pt x="58199" y="6752"/>
                  </a:cubicBezTo>
                  <a:cubicBezTo>
                    <a:pt x="58056" y="5585"/>
                    <a:pt x="57877" y="4442"/>
                    <a:pt x="57222" y="3370"/>
                  </a:cubicBezTo>
                  <a:cubicBezTo>
                    <a:pt x="56853" y="2763"/>
                    <a:pt x="56437" y="2251"/>
                    <a:pt x="55817" y="1834"/>
                  </a:cubicBezTo>
                  <a:cubicBezTo>
                    <a:pt x="55151" y="1370"/>
                    <a:pt x="54389" y="1061"/>
                    <a:pt x="53591" y="941"/>
                  </a:cubicBezTo>
                  <a:cubicBezTo>
                    <a:pt x="53304" y="895"/>
                    <a:pt x="53072" y="738"/>
                    <a:pt x="52809" y="738"/>
                  </a:cubicBezTo>
                  <a:cubicBezTo>
                    <a:pt x="52800" y="738"/>
                    <a:pt x="52791" y="739"/>
                    <a:pt x="52781" y="739"/>
                  </a:cubicBezTo>
                  <a:cubicBezTo>
                    <a:pt x="52718" y="744"/>
                    <a:pt x="52656" y="746"/>
                    <a:pt x="52594" y="746"/>
                  </a:cubicBezTo>
                  <a:cubicBezTo>
                    <a:pt x="51870" y="746"/>
                    <a:pt x="51207" y="451"/>
                    <a:pt x="50483" y="418"/>
                  </a:cubicBezTo>
                  <a:cubicBezTo>
                    <a:pt x="50472" y="417"/>
                    <a:pt x="50460" y="417"/>
                    <a:pt x="50448" y="417"/>
                  </a:cubicBezTo>
                  <a:cubicBezTo>
                    <a:pt x="50341" y="417"/>
                    <a:pt x="50223" y="442"/>
                    <a:pt x="50109" y="442"/>
                  </a:cubicBezTo>
                  <a:cubicBezTo>
                    <a:pt x="50026" y="442"/>
                    <a:pt x="49947" y="429"/>
                    <a:pt x="49876" y="382"/>
                  </a:cubicBezTo>
                  <a:cubicBezTo>
                    <a:pt x="49424" y="96"/>
                    <a:pt x="48888" y="168"/>
                    <a:pt x="48400" y="120"/>
                  </a:cubicBezTo>
                  <a:cubicBezTo>
                    <a:pt x="47674" y="60"/>
                    <a:pt x="36517" y="72"/>
                    <a:pt x="35779" y="37"/>
                  </a:cubicBezTo>
                  <a:cubicBezTo>
                    <a:pt x="35356" y="14"/>
                    <a:pt x="34924" y="0"/>
                    <a:pt x="34494" y="0"/>
                  </a:cubicBezTo>
                  <a:close/>
                </a:path>
              </a:pathLst>
            </a:custGeom>
            <a:solidFill>
              <a:srgbClr val="000000"/>
            </a:solidFill>
            <a:ln>
              <a:noFill/>
            </a:ln>
          </p:spPr>
          <p:txBody>
            <a:bodyPr spcFirstLastPara="1" wrap="square" lIns="182875" tIns="274300" rIns="182875" bIns="91425" anchor="ctr" anchorCtr="0">
              <a:noAutofit/>
            </a:bodyPr>
            <a:lstStyle/>
            <a:p>
              <a:pPr marL="0" lvl="0" indent="0" algn="ctr" rtl="0">
                <a:spcBef>
                  <a:spcPts val="0"/>
                </a:spcBef>
                <a:spcAft>
                  <a:spcPts val="0"/>
                </a:spcAft>
                <a:buClr>
                  <a:schemeClr val="dk1"/>
                </a:buClr>
                <a:buSzPts val="1100"/>
                <a:buFont typeface="Arial"/>
                <a:buNone/>
              </a:pPr>
              <a:endParaRPr lang="en-US" sz="1400" dirty="0">
                <a:solidFill>
                  <a:schemeClr val="tx1">
                    <a:lumMod val="95000"/>
                    <a:lumOff val="5000"/>
                  </a:schemeClr>
                </a:solidFill>
                <a:latin typeface="Montserrat" panose="00000500000000000000" pitchFamily="2" charset="0"/>
              </a:endParaRPr>
            </a:p>
            <a:p>
              <a:pPr marL="0" lvl="0" indent="0" algn="ctr" rtl="0">
                <a:spcBef>
                  <a:spcPts val="0"/>
                </a:spcBef>
                <a:spcAft>
                  <a:spcPts val="0"/>
                </a:spcAft>
                <a:buClr>
                  <a:schemeClr val="dk1"/>
                </a:buClr>
                <a:buSzPts val="1100"/>
                <a:buFont typeface="Arial"/>
                <a:buNone/>
              </a:pPr>
              <a:r>
                <a:rPr lang="en-US" sz="1400" dirty="0">
                  <a:solidFill>
                    <a:schemeClr val="tx1">
                      <a:lumMod val="95000"/>
                      <a:lumOff val="5000"/>
                    </a:schemeClr>
                  </a:solidFill>
                  <a:latin typeface="Montserrat" panose="00000500000000000000" pitchFamily="2" charset="0"/>
                </a:rPr>
                <a:t>- Pregnant women, infants.</a:t>
              </a:r>
            </a:p>
            <a:p>
              <a:pPr marL="0" lvl="0" indent="0" algn="ctr" rtl="0">
                <a:spcBef>
                  <a:spcPts val="0"/>
                </a:spcBef>
                <a:spcAft>
                  <a:spcPts val="0"/>
                </a:spcAft>
                <a:buClr>
                  <a:schemeClr val="dk1"/>
                </a:buClr>
                <a:buSzPts val="1100"/>
                <a:buFont typeface="Arial"/>
                <a:buNone/>
              </a:pPr>
              <a:r>
                <a:rPr lang="en-US" sz="1400" dirty="0">
                  <a:solidFill>
                    <a:schemeClr val="tx1">
                      <a:lumMod val="95000"/>
                      <a:lumOff val="5000"/>
                    </a:schemeClr>
                  </a:solidFill>
                  <a:latin typeface="Montserrat" panose="00000500000000000000" pitchFamily="2" charset="0"/>
                </a:rPr>
                <a:t>-Petrochemical, radiation employees.</a:t>
              </a:r>
            </a:p>
            <a:p>
              <a:pPr marL="0" lvl="0" indent="0" algn="ctr" rtl="0">
                <a:spcBef>
                  <a:spcPts val="0"/>
                </a:spcBef>
                <a:spcAft>
                  <a:spcPts val="0"/>
                </a:spcAft>
                <a:buClr>
                  <a:schemeClr val="dk1"/>
                </a:buClr>
                <a:buSzPts val="1100"/>
                <a:buFont typeface="Arial"/>
                <a:buNone/>
              </a:pPr>
              <a:r>
                <a:rPr lang="en-US" sz="1400" dirty="0">
                  <a:solidFill>
                    <a:schemeClr val="tx1">
                      <a:lumMod val="95000"/>
                      <a:lumOff val="5000"/>
                    </a:schemeClr>
                  </a:solidFill>
                  <a:latin typeface="Montserrat" panose="00000500000000000000" pitchFamily="2" charset="0"/>
                </a:rPr>
                <a:t>- Athletes, fast/junk food eaters.</a:t>
              </a:r>
            </a:p>
          </p:txBody>
        </p:sp>
        <p:sp>
          <p:nvSpPr>
            <p:cNvPr id="16" name="Google Shape;369;p21">
              <a:extLst>
                <a:ext uri="{FF2B5EF4-FFF2-40B4-BE49-F238E27FC236}">
                  <a16:creationId xmlns:a16="http://schemas.microsoft.com/office/drawing/2014/main" id="{2DE42403-FCF3-4C43-1B5E-F06F77C226BE}"/>
                </a:ext>
              </a:extLst>
            </p:cNvPr>
            <p:cNvSpPr/>
            <p:nvPr/>
          </p:nvSpPr>
          <p:spPr>
            <a:xfrm>
              <a:off x="5369178" y="2990296"/>
              <a:ext cx="3565" cy="2931"/>
            </a:xfrm>
            <a:custGeom>
              <a:avLst/>
              <a:gdLst/>
              <a:ahLst/>
              <a:cxnLst/>
              <a:rect l="l" t="t" r="r" b="b"/>
              <a:pathLst>
                <a:path w="180" h="148" extrusionOk="0">
                  <a:moveTo>
                    <a:pt x="90" y="0"/>
                  </a:moveTo>
                  <a:cubicBezTo>
                    <a:pt x="54" y="0"/>
                    <a:pt x="35" y="30"/>
                    <a:pt x="25" y="50"/>
                  </a:cubicBezTo>
                  <a:cubicBezTo>
                    <a:pt x="1" y="98"/>
                    <a:pt x="37" y="121"/>
                    <a:pt x="72" y="145"/>
                  </a:cubicBezTo>
                  <a:cubicBezTo>
                    <a:pt x="79" y="147"/>
                    <a:pt x="85" y="148"/>
                    <a:pt x="90" y="148"/>
                  </a:cubicBezTo>
                  <a:cubicBezTo>
                    <a:pt x="126" y="148"/>
                    <a:pt x="145" y="117"/>
                    <a:pt x="156" y="86"/>
                  </a:cubicBezTo>
                  <a:cubicBezTo>
                    <a:pt x="180" y="50"/>
                    <a:pt x="144" y="14"/>
                    <a:pt x="108" y="2"/>
                  </a:cubicBezTo>
                  <a:cubicBezTo>
                    <a:pt x="102" y="1"/>
                    <a:pt x="96" y="0"/>
                    <a:pt x="90" y="0"/>
                  </a:cubicBezTo>
                  <a:close/>
                </a:path>
              </a:pathLst>
            </a:custGeom>
            <a:solidFill>
              <a:srgbClr val="FCBD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 name="Google Shape;372;p21">
              <a:extLst>
                <a:ext uri="{FF2B5EF4-FFF2-40B4-BE49-F238E27FC236}">
                  <a16:creationId xmlns:a16="http://schemas.microsoft.com/office/drawing/2014/main" id="{9120DAC9-FE9B-0555-82D0-E71675D180A5}"/>
                </a:ext>
              </a:extLst>
            </p:cNvPr>
            <p:cNvSpPr/>
            <p:nvPr/>
          </p:nvSpPr>
          <p:spPr>
            <a:xfrm>
              <a:off x="5507717" y="2722084"/>
              <a:ext cx="13448" cy="7466"/>
            </a:xfrm>
            <a:custGeom>
              <a:avLst/>
              <a:gdLst/>
              <a:ahLst/>
              <a:cxnLst/>
              <a:rect l="l" t="t" r="r" b="b"/>
              <a:pathLst>
                <a:path w="679" h="377" extrusionOk="0">
                  <a:moveTo>
                    <a:pt x="272" y="1"/>
                  </a:moveTo>
                  <a:cubicBezTo>
                    <a:pt x="213" y="1"/>
                    <a:pt x="156" y="16"/>
                    <a:pt x="107" y="55"/>
                  </a:cubicBezTo>
                  <a:cubicBezTo>
                    <a:pt x="0" y="126"/>
                    <a:pt x="131" y="245"/>
                    <a:pt x="143" y="352"/>
                  </a:cubicBezTo>
                  <a:cubicBezTo>
                    <a:pt x="143" y="364"/>
                    <a:pt x="167" y="364"/>
                    <a:pt x="191" y="376"/>
                  </a:cubicBezTo>
                  <a:cubicBezTo>
                    <a:pt x="226" y="315"/>
                    <a:pt x="222" y="189"/>
                    <a:pt x="294" y="189"/>
                  </a:cubicBezTo>
                  <a:cubicBezTo>
                    <a:pt x="320" y="189"/>
                    <a:pt x="355" y="205"/>
                    <a:pt x="405" y="245"/>
                  </a:cubicBezTo>
                  <a:cubicBezTo>
                    <a:pt x="456" y="282"/>
                    <a:pt x="511" y="296"/>
                    <a:pt x="569" y="296"/>
                  </a:cubicBezTo>
                  <a:cubicBezTo>
                    <a:pt x="605" y="296"/>
                    <a:pt x="642" y="290"/>
                    <a:pt x="679" y="281"/>
                  </a:cubicBezTo>
                  <a:cubicBezTo>
                    <a:pt x="667" y="174"/>
                    <a:pt x="595" y="102"/>
                    <a:pt x="524" y="67"/>
                  </a:cubicBezTo>
                  <a:cubicBezTo>
                    <a:pt x="447" y="32"/>
                    <a:pt x="357" y="1"/>
                    <a:pt x="272" y="1"/>
                  </a:cubicBezTo>
                  <a:close/>
                </a:path>
              </a:pathLst>
            </a:custGeom>
            <a:solidFill>
              <a:srgbClr val="FCBD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 name="Google Shape;373;p21">
              <a:extLst>
                <a:ext uri="{FF2B5EF4-FFF2-40B4-BE49-F238E27FC236}">
                  <a16:creationId xmlns:a16="http://schemas.microsoft.com/office/drawing/2014/main" id="{2733F166-E9FD-75AC-3239-862F10957BBB}"/>
                </a:ext>
              </a:extLst>
            </p:cNvPr>
            <p:cNvSpPr/>
            <p:nvPr/>
          </p:nvSpPr>
          <p:spPr>
            <a:xfrm>
              <a:off x="5529167" y="2732363"/>
              <a:ext cx="1426" cy="1010"/>
            </a:xfrm>
            <a:custGeom>
              <a:avLst/>
              <a:gdLst/>
              <a:ahLst/>
              <a:cxnLst/>
              <a:rect l="l" t="t" r="r" b="b"/>
              <a:pathLst>
                <a:path w="72" h="51" extrusionOk="0">
                  <a:moveTo>
                    <a:pt x="48" y="0"/>
                  </a:moveTo>
                  <a:cubicBezTo>
                    <a:pt x="12" y="12"/>
                    <a:pt x="1" y="36"/>
                    <a:pt x="36" y="48"/>
                  </a:cubicBezTo>
                  <a:cubicBezTo>
                    <a:pt x="36" y="50"/>
                    <a:pt x="37" y="51"/>
                    <a:pt x="39" y="51"/>
                  </a:cubicBezTo>
                  <a:cubicBezTo>
                    <a:pt x="45" y="51"/>
                    <a:pt x="62" y="36"/>
                    <a:pt x="72" y="36"/>
                  </a:cubicBezTo>
                  <a:cubicBezTo>
                    <a:pt x="60" y="24"/>
                    <a:pt x="48" y="0"/>
                    <a:pt x="48" y="0"/>
                  </a:cubicBezTo>
                  <a:close/>
                </a:path>
              </a:pathLst>
            </a:custGeom>
            <a:solidFill>
              <a:srgbClr val="FCBD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 name="Google Shape;374;p21">
              <a:extLst>
                <a:ext uri="{FF2B5EF4-FFF2-40B4-BE49-F238E27FC236}">
                  <a16:creationId xmlns:a16="http://schemas.microsoft.com/office/drawing/2014/main" id="{76C0EF80-DDC0-F35E-9D42-EEEA7115E98C}"/>
                </a:ext>
              </a:extLst>
            </p:cNvPr>
            <p:cNvSpPr/>
            <p:nvPr/>
          </p:nvSpPr>
          <p:spPr>
            <a:xfrm>
              <a:off x="5523046" y="2731888"/>
              <a:ext cx="1188" cy="951"/>
            </a:xfrm>
            <a:custGeom>
              <a:avLst/>
              <a:gdLst/>
              <a:ahLst/>
              <a:cxnLst/>
              <a:rect l="l" t="t" r="r" b="b"/>
              <a:pathLst>
                <a:path w="60" h="48" extrusionOk="0">
                  <a:moveTo>
                    <a:pt x="36" y="0"/>
                  </a:moveTo>
                  <a:cubicBezTo>
                    <a:pt x="24" y="0"/>
                    <a:pt x="12" y="12"/>
                    <a:pt x="0" y="12"/>
                  </a:cubicBezTo>
                  <a:cubicBezTo>
                    <a:pt x="12" y="24"/>
                    <a:pt x="24" y="36"/>
                    <a:pt x="24" y="48"/>
                  </a:cubicBezTo>
                  <a:cubicBezTo>
                    <a:pt x="36" y="36"/>
                    <a:pt x="48" y="36"/>
                    <a:pt x="60" y="24"/>
                  </a:cubicBezTo>
                  <a:cubicBezTo>
                    <a:pt x="48" y="12"/>
                    <a:pt x="48" y="0"/>
                    <a:pt x="36" y="0"/>
                  </a:cubicBezTo>
                  <a:close/>
                </a:path>
              </a:pathLst>
            </a:custGeom>
            <a:solidFill>
              <a:srgbClr val="FCBD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20" name="Google Shape;358;p21">
            <a:extLst>
              <a:ext uri="{FF2B5EF4-FFF2-40B4-BE49-F238E27FC236}">
                <a16:creationId xmlns:a16="http://schemas.microsoft.com/office/drawing/2014/main" id="{F1E509A5-317C-50E5-3475-A5157AF88F2C}"/>
              </a:ext>
            </a:extLst>
          </p:cNvPr>
          <p:cNvGrpSpPr/>
          <p:nvPr/>
        </p:nvGrpSpPr>
        <p:grpSpPr>
          <a:xfrm>
            <a:off x="8646153" y="1600568"/>
            <a:ext cx="2955746" cy="1817822"/>
            <a:chOff x="6645791" y="2703268"/>
            <a:chExt cx="1481316" cy="1992475"/>
          </a:xfrm>
        </p:grpSpPr>
        <p:sp>
          <p:nvSpPr>
            <p:cNvPr id="21" name="Google Shape;362;p21">
              <a:extLst>
                <a:ext uri="{FF2B5EF4-FFF2-40B4-BE49-F238E27FC236}">
                  <a16:creationId xmlns:a16="http://schemas.microsoft.com/office/drawing/2014/main" id="{6E441BF1-81CD-A705-8750-F0B427A75B30}"/>
                </a:ext>
              </a:extLst>
            </p:cNvPr>
            <p:cNvSpPr/>
            <p:nvPr/>
          </p:nvSpPr>
          <p:spPr>
            <a:xfrm>
              <a:off x="7386449" y="2703268"/>
              <a:ext cx="11824" cy="11784"/>
            </a:xfrm>
            <a:custGeom>
              <a:avLst/>
              <a:gdLst/>
              <a:ahLst/>
              <a:cxnLst/>
              <a:rect l="l" t="t" r="r" b="b"/>
              <a:pathLst>
                <a:path w="597" h="595" extrusionOk="0">
                  <a:moveTo>
                    <a:pt x="322" y="0"/>
                  </a:moveTo>
                  <a:cubicBezTo>
                    <a:pt x="239" y="0"/>
                    <a:pt x="196" y="74"/>
                    <a:pt x="144" y="147"/>
                  </a:cubicBezTo>
                  <a:cubicBezTo>
                    <a:pt x="1" y="350"/>
                    <a:pt x="239" y="409"/>
                    <a:pt x="275" y="552"/>
                  </a:cubicBezTo>
                  <a:cubicBezTo>
                    <a:pt x="275" y="584"/>
                    <a:pt x="306" y="595"/>
                    <a:pt x="345" y="595"/>
                  </a:cubicBezTo>
                  <a:cubicBezTo>
                    <a:pt x="365" y="595"/>
                    <a:pt x="386" y="592"/>
                    <a:pt x="406" y="588"/>
                  </a:cubicBezTo>
                  <a:cubicBezTo>
                    <a:pt x="465" y="588"/>
                    <a:pt x="477" y="540"/>
                    <a:pt x="489" y="493"/>
                  </a:cubicBezTo>
                  <a:cubicBezTo>
                    <a:pt x="501" y="397"/>
                    <a:pt x="489" y="314"/>
                    <a:pt x="525" y="219"/>
                  </a:cubicBezTo>
                  <a:cubicBezTo>
                    <a:pt x="596" y="40"/>
                    <a:pt x="560" y="5"/>
                    <a:pt x="358" y="5"/>
                  </a:cubicBezTo>
                  <a:cubicBezTo>
                    <a:pt x="345" y="2"/>
                    <a:pt x="334" y="0"/>
                    <a:pt x="322" y="0"/>
                  </a:cubicBezTo>
                  <a:close/>
                </a:path>
              </a:pathLst>
            </a:custGeom>
            <a:solidFill>
              <a:srgbClr val="69E7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 name="Google Shape;364;p21">
              <a:extLst>
                <a:ext uri="{FF2B5EF4-FFF2-40B4-BE49-F238E27FC236}">
                  <a16:creationId xmlns:a16="http://schemas.microsoft.com/office/drawing/2014/main" id="{B459AA0B-6430-AE46-01D8-0C9DD905C552}"/>
                </a:ext>
              </a:extLst>
            </p:cNvPr>
            <p:cNvSpPr/>
            <p:nvPr/>
          </p:nvSpPr>
          <p:spPr>
            <a:xfrm>
              <a:off x="6645791" y="3017351"/>
              <a:ext cx="1481316" cy="1678392"/>
            </a:xfrm>
            <a:custGeom>
              <a:avLst/>
              <a:gdLst/>
              <a:ahLst/>
              <a:cxnLst/>
              <a:rect l="l" t="t" r="r" b="b"/>
              <a:pathLst>
                <a:path w="57723" h="56467" extrusionOk="0">
                  <a:moveTo>
                    <a:pt x="31631" y="993"/>
                  </a:moveTo>
                  <a:cubicBezTo>
                    <a:pt x="32098" y="993"/>
                    <a:pt x="32560" y="1044"/>
                    <a:pt x="33017" y="1175"/>
                  </a:cubicBezTo>
                  <a:cubicBezTo>
                    <a:pt x="33037" y="1181"/>
                    <a:pt x="33057" y="1183"/>
                    <a:pt x="33076" y="1183"/>
                  </a:cubicBezTo>
                  <a:cubicBezTo>
                    <a:pt x="33167" y="1183"/>
                    <a:pt x="33234" y="1127"/>
                    <a:pt x="33299" y="1127"/>
                  </a:cubicBezTo>
                  <a:cubicBezTo>
                    <a:pt x="33304" y="1127"/>
                    <a:pt x="33309" y="1127"/>
                    <a:pt x="33314" y="1128"/>
                  </a:cubicBezTo>
                  <a:cubicBezTo>
                    <a:pt x="33850" y="1163"/>
                    <a:pt x="34398" y="1151"/>
                    <a:pt x="34934" y="1247"/>
                  </a:cubicBezTo>
                  <a:cubicBezTo>
                    <a:pt x="35029" y="1265"/>
                    <a:pt x="35139" y="1273"/>
                    <a:pt x="35246" y="1273"/>
                  </a:cubicBezTo>
                  <a:cubicBezTo>
                    <a:pt x="35353" y="1273"/>
                    <a:pt x="35457" y="1265"/>
                    <a:pt x="35541" y="1247"/>
                  </a:cubicBezTo>
                  <a:cubicBezTo>
                    <a:pt x="35662" y="1220"/>
                    <a:pt x="35783" y="1210"/>
                    <a:pt x="35901" y="1210"/>
                  </a:cubicBezTo>
                  <a:cubicBezTo>
                    <a:pt x="36155" y="1210"/>
                    <a:pt x="36401" y="1254"/>
                    <a:pt x="36636" y="1270"/>
                  </a:cubicBezTo>
                  <a:cubicBezTo>
                    <a:pt x="37231" y="1330"/>
                    <a:pt x="49745" y="1247"/>
                    <a:pt x="50340" y="1413"/>
                  </a:cubicBezTo>
                  <a:cubicBezTo>
                    <a:pt x="50506" y="1462"/>
                    <a:pt x="50720" y="1503"/>
                    <a:pt x="50923" y="1503"/>
                  </a:cubicBezTo>
                  <a:cubicBezTo>
                    <a:pt x="50968" y="1503"/>
                    <a:pt x="51012" y="1501"/>
                    <a:pt x="51055" y="1497"/>
                  </a:cubicBezTo>
                  <a:cubicBezTo>
                    <a:pt x="51171" y="1479"/>
                    <a:pt x="51287" y="1471"/>
                    <a:pt x="51403" y="1471"/>
                  </a:cubicBezTo>
                  <a:cubicBezTo>
                    <a:pt x="51831" y="1471"/>
                    <a:pt x="52255" y="1574"/>
                    <a:pt x="52686" y="1640"/>
                  </a:cubicBezTo>
                  <a:cubicBezTo>
                    <a:pt x="53150" y="1711"/>
                    <a:pt x="53626" y="1735"/>
                    <a:pt x="54079" y="1973"/>
                  </a:cubicBezTo>
                  <a:cubicBezTo>
                    <a:pt x="54829" y="2366"/>
                    <a:pt x="55281" y="2997"/>
                    <a:pt x="55567" y="3759"/>
                  </a:cubicBezTo>
                  <a:cubicBezTo>
                    <a:pt x="55710" y="4140"/>
                    <a:pt x="55758" y="4557"/>
                    <a:pt x="55853" y="4961"/>
                  </a:cubicBezTo>
                  <a:cubicBezTo>
                    <a:pt x="55960" y="5438"/>
                    <a:pt x="55948" y="5938"/>
                    <a:pt x="56008" y="6438"/>
                  </a:cubicBezTo>
                  <a:cubicBezTo>
                    <a:pt x="56091" y="7033"/>
                    <a:pt x="56055" y="7628"/>
                    <a:pt x="56127" y="8224"/>
                  </a:cubicBezTo>
                  <a:cubicBezTo>
                    <a:pt x="56174" y="8664"/>
                    <a:pt x="56127" y="9117"/>
                    <a:pt x="56174" y="9569"/>
                  </a:cubicBezTo>
                  <a:cubicBezTo>
                    <a:pt x="56186" y="9688"/>
                    <a:pt x="56043" y="9795"/>
                    <a:pt x="55912" y="9795"/>
                  </a:cubicBezTo>
                  <a:cubicBezTo>
                    <a:pt x="55781" y="9795"/>
                    <a:pt x="55648" y="9788"/>
                    <a:pt x="55518" y="9788"/>
                  </a:cubicBezTo>
                  <a:cubicBezTo>
                    <a:pt x="55245" y="9788"/>
                    <a:pt x="54979" y="9820"/>
                    <a:pt x="54746" y="10022"/>
                  </a:cubicBezTo>
                  <a:cubicBezTo>
                    <a:pt x="54738" y="10029"/>
                    <a:pt x="54720" y="10032"/>
                    <a:pt x="54701" y="10032"/>
                  </a:cubicBezTo>
                  <a:cubicBezTo>
                    <a:pt x="54662" y="10032"/>
                    <a:pt x="54615" y="10022"/>
                    <a:pt x="54615" y="10022"/>
                  </a:cubicBezTo>
                  <a:cubicBezTo>
                    <a:pt x="54615" y="9830"/>
                    <a:pt x="54558" y="9776"/>
                    <a:pt x="54483" y="9776"/>
                  </a:cubicBezTo>
                  <a:cubicBezTo>
                    <a:pt x="54385" y="9776"/>
                    <a:pt x="54255" y="9867"/>
                    <a:pt x="54174" y="9867"/>
                  </a:cubicBezTo>
                  <a:cubicBezTo>
                    <a:pt x="54095" y="9865"/>
                    <a:pt x="54016" y="9865"/>
                    <a:pt x="53937" y="9865"/>
                  </a:cubicBezTo>
                  <a:cubicBezTo>
                    <a:pt x="53528" y="9865"/>
                    <a:pt x="53115" y="9880"/>
                    <a:pt x="52704" y="9880"/>
                  </a:cubicBezTo>
                  <a:cubicBezTo>
                    <a:pt x="52511" y="9880"/>
                    <a:pt x="52318" y="9877"/>
                    <a:pt x="52126" y="9867"/>
                  </a:cubicBezTo>
                  <a:cubicBezTo>
                    <a:pt x="52032" y="9860"/>
                    <a:pt x="51939" y="9858"/>
                    <a:pt x="51845" y="9858"/>
                  </a:cubicBezTo>
                  <a:cubicBezTo>
                    <a:pt x="51451" y="9858"/>
                    <a:pt x="51057" y="9904"/>
                    <a:pt x="50670" y="9904"/>
                  </a:cubicBezTo>
                  <a:cubicBezTo>
                    <a:pt x="50636" y="9904"/>
                    <a:pt x="50601" y="9903"/>
                    <a:pt x="50566" y="9902"/>
                  </a:cubicBezTo>
                  <a:cubicBezTo>
                    <a:pt x="50374" y="9897"/>
                    <a:pt x="50167" y="9883"/>
                    <a:pt x="49964" y="9883"/>
                  </a:cubicBezTo>
                  <a:cubicBezTo>
                    <a:pt x="49741" y="9883"/>
                    <a:pt x="49521" y="9900"/>
                    <a:pt x="49328" y="9962"/>
                  </a:cubicBezTo>
                  <a:cubicBezTo>
                    <a:pt x="49197" y="10007"/>
                    <a:pt x="47896" y="10021"/>
                    <a:pt x="46162" y="10021"/>
                  </a:cubicBezTo>
                  <a:cubicBezTo>
                    <a:pt x="43112" y="10021"/>
                    <a:pt x="38722" y="9977"/>
                    <a:pt x="37001" y="9977"/>
                  </a:cubicBezTo>
                  <a:cubicBezTo>
                    <a:pt x="36589" y="9977"/>
                    <a:pt x="36329" y="9979"/>
                    <a:pt x="36279" y="9986"/>
                  </a:cubicBezTo>
                  <a:cubicBezTo>
                    <a:pt x="35791" y="10033"/>
                    <a:pt x="35303" y="10057"/>
                    <a:pt x="34814" y="10093"/>
                  </a:cubicBezTo>
                  <a:cubicBezTo>
                    <a:pt x="34683" y="10106"/>
                    <a:pt x="34551" y="10110"/>
                    <a:pt x="34420" y="10110"/>
                  </a:cubicBezTo>
                  <a:cubicBezTo>
                    <a:pt x="34207" y="10110"/>
                    <a:pt x="33995" y="10100"/>
                    <a:pt x="33785" y="10100"/>
                  </a:cubicBezTo>
                  <a:cubicBezTo>
                    <a:pt x="33655" y="10100"/>
                    <a:pt x="33526" y="10104"/>
                    <a:pt x="33398" y="10117"/>
                  </a:cubicBezTo>
                  <a:cubicBezTo>
                    <a:pt x="33255" y="10128"/>
                    <a:pt x="33113" y="10133"/>
                    <a:pt x="32971" y="10133"/>
                  </a:cubicBezTo>
                  <a:cubicBezTo>
                    <a:pt x="32552" y="10133"/>
                    <a:pt x="32133" y="10095"/>
                    <a:pt x="31717" y="10095"/>
                  </a:cubicBezTo>
                  <a:cubicBezTo>
                    <a:pt x="31554" y="10095"/>
                    <a:pt x="31392" y="10101"/>
                    <a:pt x="31231" y="10117"/>
                  </a:cubicBezTo>
                  <a:cubicBezTo>
                    <a:pt x="31185" y="10122"/>
                    <a:pt x="31139" y="10124"/>
                    <a:pt x="31093" y="10124"/>
                  </a:cubicBezTo>
                  <a:cubicBezTo>
                    <a:pt x="30949" y="10124"/>
                    <a:pt x="30808" y="10103"/>
                    <a:pt x="30670" y="10103"/>
                  </a:cubicBezTo>
                  <a:cubicBezTo>
                    <a:pt x="30569" y="10103"/>
                    <a:pt x="30471" y="10114"/>
                    <a:pt x="30373" y="10152"/>
                  </a:cubicBezTo>
                  <a:cubicBezTo>
                    <a:pt x="30245" y="10201"/>
                    <a:pt x="30118" y="10217"/>
                    <a:pt x="29990" y="10217"/>
                  </a:cubicBezTo>
                  <a:cubicBezTo>
                    <a:pt x="29731" y="10217"/>
                    <a:pt x="29472" y="10150"/>
                    <a:pt x="29208" y="10150"/>
                  </a:cubicBezTo>
                  <a:cubicBezTo>
                    <a:pt x="29121" y="10150"/>
                    <a:pt x="29033" y="10157"/>
                    <a:pt x="28945" y="10176"/>
                  </a:cubicBezTo>
                  <a:cubicBezTo>
                    <a:pt x="28848" y="10198"/>
                    <a:pt x="28741" y="10205"/>
                    <a:pt x="28628" y="10205"/>
                  </a:cubicBezTo>
                  <a:cubicBezTo>
                    <a:pt x="28364" y="10205"/>
                    <a:pt x="28068" y="10164"/>
                    <a:pt x="27802" y="10164"/>
                  </a:cubicBezTo>
                  <a:cubicBezTo>
                    <a:pt x="27516" y="10164"/>
                    <a:pt x="27224" y="10129"/>
                    <a:pt x="26948" y="10129"/>
                  </a:cubicBezTo>
                  <a:cubicBezTo>
                    <a:pt x="26832" y="10129"/>
                    <a:pt x="26720" y="10135"/>
                    <a:pt x="26611" y="10152"/>
                  </a:cubicBezTo>
                  <a:cubicBezTo>
                    <a:pt x="26369" y="10185"/>
                    <a:pt x="26134" y="10204"/>
                    <a:pt x="25900" y="10204"/>
                  </a:cubicBezTo>
                  <a:cubicBezTo>
                    <a:pt x="25709" y="10204"/>
                    <a:pt x="25518" y="10191"/>
                    <a:pt x="25325" y="10164"/>
                  </a:cubicBezTo>
                  <a:cubicBezTo>
                    <a:pt x="25313" y="10163"/>
                    <a:pt x="25302" y="10163"/>
                    <a:pt x="25290" y="10163"/>
                  </a:cubicBezTo>
                  <a:cubicBezTo>
                    <a:pt x="25113" y="10163"/>
                    <a:pt x="25007" y="10306"/>
                    <a:pt x="24812" y="10306"/>
                  </a:cubicBezTo>
                  <a:cubicBezTo>
                    <a:pt x="24783" y="10306"/>
                    <a:pt x="24752" y="10303"/>
                    <a:pt x="24718" y="10295"/>
                  </a:cubicBezTo>
                  <a:cubicBezTo>
                    <a:pt x="24574" y="10258"/>
                    <a:pt x="24423" y="10245"/>
                    <a:pt x="24270" y="10245"/>
                  </a:cubicBezTo>
                  <a:cubicBezTo>
                    <a:pt x="24030" y="10245"/>
                    <a:pt x="23784" y="10278"/>
                    <a:pt x="23551" y="10307"/>
                  </a:cubicBezTo>
                  <a:cubicBezTo>
                    <a:pt x="23536" y="10309"/>
                    <a:pt x="23521" y="10309"/>
                    <a:pt x="23505" y="10309"/>
                  </a:cubicBezTo>
                  <a:cubicBezTo>
                    <a:pt x="23399" y="10309"/>
                    <a:pt x="23281" y="10279"/>
                    <a:pt x="23174" y="10279"/>
                  </a:cubicBezTo>
                  <a:cubicBezTo>
                    <a:pt x="23046" y="10279"/>
                    <a:pt x="22933" y="10322"/>
                    <a:pt x="22872" y="10510"/>
                  </a:cubicBezTo>
                  <a:cubicBezTo>
                    <a:pt x="22864" y="10527"/>
                    <a:pt x="22842" y="10538"/>
                    <a:pt x="22827" y="10538"/>
                  </a:cubicBezTo>
                  <a:cubicBezTo>
                    <a:pt x="22821" y="10538"/>
                    <a:pt x="22816" y="10537"/>
                    <a:pt x="22813" y="10533"/>
                  </a:cubicBezTo>
                  <a:cubicBezTo>
                    <a:pt x="22627" y="10492"/>
                    <a:pt x="20918" y="10479"/>
                    <a:pt x="18876" y="10479"/>
                  </a:cubicBezTo>
                  <a:cubicBezTo>
                    <a:pt x="15698" y="10479"/>
                    <a:pt x="11714" y="10510"/>
                    <a:pt x="11395" y="10510"/>
                  </a:cubicBezTo>
                  <a:cubicBezTo>
                    <a:pt x="11157" y="10510"/>
                    <a:pt x="10978" y="10522"/>
                    <a:pt x="10800" y="10653"/>
                  </a:cubicBezTo>
                  <a:cubicBezTo>
                    <a:pt x="10783" y="10661"/>
                    <a:pt x="10766" y="10669"/>
                    <a:pt x="10749" y="10669"/>
                  </a:cubicBezTo>
                  <a:cubicBezTo>
                    <a:pt x="10742" y="10669"/>
                    <a:pt x="10735" y="10668"/>
                    <a:pt x="10728" y="10664"/>
                  </a:cubicBezTo>
                  <a:cubicBezTo>
                    <a:pt x="10427" y="10587"/>
                    <a:pt x="9960" y="10555"/>
                    <a:pt x="9542" y="10555"/>
                  </a:cubicBezTo>
                  <a:cubicBezTo>
                    <a:pt x="9316" y="10555"/>
                    <a:pt x="9105" y="10564"/>
                    <a:pt x="8942" y="10581"/>
                  </a:cubicBezTo>
                  <a:cubicBezTo>
                    <a:pt x="8466" y="10641"/>
                    <a:pt x="7966" y="10569"/>
                    <a:pt x="7525" y="10688"/>
                  </a:cubicBezTo>
                  <a:cubicBezTo>
                    <a:pt x="7306" y="10747"/>
                    <a:pt x="7086" y="10771"/>
                    <a:pt x="6880" y="10771"/>
                  </a:cubicBezTo>
                  <a:cubicBezTo>
                    <a:pt x="6795" y="10771"/>
                    <a:pt x="6712" y="10767"/>
                    <a:pt x="6632" y="10760"/>
                  </a:cubicBezTo>
                  <a:cubicBezTo>
                    <a:pt x="6517" y="10751"/>
                    <a:pt x="6401" y="10748"/>
                    <a:pt x="6285" y="10748"/>
                  </a:cubicBezTo>
                  <a:cubicBezTo>
                    <a:pt x="5897" y="10748"/>
                    <a:pt x="5505" y="10784"/>
                    <a:pt x="5120" y="10784"/>
                  </a:cubicBezTo>
                  <a:cubicBezTo>
                    <a:pt x="5103" y="10784"/>
                    <a:pt x="5086" y="10784"/>
                    <a:pt x="5070" y="10784"/>
                  </a:cubicBezTo>
                  <a:cubicBezTo>
                    <a:pt x="4707" y="10784"/>
                    <a:pt x="4338" y="10687"/>
                    <a:pt x="3986" y="10687"/>
                  </a:cubicBezTo>
                  <a:cubicBezTo>
                    <a:pt x="3915" y="10687"/>
                    <a:pt x="3844" y="10691"/>
                    <a:pt x="3775" y="10700"/>
                  </a:cubicBezTo>
                  <a:cubicBezTo>
                    <a:pt x="3593" y="10722"/>
                    <a:pt x="3414" y="10726"/>
                    <a:pt x="3235" y="10726"/>
                  </a:cubicBezTo>
                  <a:cubicBezTo>
                    <a:pt x="3132" y="10726"/>
                    <a:pt x="3030" y="10725"/>
                    <a:pt x="2928" y="10725"/>
                  </a:cubicBezTo>
                  <a:cubicBezTo>
                    <a:pt x="2730" y="10725"/>
                    <a:pt x="2532" y="10730"/>
                    <a:pt x="2334" y="10760"/>
                  </a:cubicBezTo>
                  <a:cubicBezTo>
                    <a:pt x="2310" y="10760"/>
                    <a:pt x="2275" y="10760"/>
                    <a:pt x="2251" y="10772"/>
                  </a:cubicBezTo>
                  <a:cubicBezTo>
                    <a:pt x="2200" y="10834"/>
                    <a:pt x="2141" y="10848"/>
                    <a:pt x="2079" y="10848"/>
                  </a:cubicBezTo>
                  <a:cubicBezTo>
                    <a:pt x="2029" y="10848"/>
                    <a:pt x="1977" y="10838"/>
                    <a:pt x="1926" y="10838"/>
                  </a:cubicBezTo>
                  <a:cubicBezTo>
                    <a:pt x="1907" y="10838"/>
                    <a:pt x="1888" y="10840"/>
                    <a:pt x="1870" y="10843"/>
                  </a:cubicBezTo>
                  <a:cubicBezTo>
                    <a:pt x="1789" y="10858"/>
                    <a:pt x="1717" y="10864"/>
                    <a:pt x="1655" y="10864"/>
                  </a:cubicBezTo>
                  <a:cubicBezTo>
                    <a:pt x="1356" y="10864"/>
                    <a:pt x="1257" y="10708"/>
                    <a:pt x="1346" y="10462"/>
                  </a:cubicBezTo>
                  <a:cubicBezTo>
                    <a:pt x="1394" y="9319"/>
                    <a:pt x="1417" y="8331"/>
                    <a:pt x="1536" y="7355"/>
                  </a:cubicBezTo>
                  <a:cubicBezTo>
                    <a:pt x="1584" y="6926"/>
                    <a:pt x="1584" y="6485"/>
                    <a:pt x="1656" y="6057"/>
                  </a:cubicBezTo>
                  <a:cubicBezTo>
                    <a:pt x="1798" y="5176"/>
                    <a:pt x="1870" y="4259"/>
                    <a:pt x="2334" y="3509"/>
                  </a:cubicBezTo>
                  <a:cubicBezTo>
                    <a:pt x="2560" y="3140"/>
                    <a:pt x="2834" y="2723"/>
                    <a:pt x="3311" y="2449"/>
                  </a:cubicBezTo>
                  <a:cubicBezTo>
                    <a:pt x="3692" y="2235"/>
                    <a:pt x="4239" y="2294"/>
                    <a:pt x="4477" y="1830"/>
                  </a:cubicBezTo>
                  <a:cubicBezTo>
                    <a:pt x="4477" y="1818"/>
                    <a:pt x="4501" y="1806"/>
                    <a:pt x="4501" y="1806"/>
                  </a:cubicBezTo>
                  <a:cubicBezTo>
                    <a:pt x="4572" y="1871"/>
                    <a:pt x="4635" y="1896"/>
                    <a:pt x="4694" y="1896"/>
                  </a:cubicBezTo>
                  <a:cubicBezTo>
                    <a:pt x="4870" y="1896"/>
                    <a:pt x="5004" y="1672"/>
                    <a:pt x="5192" y="1663"/>
                  </a:cubicBezTo>
                  <a:cubicBezTo>
                    <a:pt x="5416" y="1653"/>
                    <a:pt x="5711" y="1520"/>
                    <a:pt x="5888" y="1520"/>
                  </a:cubicBezTo>
                  <a:cubicBezTo>
                    <a:pt x="5917" y="1520"/>
                    <a:pt x="5944" y="1524"/>
                    <a:pt x="5966" y="1532"/>
                  </a:cubicBezTo>
                  <a:cubicBezTo>
                    <a:pt x="6068" y="1569"/>
                    <a:pt x="6167" y="1583"/>
                    <a:pt x="6264" y="1583"/>
                  </a:cubicBezTo>
                  <a:cubicBezTo>
                    <a:pt x="6617" y="1583"/>
                    <a:pt x="6946" y="1395"/>
                    <a:pt x="7305" y="1395"/>
                  </a:cubicBezTo>
                  <a:cubicBezTo>
                    <a:pt x="7365" y="1395"/>
                    <a:pt x="7427" y="1401"/>
                    <a:pt x="7490" y="1413"/>
                  </a:cubicBezTo>
                  <a:cubicBezTo>
                    <a:pt x="7523" y="1419"/>
                    <a:pt x="7558" y="1421"/>
                    <a:pt x="7595" y="1421"/>
                  </a:cubicBezTo>
                  <a:cubicBezTo>
                    <a:pt x="7876" y="1421"/>
                    <a:pt x="8259" y="1277"/>
                    <a:pt x="8585" y="1235"/>
                  </a:cubicBezTo>
                  <a:cubicBezTo>
                    <a:pt x="8775" y="1207"/>
                    <a:pt x="8981" y="1162"/>
                    <a:pt x="9190" y="1162"/>
                  </a:cubicBezTo>
                  <a:cubicBezTo>
                    <a:pt x="9334" y="1162"/>
                    <a:pt x="9480" y="1183"/>
                    <a:pt x="9621" y="1247"/>
                  </a:cubicBezTo>
                  <a:cubicBezTo>
                    <a:pt x="9651" y="1262"/>
                    <a:pt x="9680" y="1268"/>
                    <a:pt x="9707" y="1268"/>
                  </a:cubicBezTo>
                  <a:cubicBezTo>
                    <a:pt x="9810" y="1268"/>
                    <a:pt x="9896" y="1185"/>
                    <a:pt x="9990" y="1175"/>
                  </a:cubicBezTo>
                  <a:cubicBezTo>
                    <a:pt x="10037" y="1171"/>
                    <a:pt x="10085" y="1170"/>
                    <a:pt x="10132" y="1170"/>
                  </a:cubicBezTo>
                  <a:cubicBezTo>
                    <a:pt x="10340" y="1170"/>
                    <a:pt x="10550" y="1199"/>
                    <a:pt x="10760" y="1199"/>
                  </a:cubicBezTo>
                  <a:cubicBezTo>
                    <a:pt x="10961" y="1199"/>
                    <a:pt x="11161" y="1172"/>
                    <a:pt x="11359" y="1068"/>
                  </a:cubicBezTo>
                  <a:cubicBezTo>
                    <a:pt x="11415" y="1037"/>
                    <a:pt x="12375" y="1025"/>
                    <a:pt x="13707" y="1025"/>
                  </a:cubicBezTo>
                  <a:cubicBezTo>
                    <a:pt x="16914" y="1025"/>
                    <a:pt x="22282" y="1094"/>
                    <a:pt x="22408" y="1128"/>
                  </a:cubicBezTo>
                  <a:cubicBezTo>
                    <a:pt x="22474" y="1146"/>
                    <a:pt x="22538" y="1153"/>
                    <a:pt x="22600" y="1153"/>
                  </a:cubicBezTo>
                  <a:cubicBezTo>
                    <a:pt x="22816" y="1153"/>
                    <a:pt x="23009" y="1063"/>
                    <a:pt x="23194" y="1044"/>
                  </a:cubicBezTo>
                  <a:cubicBezTo>
                    <a:pt x="23600" y="1013"/>
                    <a:pt x="24003" y="997"/>
                    <a:pt x="24404" y="997"/>
                  </a:cubicBezTo>
                  <a:cubicBezTo>
                    <a:pt x="24909" y="997"/>
                    <a:pt x="25411" y="1022"/>
                    <a:pt x="25909" y="1068"/>
                  </a:cubicBezTo>
                  <a:cubicBezTo>
                    <a:pt x="25960" y="1072"/>
                    <a:pt x="26010" y="1074"/>
                    <a:pt x="26060" y="1074"/>
                  </a:cubicBezTo>
                  <a:cubicBezTo>
                    <a:pt x="26352" y="1074"/>
                    <a:pt x="26625" y="1010"/>
                    <a:pt x="26903" y="1010"/>
                  </a:cubicBezTo>
                  <a:cubicBezTo>
                    <a:pt x="26964" y="1010"/>
                    <a:pt x="27026" y="1013"/>
                    <a:pt x="27087" y="1020"/>
                  </a:cubicBezTo>
                  <a:cubicBezTo>
                    <a:pt x="27448" y="1060"/>
                    <a:pt x="27812" y="1077"/>
                    <a:pt x="28172" y="1077"/>
                  </a:cubicBezTo>
                  <a:cubicBezTo>
                    <a:pt x="28465" y="1077"/>
                    <a:pt x="28756" y="1066"/>
                    <a:pt x="29040" y="1044"/>
                  </a:cubicBezTo>
                  <a:cubicBezTo>
                    <a:pt x="29173" y="1034"/>
                    <a:pt x="29305" y="1030"/>
                    <a:pt x="29437" y="1030"/>
                  </a:cubicBezTo>
                  <a:cubicBezTo>
                    <a:pt x="29763" y="1030"/>
                    <a:pt x="30087" y="1053"/>
                    <a:pt x="30409" y="1053"/>
                  </a:cubicBezTo>
                  <a:cubicBezTo>
                    <a:pt x="30564" y="1053"/>
                    <a:pt x="30719" y="1047"/>
                    <a:pt x="30873" y="1032"/>
                  </a:cubicBezTo>
                  <a:cubicBezTo>
                    <a:pt x="31128" y="1007"/>
                    <a:pt x="31380" y="993"/>
                    <a:pt x="31631" y="993"/>
                  </a:cubicBezTo>
                  <a:close/>
                  <a:moveTo>
                    <a:pt x="55811" y="10810"/>
                  </a:moveTo>
                  <a:cubicBezTo>
                    <a:pt x="55898" y="10810"/>
                    <a:pt x="55984" y="10814"/>
                    <a:pt x="56067" y="10819"/>
                  </a:cubicBezTo>
                  <a:cubicBezTo>
                    <a:pt x="56198" y="10819"/>
                    <a:pt x="56293" y="10867"/>
                    <a:pt x="56281" y="11057"/>
                  </a:cubicBezTo>
                  <a:cubicBezTo>
                    <a:pt x="56258" y="11438"/>
                    <a:pt x="56174" y="11867"/>
                    <a:pt x="56305" y="12212"/>
                  </a:cubicBezTo>
                  <a:cubicBezTo>
                    <a:pt x="56424" y="12546"/>
                    <a:pt x="56341" y="12843"/>
                    <a:pt x="56341" y="13153"/>
                  </a:cubicBezTo>
                  <a:cubicBezTo>
                    <a:pt x="56353" y="13962"/>
                    <a:pt x="56543" y="14760"/>
                    <a:pt x="56496" y="15570"/>
                  </a:cubicBezTo>
                  <a:cubicBezTo>
                    <a:pt x="56472" y="16022"/>
                    <a:pt x="56412" y="16510"/>
                    <a:pt x="56436" y="16939"/>
                  </a:cubicBezTo>
                  <a:cubicBezTo>
                    <a:pt x="56484" y="17832"/>
                    <a:pt x="56460" y="18713"/>
                    <a:pt x="56436" y="19594"/>
                  </a:cubicBezTo>
                  <a:cubicBezTo>
                    <a:pt x="56424" y="20416"/>
                    <a:pt x="56472" y="21225"/>
                    <a:pt x="56436" y="22059"/>
                  </a:cubicBezTo>
                  <a:cubicBezTo>
                    <a:pt x="56400" y="22773"/>
                    <a:pt x="56353" y="23499"/>
                    <a:pt x="56389" y="24214"/>
                  </a:cubicBezTo>
                  <a:cubicBezTo>
                    <a:pt x="56400" y="24726"/>
                    <a:pt x="56484" y="25261"/>
                    <a:pt x="56400" y="25762"/>
                  </a:cubicBezTo>
                  <a:cubicBezTo>
                    <a:pt x="56305" y="26238"/>
                    <a:pt x="56353" y="26726"/>
                    <a:pt x="56281" y="27202"/>
                  </a:cubicBezTo>
                  <a:cubicBezTo>
                    <a:pt x="56234" y="27452"/>
                    <a:pt x="56329" y="27786"/>
                    <a:pt x="56293" y="28048"/>
                  </a:cubicBezTo>
                  <a:cubicBezTo>
                    <a:pt x="56210" y="28810"/>
                    <a:pt x="56198" y="29572"/>
                    <a:pt x="56174" y="30334"/>
                  </a:cubicBezTo>
                  <a:cubicBezTo>
                    <a:pt x="56150" y="30786"/>
                    <a:pt x="56210" y="31286"/>
                    <a:pt x="56222" y="31762"/>
                  </a:cubicBezTo>
                  <a:cubicBezTo>
                    <a:pt x="56234" y="32131"/>
                    <a:pt x="56246" y="32512"/>
                    <a:pt x="56198" y="32893"/>
                  </a:cubicBezTo>
                  <a:cubicBezTo>
                    <a:pt x="56174" y="33048"/>
                    <a:pt x="56365" y="33286"/>
                    <a:pt x="56305" y="33513"/>
                  </a:cubicBezTo>
                  <a:cubicBezTo>
                    <a:pt x="56186" y="33989"/>
                    <a:pt x="56341" y="34465"/>
                    <a:pt x="56305" y="34953"/>
                  </a:cubicBezTo>
                  <a:cubicBezTo>
                    <a:pt x="56270" y="35275"/>
                    <a:pt x="56508" y="35644"/>
                    <a:pt x="56448" y="35989"/>
                  </a:cubicBezTo>
                  <a:cubicBezTo>
                    <a:pt x="56365" y="36501"/>
                    <a:pt x="56508" y="37013"/>
                    <a:pt x="56472" y="37525"/>
                  </a:cubicBezTo>
                  <a:cubicBezTo>
                    <a:pt x="56448" y="37858"/>
                    <a:pt x="56436" y="38204"/>
                    <a:pt x="56496" y="38549"/>
                  </a:cubicBezTo>
                  <a:cubicBezTo>
                    <a:pt x="56543" y="38930"/>
                    <a:pt x="56579" y="39287"/>
                    <a:pt x="56520" y="39680"/>
                  </a:cubicBezTo>
                  <a:cubicBezTo>
                    <a:pt x="56460" y="40049"/>
                    <a:pt x="56567" y="40442"/>
                    <a:pt x="56639" y="40823"/>
                  </a:cubicBezTo>
                  <a:cubicBezTo>
                    <a:pt x="56686" y="41037"/>
                    <a:pt x="56746" y="41204"/>
                    <a:pt x="56615" y="41418"/>
                  </a:cubicBezTo>
                  <a:cubicBezTo>
                    <a:pt x="56520" y="41573"/>
                    <a:pt x="56603" y="41799"/>
                    <a:pt x="56686" y="41918"/>
                  </a:cubicBezTo>
                  <a:cubicBezTo>
                    <a:pt x="56853" y="42192"/>
                    <a:pt x="56853" y="42430"/>
                    <a:pt x="56770" y="42728"/>
                  </a:cubicBezTo>
                  <a:cubicBezTo>
                    <a:pt x="56710" y="42918"/>
                    <a:pt x="56781" y="43157"/>
                    <a:pt x="56817" y="43371"/>
                  </a:cubicBezTo>
                  <a:cubicBezTo>
                    <a:pt x="56960" y="44121"/>
                    <a:pt x="56924" y="44871"/>
                    <a:pt x="56841" y="45609"/>
                  </a:cubicBezTo>
                  <a:cubicBezTo>
                    <a:pt x="56805" y="45895"/>
                    <a:pt x="56865" y="46169"/>
                    <a:pt x="56841" y="46455"/>
                  </a:cubicBezTo>
                  <a:cubicBezTo>
                    <a:pt x="56746" y="47217"/>
                    <a:pt x="56722" y="47990"/>
                    <a:pt x="56615" y="48741"/>
                  </a:cubicBezTo>
                  <a:cubicBezTo>
                    <a:pt x="56543" y="49205"/>
                    <a:pt x="56531" y="49669"/>
                    <a:pt x="56484" y="50122"/>
                  </a:cubicBezTo>
                  <a:cubicBezTo>
                    <a:pt x="56472" y="50300"/>
                    <a:pt x="56353" y="50431"/>
                    <a:pt x="56270" y="50574"/>
                  </a:cubicBezTo>
                  <a:cubicBezTo>
                    <a:pt x="56091" y="50896"/>
                    <a:pt x="56091" y="51300"/>
                    <a:pt x="55793" y="51574"/>
                  </a:cubicBezTo>
                  <a:cubicBezTo>
                    <a:pt x="55734" y="51622"/>
                    <a:pt x="55793" y="51681"/>
                    <a:pt x="55853" y="51729"/>
                  </a:cubicBezTo>
                  <a:cubicBezTo>
                    <a:pt x="55912" y="51753"/>
                    <a:pt x="55900" y="51824"/>
                    <a:pt x="55853" y="51848"/>
                  </a:cubicBezTo>
                  <a:cubicBezTo>
                    <a:pt x="55317" y="52134"/>
                    <a:pt x="55210" y="52812"/>
                    <a:pt x="54793" y="53122"/>
                  </a:cubicBezTo>
                  <a:cubicBezTo>
                    <a:pt x="54281" y="53515"/>
                    <a:pt x="53745" y="53932"/>
                    <a:pt x="53091" y="54075"/>
                  </a:cubicBezTo>
                  <a:cubicBezTo>
                    <a:pt x="52483" y="54217"/>
                    <a:pt x="51900" y="54420"/>
                    <a:pt x="51293" y="54515"/>
                  </a:cubicBezTo>
                  <a:cubicBezTo>
                    <a:pt x="50233" y="54682"/>
                    <a:pt x="37291" y="54979"/>
                    <a:pt x="36196" y="55003"/>
                  </a:cubicBezTo>
                  <a:cubicBezTo>
                    <a:pt x="35707" y="55003"/>
                    <a:pt x="35184" y="55146"/>
                    <a:pt x="34672" y="55194"/>
                  </a:cubicBezTo>
                  <a:cubicBezTo>
                    <a:pt x="33966" y="55252"/>
                    <a:pt x="33272" y="55444"/>
                    <a:pt x="32567" y="55444"/>
                  </a:cubicBezTo>
                  <a:cubicBezTo>
                    <a:pt x="32546" y="55444"/>
                    <a:pt x="32525" y="55444"/>
                    <a:pt x="32505" y="55444"/>
                  </a:cubicBezTo>
                  <a:cubicBezTo>
                    <a:pt x="31659" y="55444"/>
                    <a:pt x="30802" y="55408"/>
                    <a:pt x="29957" y="55396"/>
                  </a:cubicBezTo>
                  <a:cubicBezTo>
                    <a:pt x="29918" y="55395"/>
                    <a:pt x="29879" y="55395"/>
                    <a:pt x="29841" y="55395"/>
                  </a:cubicBezTo>
                  <a:cubicBezTo>
                    <a:pt x="29409" y="55395"/>
                    <a:pt x="28971" y="55441"/>
                    <a:pt x="28538" y="55441"/>
                  </a:cubicBezTo>
                  <a:cubicBezTo>
                    <a:pt x="28435" y="55441"/>
                    <a:pt x="28332" y="55438"/>
                    <a:pt x="28230" y="55432"/>
                  </a:cubicBezTo>
                  <a:cubicBezTo>
                    <a:pt x="28081" y="55422"/>
                    <a:pt x="27933" y="55417"/>
                    <a:pt x="27785" y="55417"/>
                  </a:cubicBezTo>
                  <a:cubicBezTo>
                    <a:pt x="27246" y="55417"/>
                    <a:pt x="26712" y="55473"/>
                    <a:pt x="26171" y="55491"/>
                  </a:cubicBezTo>
                  <a:cubicBezTo>
                    <a:pt x="25756" y="55508"/>
                    <a:pt x="25336" y="55530"/>
                    <a:pt x="24918" y="55530"/>
                  </a:cubicBezTo>
                  <a:cubicBezTo>
                    <a:pt x="24736" y="55530"/>
                    <a:pt x="24554" y="55526"/>
                    <a:pt x="24373" y="55515"/>
                  </a:cubicBezTo>
                  <a:cubicBezTo>
                    <a:pt x="23587" y="55468"/>
                    <a:pt x="12359" y="55539"/>
                    <a:pt x="11573" y="55372"/>
                  </a:cubicBezTo>
                  <a:cubicBezTo>
                    <a:pt x="11050" y="55277"/>
                    <a:pt x="10514" y="55313"/>
                    <a:pt x="9990" y="55229"/>
                  </a:cubicBezTo>
                  <a:cubicBezTo>
                    <a:pt x="8966" y="55039"/>
                    <a:pt x="7930" y="54884"/>
                    <a:pt x="6894" y="54717"/>
                  </a:cubicBezTo>
                  <a:cubicBezTo>
                    <a:pt x="6323" y="54622"/>
                    <a:pt x="5727" y="54539"/>
                    <a:pt x="5156" y="54420"/>
                  </a:cubicBezTo>
                  <a:cubicBezTo>
                    <a:pt x="4799" y="54360"/>
                    <a:pt x="4406" y="54325"/>
                    <a:pt x="4096" y="54063"/>
                  </a:cubicBezTo>
                  <a:cubicBezTo>
                    <a:pt x="4011" y="53996"/>
                    <a:pt x="3925" y="53899"/>
                    <a:pt x="3791" y="53899"/>
                  </a:cubicBezTo>
                  <a:cubicBezTo>
                    <a:pt x="3757" y="53899"/>
                    <a:pt x="3720" y="53905"/>
                    <a:pt x="3680" y="53920"/>
                  </a:cubicBezTo>
                  <a:cubicBezTo>
                    <a:pt x="3647" y="53931"/>
                    <a:pt x="3621" y="53935"/>
                    <a:pt x="3598" y="53935"/>
                  </a:cubicBezTo>
                  <a:cubicBezTo>
                    <a:pt x="3448" y="53935"/>
                    <a:pt x="3502" y="53717"/>
                    <a:pt x="3430" y="53634"/>
                  </a:cubicBezTo>
                  <a:cubicBezTo>
                    <a:pt x="2703" y="52777"/>
                    <a:pt x="2358" y="51777"/>
                    <a:pt x="2263" y="50669"/>
                  </a:cubicBezTo>
                  <a:cubicBezTo>
                    <a:pt x="2239" y="50360"/>
                    <a:pt x="2156" y="50050"/>
                    <a:pt x="2096" y="49741"/>
                  </a:cubicBezTo>
                  <a:cubicBezTo>
                    <a:pt x="1917" y="48895"/>
                    <a:pt x="1965" y="48038"/>
                    <a:pt x="1989" y="47205"/>
                  </a:cubicBezTo>
                  <a:cubicBezTo>
                    <a:pt x="2013" y="45895"/>
                    <a:pt x="1775" y="44621"/>
                    <a:pt x="1715" y="43323"/>
                  </a:cubicBezTo>
                  <a:cubicBezTo>
                    <a:pt x="1644" y="41930"/>
                    <a:pt x="1429" y="40549"/>
                    <a:pt x="1346" y="39156"/>
                  </a:cubicBezTo>
                  <a:cubicBezTo>
                    <a:pt x="1310" y="38442"/>
                    <a:pt x="1239" y="37739"/>
                    <a:pt x="1167" y="37037"/>
                  </a:cubicBezTo>
                  <a:cubicBezTo>
                    <a:pt x="1096" y="36275"/>
                    <a:pt x="1120" y="35513"/>
                    <a:pt x="989" y="34763"/>
                  </a:cubicBezTo>
                  <a:cubicBezTo>
                    <a:pt x="858" y="34024"/>
                    <a:pt x="929" y="33274"/>
                    <a:pt x="882" y="32536"/>
                  </a:cubicBezTo>
                  <a:cubicBezTo>
                    <a:pt x="834" y="31929"/>
                    <a:pt x="882" y="31322"/>
                    <a:pt x="882" y="30715"/>
                  </a:cubicBezTo>
                  <a:cubicBezTo>
                    <a:pt x="882" y="29941"/>
                    <a:pt x="834" y="29179"/>
                    <a:pt x="858" y="28417"/>
                  </a:cubicBezTo>
                  <a:cubicBezTo>
                    <a:pt x="894" y="27202"/>
                    <a:pt x="917" y="25976"/>
                    <a:pt x="941" y="24761"/>
                  </a:cubicBezTo>
                  <a:cubicBezTo>
                    <a:pt x="965" y="24011"/>
                    <a:pt x="1036" y="23273"/>
                    <a:pt x="1025" y="22523"/>
                  </a:cubicBezTo>
                  <a:cubicBezTo>
                    <a:pt x="989" y="21428"/>
                    <a:pt x="1072" y="20332"/>
                    <a:pt x="1203" y="19249"/>
                  </a:cubicBezTo>
                  <a:cubicBezTo>
                    <a:pt x="1275" y="18523"/>
                    <a:pt x="1275" y="17784"/>
                    <a:pt x="1358" y="17046"/>
                  </a:cubicBezTo>
                  <a:cubicBezTo>
                    <a:pt x="1429" y="16475"/>
                    <a:pt x="1394" y="15867"/>
                    <a:pt x="1417" y="15272"/>
                  </a:cubicBezTo>
                  <a:cubicBezTo>
                    <a:pt x="1441" y="14498"/>
                    <a:pt x="1334" y="13736"/>
                    <a:pt x="1429" y="12962"/>
                  </a:cubicBezTo>
                  <a:cubicBezTo>
                    <a:pt x="1465" y="12736"/>
                    <a:pt x="1406" y="12498"/>
                    <a:pt x="1417" y="12260"/>
                  </a:cubicBezTo>
                  <a:cubicBezTo>
                    <a:pt x="1417" y="11922"/>
                    <a:pt x="1637" y="11743"/>
                    <a:pt x="1967" y="11743"/>
                  </a:cubicBezTo>
                  <a:cubicBezTo>
                    <a:pt x="1997" y="11743"/>
                    <a:pt x="2028" y="11745"/>
                    <a:pt x="2060" y="11748"/>
                  </a:cubicBezTo>
                  <a:cubicBezTo>
                    <a:pt x="2354" y="11780"/>
                    <a:pt x="2648" y="11801"/>
                    <a:pt x="2945" y="11801"/>
                  </a:cubicBezTo>
                  <a:cubicBezTo>
                    <a:pt x="3094" y="11801"/>
                    <a:pt x="3243" y="11796"/>
                    <a:pt x="3394" y="11784"/>
                  </a:cubicBezTo>
                  <a:cubicBezTo>
                    <a:pt x="3564" y="11770"/>
                    <a:pt x="3737" y="11758"/>
                    <a:pt x="3911" y="11758"/>
                  </a:cubicBezTo>
                  <a:cubicBezTo>
                    <a:pt x="4189" y="11758"/>
                    <a:pt x="4469" y="11788"/>
                    <a:pt x="4739" y="11891"/>
                  </a:cubicBezTo>
                  <a:cubicBezTo>
                    <a:pt x="4765" y="11899"/>
                    <a:pt x="4796" y="11908"/>
                    <a:pt x="4820" y="11908"/>
                  </a:cubicBezTo>
                  <a:cubicBezTo>
                    <a:pt x="4830" y="11908"/>
                    <a:pt x="4839" y="11906"/>
                    <a:pt x="4846" y="11903"/>
                  </a:cubicBezTo>
                  <a:cubicBezTo>
                    <a:pt x="5011" y="11780"/>
                    <a:pt x="5183" y="11744"/>
                    <a:pt x="5360" y="11744"/>
                  </a:cubicBezTo>
                  <a:cubicBezTo>
                    <a:pt x="5606" y="11744"/>
                    <a:pt x="5861" y="11813"/>
                    <a:pt x="6110" y="11813"/>
                  </a:cubicBezTo>
                  <a:cubicBezTo>
                    <a:pt x="6149" y="11813"/>
                    <a:pt x="6188" y="11811"/>
                    <a:pt x="6228" y="11807"/>
                  </a:cubicBezTo>
                  <a:cubicBezTo>
                    <a:pt x="6518" y="11782"/>
                    <a:pt x="6826" y="11732"/>
                    <a:pt x="7144" y="11732"/>
                  </a:cubicBezTo>
                  <a:cubicBezTo>
                    <a:pt x="7270" y="11732"/>
                    <a:pt x="7397" y="11740"/>
                    <a:pt x="7525" y="11760"/>
                  </a:cubicBezTo>
                  <a:cubicBezTo>
                    <a:pt x="7651" y="11783"/>
                    <a:pt x="7777" y="11793"/>
                    <a:pt x="7903" y="11793"/>
                  </a:cubicBezTo>
                  <a:cubicBezTo>
                    <a:pt x="8424" y="11793"/>
                    <a:pt x="8951" y="11629"/>
                    <a:pt x="9478" y="11581"/>
                  </a:cubicBezTo>
                  <a:cubicBezTo>
                    <a:pt x="10085" y="11522"/>
                    <a:pt x="10716" y="11510"/>
                    <a:pt x="11323" y="11438"/>
                  </a:cubicBezTo>
                  <a:cubicBezTo>
                    <a:pt x="11352" y="11435"/>
                    <a:pt x="11381" y="11434"/>
                    <a:pt x="11409" y="11434"/>
                  </a:cubicBezTo>
                  <a:cubicBezTo>
                    <a:pt x="11577" y="11434"/>
                    <a:pt x="11733" y="11486"/>
                    <a:pt x="11907" y="11486"/>
                  </a:cubicBezTo>
                  <a:cubicBezTo>
                    <a:pt x="12431" y="11462"/>
                    <a:pt x="23373" y="11403"/>
                    <a:pt x="23885" y="11367"/>
                  </a:cubicBezTo>
                  <a:cubicBezTo>
                    <a:pt x="24789" y="11295"/>
                    <a:pt x="25694" y="11343"/>
                    <a:pt x="26611" y="11236"/>
                  </a:cubicBezTo>
                  <a:cubicBezTo>
                    <a:pt x="26806" y="11217"/>
                    <a:pt x="27009" y="11207"/>
                    <a:pt x="27215" y="11207"/>
                  </a:cubicBezTo>
                  <a:cubicBezTo>
                    <a:pt x="27524" y="11207"/>
                    <a:pt x="27840" y="11229"/>
                    <a:pt x="28147" y="11272"/>
                  </a:cubicBezTo>
                  <a:cubicBezTo>
                    <a:pt x="28191" y="11276"/>
                    <a:pt x="28235" y="11278"/>
                    <a:pt x="28279" y="11278"/>
                  </a:cubicBezTo>
                  <a:cubicBezTo>
                    <a:pt x="28525" y="11278"/>
                    <a:pt x="28772" y="11220"/>
                    <a:pt x="29027" y="11220"/>
                  </a:cubicBezTo>
                  <a:cubicBezTo>
                    <a:pt x="29098" y="11220"/>
                    <a:pt x="29170" y="11225"/>
                    <a:pt x="29242" y="11236"/>
                  </a:cubicBezTo>
                  <a:cubicBezTo>
                    <a:pt x="29504" y="11284"/>
                    <a:pt x="29778" y="11304"/>
                    <a:pt x="30053" y="11304"/>
                  </a:cubicBezTo>
                  <a:cubicBezTo>
                    <a:pt x="30329" y="11304"/>
                    <a:pt x="30606" y="11284"/>
                    <a:pt x="30873" y="11248"/>
                  </a:cubicBezTo>
                  <a:cubicBezTo>
                    <a:pt x="31063" y="11226"/>
                    <a:pt x="31253" y="11219"/>
                    <a:pt x="31443" y="11219"/>
                  </a:cubicBezTo>
                  <a:cubicBezTo>
                    <a:pt x="31829" y="11219"/>
                    <a:pt x="32213" y="11249"/>
                    <a:pt x="32594" y="11249"/>
                  </a:cubicBezTo>
                  <a:cubicBezTo>
                    <a:pt x="32635" y="11249"/>
                    <a:pt x="32677" y="11249"/>
                    <a:pt x="32719" y="11248"/>
                  </a:cubicBezTo>
                  <a:cubicBezTo>
                    <a:pt x="32882" y="11244"/>
                    <a:pt x="33044" y="11244"/>
                    <a:pt x="33208" y="11244"/>
                  </a:cubicBezTo>
                  <a:lnTo>
                    <a:pt x="33208" y="11244"/>
                  </a:lnTo>
                  <a:cubicBezTo>
                    <a:pt x="33534" y="11244"/>
                    <a:pt x="33862" y="11244"/>
                    <a:pt x="34195" y="11212"/>
                  </a:cubicBezTo>
                  <a:cubicBezTo>
                    <a:pt x="34313" y="11198"/>
                    <a:pt x="34448" y="11136"/>
                    <a:pt x="34579" y="11136"/>
                  </a:cubicBezTo>
                  <a:cubicBezTo>
                    <a:pt x="34673" y="11136"/>
                    <a:pt x="34766" y="11168"/>
                    <a:pt x="34850" y="11272"/>
                  </a:cubicBezTo>
                  <a:cubicBezTo>
                    <a:pt x="34989" y="11148"/>
                    <a:pt x="35140" y="11115"/>
                    <a:pt x="35295" y="11115"/>
                  </a:cubicBezTo>
                  <a:cubicBezTo>
                    <a:pt x="35476" y="11115"/>
                    <a:pt x="35662" y="11159"/>
                    <a:pt x="35843" y="11159"/>
                  </a:cubicBezTo>
                  <a:cubicBezTo>
                    <a:pt x="35882" y="11159"/>
                    <a:pt x="35920" y="11157"/>
                    <a:pt x="35957" y="11153"/>
                  </a:cubicBezTo>
                  <a:cubicBezTo>
                    <a:pt x="36422" y="11081"/>
                    <a:pt x="48804" y="11045"/>
                    <a:pt x="49269" y="11022"/>
                  </a:cubicBezTo>
                  <a:cubicBezTo>
                    <a:pt x="49876" y="10998"/>
                    <a:pt x="50483" y="10986"/>
                    <a:pt x="51078" y="10938"/>
                  </a:cubicBezTo>
                  <a:cubicBezTo>
                    <a:pt x="51191" y="10932"/>
                    <a:pt x="51304" y="10929"/>
                    <a:pt x="51418" y="10929"/>
                  </a:cubicBezTo>
                  <a:cubicBezTo>
                    <a:pt x="51735" y="10929"/>
                    <a:pt x="52055" y="10949"/>
                    <a:pt x="52373" y="10949"/>
                  </a:cubicBezTo>
                  <a:cubicBezTo>
                    <a:pt x="52541" y="10949"/>
                    <a:pt x="52709" y="10943"/>
                    <a:pt x="52876" y="10926"/>
                  </a:cubicBezTo>
                  <a:cubicBezTo>
                    <a:pt x="53003" y="10914"/>
                    <a:pt x="53130" y="10909"/>
                    <a:pt x="53256" y="10909"/>
                  </a:cubicBezTo>
                  <a:cubicBezTo>
                    <a:pt x="53694" y="10909"/>
                    <a:pt x="54131" y="10966"/>
                    <a:pt x="54568" y="10966"/>
                  </a:cubicBezTo>
                  <a:cubicBezTo>
                    <a:pt x="54861" y="10966"/>
                    <a:pt x="55155" y="10941"/>
                    <a:pt x="55448" y="10855"/>
                  </a:cubicBezTo>
                  <a:cubicBezTo>
                    <a:pt x="55561" y="10820"/>
                    <a:pt x="55686" y="10810"/>
                    <a:pt x="55811" y="10810"/>
                  </a:cubicBezTo>
                  <a:close/>
                  <a:moveTo>
                    <a:pt x="30610" y="0"/>
                  </a:moveTo>
                  <a:cubicBezTo>
                    <a:pt x="30338" y="0"/>
                    <a:pt x="30060" y="22"/>
                    <a:pt x="29790" y="44"/>
                  </a:cubicBezTo>
                  <a:cubicBezTo>
                    <a:pt x="28873" y="116"/>
                    <a:pt x="27956" y="104"/>
                    <a:pt x="27040" y="139"/>
                  </a:cubicBezTo>
                  <a:cubicBezTo>
                    <a:pt x="26820" y="149"/>
                    <a:pt x="26599" y="152"/>
                    <a:pt x="26378" y="152"/>
                  </a:cubicBezTo>
                  <a:cubicBezTo>
                    <a:pt x="25738" y="152"/>
                    <a:pt x="25096" y="121"/>
                    <a:pt x="24468" y="104"/>
                  </a:cubicBezTo>
                  <a:cubicBezTo>
                    <a:pt x="24342" y="101"/>
                    <a:pt x="24216" y="100"/>
                    <a:pt x="24091" y="100"/>
                  </a:cubicBezTo>
                  <a:cubicBezTo>
                    <a:pt x="23589" y="100"/>
                    <a:pt x="23094" y="116"/>
                    <a:pt x="22599" y="116"/>
                  </a:cubicBezTo>
                  <a:cubicBezTo>
                    <a:pt x="21849" y="116"/>
                    <a:pt x="10692" y="235"/>
                    <a:pt x="9942" y="258"/>
                  </a:cubicBezTo>
                  <a:cubicBezTo>
                    <a:pt x="8787" y="294"/>
                    <a:pt x="7621" y="294"/>
                    <a:pt x="6478" y="544"/>
                  </a:cubicBezTo>
                  <a:cubicBezTo>
                    <a:pt x="5561" y="735"/>
                    <a:pt x="4608" y="794"/>
                    <a:pt x="3751" y="1223"/>
                  </a:cubicBezTo>
                  <a:cubicBezTo>
                    <a:pt x="3682" y="1254"/>
                    <a:pt x="3604" y="1289"/>
                    <a:pt x="3524" y="1289"/>
                  </a:cubicBezTo>
                  <a:cubicBezTo>
                    <a:pt x="3452" y="1289"/>
                    <a:pt x="3378" y="1260"/>
                    <a:pt x="3311" y="1175"/>
                  </a:cubicBezTo>
                  <a:cubicBezTo>
                    <a:pt x="3267" y="1110"/>
                    <a:pt x="3216" y="1082"/>
                    <a:pt x="3164" y="1082"/>
                  </a:cubicBezTo>
                  <a:cubicBezTo>
                    <a:pt x="3101" y="1082"/>
                    <a:pt x="3036" y="1122"/>
                    <a:pt x="2977" y="1187"/>
                  </a:cubicBezTo>
                  <a:cubicBezTo>
                    <a:pt x="2572" y="1628"/>
                    <a:pt x="2120" y="2021"/>
                    <a:pt x="1798" y="2521"/>
                  </a:cubicBezTo>
                  <a:cubicBezTo>
                    <a:pt x="1489" y="2997"/>
                    <a:pt x="1286" y="3556"/>
                    <a:pt x="1108" y="4104"/>
                  </a:cubicBezTo>
                  <a:cubicBezTo>
                    <a:pt x="917" y="4676"/>
                    <a:pt x="751" y="5247"/>
                    <a:pt x="727" y="5890"/>
                  </a:cubicBezTo>
                  <a:cubicBezTo>
                    <a:pt x="703" y="6652"/>
                    <a:pt x="667" y="7438"/>
                    <a:pt x="608" y="8212"/>
                  </a:cubicBezTo>
                  <a:cubicBezTo>
                    <a:pt x="572" y="8676"/>
                    <a:pt x="501" y="9152"/>
                    <a:pt x="513" y="9617"/>
                  </a:cubicBezTo>
                  <a:cubicBezTo>
                    <a:pt x="513" y="10045"/>
                    <a:pt x="489" y="10462"/>
                    <a:pt x="513" y="10891"/>
                  </a:cubicBezTo>
                  <a:cubicBezTo>
                    <a:pt x="536" y="11462"/>
                    <a:pt x="560" y="12057"/>
                    <a:pt x="584" y="12641"/>
                  </a:cubicBezTo>
                  <a:cubicBezTo>
                    <a:pt x="608" y="13177"/>
                    <a:pt x="572" y="13736"/>
                    <a:pt x="548" y="14284"/>
                  </a:cubicBezTo>
                  <a:cubicBezTo>
                    <a:pt x="524" y="14832"/>
                    <a:pt x="703" y="15391"/>
                    <a:pt x="477" y="15927"/>
                  </a:cubicBezTo>
                  <a:cubicBezTo>
                    <a:pt x="465" y="15963"/>
                    <a:pt x="501" y="15998"/>
                    <a:pt x="513" y="16034"/>
                  </a:cubicBezTo>
                  <a:cubicBezTo>
                    <a:pt x="632" y="16308"/>
                    <a:pt x="524" y="16582"/>
                    <a:pt x="501" y="16832"/>
                  </a:cubicBezTo>
                  <a:cubicBezTo>
                    <a:pt x="465" y="17308"/>
                    <a:pt x="393" y="17784"/>
                    <a:pt x="405" y="18261"/>
                  </a:cubicBezTo>
                  <a:cubicBezTo>
                    <a:pt x="417" y="18796"/>
                    <a:pt x="298" y="19308"/>
                    <a:pt x="263" y="19832"/>
                  </a:cubicBezTo>
                  <a:cubicBezTo>
                    <a:pt x="251" y="20023"/>
                    <a:pt x="393" y="20201"/>
                    <a:pt x="286" y="20380"/>
                  </a:cubicBezTo>
                  <a:cubicBezTo>
                    <a:pt x="48" y="20737"/>
                    <a:pt x="108" y="21201"/>
                    <a:pt x="143" y="21535"/>
                  </a:cubicBezTo>
                  <a:cubicBezTo>
                    <a:pt x="227" y="22261"/>
                    <a:pt x="84" y="22964"/>
                    <a:pt x="132" y="23678"/>
                  </a:cubicBezTo>
                  <a:cubicBezTo>
                    <a:pt x="191" y="24273"/>
                    <a:pt x="72" y="24869"/>
                    <a:pt x="84" y="25464"/>
                  </a:cubicBezTo>
                  <a:cubicBezTo>
                    <a:pt x="84" y="25988"/>
                    <a:pt x="132" y="26524"/>
                    <a:pt x="72" y="27036"/>
                  </a:cubicBezTo>
                  <a:cubicBezTo>
                    <a:pt x="1" y="27726"/>
                    <a:pt x="48" y="28417"/>
                    <a:pt x="48" y="29107"/>
                  </a:cubicBezTo>
                  <a:cubicBezTo>
                    <a:pt x="60" y="30214"/>
                    <a:pt x="60" y="31334"/>
                    <a:pt x="108" y="32441"/>
                  </a:cubicBezTo>
                  <a:cubicBezTo>
                    <a:pt x="132" y="32905"/>
                    <a:pt x="72" y="33382"/>
                    <a:pt x="120" y="33846"/>
                  </a:cubicBezTo>
                  <a:cubicBezTo>
                    <a:pt x="203" y="34703"/>
                    <a:pt x="251" y="35560"/>
                    <a:pt x="370" y="36406"/>
                  </a:cubicBezTo>
                  <a:cubicBezTo>
                    <a:pt x="405" y="36727"/>
                    <a:pt x="358" y="37013"/>
                    <a:pt x="382" y="37323"/>
                  </a:cubicBezTo>
                  <a:cubicBezTo>
                    <a:pt x="429" y="37799"/>
                    <a:pt x="560" y="38263"/>
                    <a:pt x="560" y="38751"/>
                  </a:cubicBezTo>
                  <a:cubicBezTo>
                    <a:pt x="560" y="39430"/>
                    <a:pt x="655" y="40109"/>
                    <a:pt x="703" y="40799"/>
                  </a:cubicBezTo>
                  <a:cubicBezTo>
                    <a:pt x="751" y="41371"/>
                    <a:pt x="941" y="41954"/>
                    <a:pt x="917" y="42514"/>
                  </a:cubicBezTo>
                  <a:cubicBezTo>
                    <a:pt x="894" y="43085"/>
                    <a:pt x="1025" y="43645"/>
                    <a:pt x="1013" y="44216"/>
                  </a:cubicBezTo>
                  <a:cubicBezTo>
                    <a:pt x="1013" y="44645"/>
                    <a:pt x="1096" y="45109"/>
                    <a:pt x="1144" y="45550"/>
                  </a:cubicBezTo>
                  <a:cubicBezTo>
                    <a:pt x="1275" y="46812"/>
                    <a:pt x="1191" y="48074"/>
                    <a:pt x="1275" y="49622"/>
                  </a:cubicBezTo>
                  <a:cubicBezTo>
                    <a:pt x="1346" y="50003"/>
                    <a:pt x="1489" y="50669"/>
                    <a:pt x="1620" y="51336"/>
                  </a:cubicBezTo>
                  <a:cubicBezTo>
                    <a:pt x="1679" y="51646"/>
                    <a:pt x="1667" y="51979"/>
                    <a:pt x="1787" y="52265"/>
                  </a:cubicBezTo>
                  <a:cubicBezTo>
                    <a:pt x="2013" y="52860"/>
                    <a:pt x="2275" y="53455"/>
                    <a:pt x="2715" y="53955"/>
                  </a:cubicBezTo>
                  <a:cubicBezTo>
                    <a:pt x="3263" y="54575"/>
                    <a:pt x="3953" y="54908"/>
                    <a:pt x="4739" y="55134"/>
                  </a:cubicBezTo>
                  <a:cubicBezTo>
                    <a:pt x="5061" y="55229"/>
                    <a:pt x="5382" y="55325"/>
                    <a:pt x="5727" y="55372"/>
                  </a:cubicBezTo>
                  <a:cubicBezTo>
                    <a:pt x="6047" y="55419"/>
                    <a:pt x="6359" y="55578"/>
                    <a:pt x="6694" y="55578"/>
                  </a:cubicBezTo>
                  <a:cubicBezTo>
                    <a:pt x="6783" y="55578"/>
                    <a:pt x="6873" y="55567"/>
                    <a:pt x="6966" y="55539"/>
                  </a:cubicBezTo>
                  <a:cubicBezTo>
                    <a:pt x="6982" y="55534"/>
                    <a:pt x="6998" y="55533"/>
                    <a:pt x="7016" y="55533"/>
                  </a:cubicBezTo>
                  <a:cubicBezTo>
                    <a:pt x="7089" y="55533"/>
                    <a:pt x="7172" y="55567"/>
                    <a:pt x="7240" y="55587"/>
                  </a:cubicBezTo>
                  <a:cubicBezTo>
                    <a:pt x="7561" y="55670"/>
                    <a:pt x="7883" y="55706"/>
                    <a:pt x="8204" y="55777"/>
                  </a:cubicBezTo>
                  <a:cubicBezTo>
                    <a:pt x="8859" y="55908"/>
                    <a:pt x="9526" y="56087"/>
                    <a:pt x="10204" y="56111"/>
                  </a:cubicBezTo>
                  <a:cubicBezTo>
                    <a:pt x="10603" y="56121"/>
                    <a:pt x="11001" y="56254"/>
                    <a:pt x="11384" y="56254"/>
                  </a:cubicBezTo>
                  <a:cubicBezTo>
                    <a:pt x="11448" y="56254"/>
                    <a:pt x="11511" y="56250"/>
                    <a:pt x="11573" y="56241"/>
                  </a:cubicBezTo>
                  <a:cubicBezTo>
                    <a:pt x="11672" y="56225"/>
                    <a:pt x="12561" y="56219"/>
                    <a:pt x="13803" y="56219"/>
                  </a:cubicBezTo>
                  <a:cubicBezTo>
                    <a:pt x="17070" y="56219"/>
                    <a:pt x="22779" y="56263"/>
                    <a:pt x="23003" y="56289"/>
                  </a:cubicBezTo>
                  <a:cubicBezTo>
                    <a:pt x="23539" y="56337"/>
                    <a:pt x="24099" y="56337"/>
                    <a:pt x="24635" y="56408"/>
                  </a:cubicBezTo>
                  <a:cubicBezTo>
                    <a:pt x="24850" y="56437"/>
                    <a:pt x="25082" y="56466"/>
                    <a:pt x="25318" y="56466"/>
                  </a:cubicBezTo>
                  <a:cubicBezTo>
                    <a:pt x="25566" y="56466"/>
                    <a:pt x="25819" y="56434"/>
                    <a:pt x="26063" y="56337"/>
                  </a:cubicBezTo>
                  <a:cubicBezTo>
                    <a:pt x="26159" y="56301"/>
                    <a:pt x="26275" y="56283"/>
                    <a:pt x="26392" y="56283"/>
                  </a:cubicBezTo>
                  <a:cubicBezTo>
                    <a:pt x="26510" y="56283"/>
                    <a:pt x="26629" y="56301"/>
                    <a:pt x="26730" y="56337"/>
                  </a:cubicBezTo>
                  <a:cubicBezTo>
                    <a:pt x="26816" y="56371"/>
                    <a:pt x="26904" y="56382"/>
                    <a:pt x="26991" y="56382"/>
                  </a:cubicBezTo>
                  <a:cubicBezTo>
                    <a:pt x="27167" y="56382"/>
                    <a:pt x="27342" y="56336"/>
                    <a:pt x="27503" y="56336"/>
                  </a:cubicBezTo>
                  <a:cubicBezTo>
                    <a:pt x="27515" y="56336"/>
                    <a:pt x="27528" y="56336"/>
                    <a:pt x="27540" y="56337"/>
                  </a:cubicBezTo>
                  <a:cubicBezTo>
                    <a:pt x="28082" y="56337"/>
                    <a:pt x="28625" y="56256"/>
                    <a:pt x="29167" y="56256"/>
                  </a:cubicBezTo>
                  <a:cubicBezTo>
                    <a:pt x="29315" y="56256"/>
                    <a:pt x="29463" y="56262"/>
                    <a:pt x="29611" y="56277"/>
                  </a:cubicBezTo>
                  <a:cubicBezTo>
                    <a:pt x="29627" y="56280"/>
                    <a:pt x="29642" y="56281"/>
                    <a:pt x="29657" y="56281"/>
                  </a:cubicBezTo>
                  <a:cubicBezTo>
                    <a:pt x="29810" y="56281"/>
                    <a:pt x="29934" y="56161"/>
                    <a:pt x="30086" y="56161"/>
                  </a:cubicBezTo>
                  <a:cubicBezTo>
                    <a:pt x="30134" y="56161"/>
                    <a:pt x="30186" y="56174"/>
                    <a:pt x="30242" y="56206"/>
                  </a:cubicBezTo>
                  <a:cubicBezTo>
                    <a:pt x="30383" y="56291"/>
                    <a:pt x="30549" y="56320"/>
                    <a:pt x="30715" y="56320"/>
                  </a:cubicBezTo>
                  <a:cubicBezTo>
                    <a:pt x="30873" y="56320"/>
                    <a:pt x="31032" y="56294"/>
                    <a:pt x="31171" y="56265"/>
                  </a:cubicBezTo>
                  <a:cubicBezTo>
                    <a:pt x="31279" y="56244"/>
                    <a:pt x="31386" y="56237"/>
                    <a:pt x="31492" y="56237"/>
                  </a:cubicBezTo>
                  <a:cubicBezTo>
                    <a:pt x="31785" y="56237"/>
                    <a:pt x="32075" y="56295"/>
                    <a:pt x="32369" y="56295"/>
                  </a:cubicBezTo>
                  <a:cubicBezTo>
                    <a:pt x="32453" y="56295"/>
                    <a:pt x="32538" y="56290"/>
                    <a:pt x="32624" y="56277"/>
                  </a:cubicBezTo>
                  <a:cubicBezTo>
                    <a:pt x="32813" y="56254"/>
                    <a:pt x="33039" y="56167"/>
                    <a:pt x="33264" y="56167"/>
                  </a:cubicBezTo>
                  <a:cubicBezTo>
                    <a:pt x="33378" y="56167"/>
                    <a:pt x="33492" y="56189"/>
                    <a:pt x="33600" y="56253"/>
                  </a:cubicBezTo>
                  <a:cubicBezTo>
                    <a:pt x="33633" y="56171"/>
                    <a:pt x="33677" y="56147"/>
                    <a:pt x="33728" y="56147"/>
                  </a:cubicBezTo>
                  <a:cubicBezTo>
                    <a:pt x="33799" y="56147"/>
                    <a:pt x="33881" y="56193"/>
                    <a:pt x="33963" y="56193"/>
                  </a:cubicBezTo>
                  <a:cubicBezTo>
                    <a:pt x="33993" y="56193"/>
                    <a:pt x="34023" y="56187"/>
                    <a:pt x="34052" y="56170"/>
                  </a:cubicBezTo>
                  <a:cubicBezTo>
                    <a:pt x="34386" y="55968"/>
                    <a:pt x="34826" y="56087"/>
                    <a:pt x="35219" y="56015"/>
                  </a:cubicBezTo>
                  <a:cubicBezTo>
                    <a:pt x="35612" y="55956"/>
                    <a:pt x="36053" y="55884"/>
                    <a:pt x="36481" y="55884"/>
                  </a:cubicBezTo>
                  <a:cubicBezTo>
                    <a:pt x="36578" y="55884"/>
                    <a:pt x="43158" y="55839"/>
                    <a:pt x="46677" y="55839"/>
                  </a:cubicBezTo>
                  <a:cubicBezTo>
                    <a:pt x="47933" y="55839"/>
                    <a:pt x="48799" y="55845"/>
                    <a:pt x="48840" y="55860"/>
                  </a:cubicBezTo>
                  <a:cubicBezTo>
                    <a:pt x="48888" y="55881"/>
                    <a:pt x="48933" y="55894"/>
                    <a:pt x="48978" y="55894"/>
                  </a:cubicBezTo>
                  <a:cubicBezTo>
                    <a:pt x="49010" y="55894"/>
                    <a:pt x="49043" y="55887"/>
                    <a:pt x="49078" y="55872"/>
                  </a:cubicBezTo>
                  <a:cubicBezTo>
                    <a:pt x="49316" y="55765"/>
                    <a:pt x="49650" y="55789"/>
                    <a:pt x="49840" y="55682"/>
                  </a:cubicBezTo>
                  <a:cubicBezTo>
                    <a:pt x="49875" y="55660"/>
                    <a:pt x="49904" y="55651"/>
                    <a:pt x="49929" y="55651"/>
                  </a:cubicBezTo>
                  <a:cubicBezTo>
                    <a:pt x="50022" y="55651"/>
                    <a:pt x="50062" y="55771"/>
                    <a:pt x="50132" y="55771"/>
                  </a:cubicBezTo>
                  <a:cubicBezTo>
                    <a:pt x="50154" y="55771"/>
                    <a:pt x="50179" y="55760"/>
                    <a:pt x="50209" y="55730"/>
                  </a:cubicBezTo>
                  <a:cubicBezTo>
                    <a:pt x="50368" y="55571"/>
                    <a:pt x="50564" y="55528"/>
                    <a:pt x="50768" y="55528"/>
                  </a:cubicBezTo>
                  <a:cubicBezTo>
                    <a:pt x="50871" y="55528"/>
                    <a:pt x="50975" y="55539"/>
                    <a:pt x="51078" y="55551"/>
                  </a:cubicBezTo>
                  <a:cubicBezTo>
                    <a:pt x="51092" y="55552"/>
                    <a:pt x="51106" y="55553"/>
                    <a:pt x="51119" y="55553"/>
                  </a:cubicBezTo>
                  <a:cubicBezTo>
                    <a:pt x="51243" y="55553"/>
                    <a:pt x="51385" y="55507"/>
                    <a:pt x="51459" y="55432"/>
                  </a:cubicBezTo>
                  <a:cubicBezTo>
                    <a:pt x="51733" y="55134"/>
                    <a:pt x="52126" y="55241"/>
                    <a:pt x="52448" y="55194"/>
                  </a:cubicBezTo>
                  <a:cubicBezTo>
                    <a:pt x="52757" y="55146"/>
                    <a:pt x="53126" y="55134"/>
                    <a:pt x="53317" y="54956"/>
                  </a:cubicBezTo>
                  <a:cubicBezTo>
                    <a:pt x="53531" y="54753"/>
                    <a:pt x="53805" y="54706"/>
                    <a:pt x="53972" y="54694"/>
                  </a:cubicBezTo>
                  <a:cubicBezTo>
                    <a:pt x="54543" y="54646"/>
                    <a:pt x="54841" y="54182"/>
                    <a:pt x="55281" y="53955"/>
                  </a:cubicBezTo>
                  <a:cubicBezTo>
                    <a:pt x="55555" y="53825"/>
                    <a:pt x="55781" y="53515"/>
                    <a:pt x="55912" y="53170"/>
                  </a:cubicBezTo>
                  <a:cubicBezTo>
                    <a:pt x="55960" y="53027"/>
                    <a:pt x="56186" y="53063"/>
                    <a:pt x="56258" y="52836"/>
                  </a:cubicBezTo>
                  <a:cubicBezTo>
                    <a:pt x="56424" y="52360"/>
                    <a:pt x="56734" y="51943"/>
                    <a:pt x="56936" y="51491"/>
                  </a:cubicBezTo>
                  <a:cubicBezTo>
                    <a:pt x="57103" y="51122"/>
                    <a:pt x="57270" y="50717"/>
                    <a:pt x="57282" y="50336"/>
                  </a:cubicBezTo>
                  <a:cubicBezTo>
                    <a:pt x="57293" y="49955"/>
                    <a:pt x="57353" y="49586"/>
                    <a:pt x="57401" y="49229"/>
                  </a:cubicBezTo>
                  <a:cubicBezTo>
                    <a:pt x="57484" y="48526"/>
                    <a:pt x="57532" y="47836"/>
                    <a:pt x="57603" y="47133"/>
                  </a:cubicBezTo>
                  <a:cubicBezTo>
                    <a:pt x="57663" y="46681"/>
                    <a:pt x="57663" y="46228"/>
                    <a:pt x="57686" y="45764"/>
                  </a:cubicBezTo>
                  <a:cubicBezTo>
                    <a:pt x="57710" y="45181"/>
                    <a:pt x="57722" y="44609"/>
                    <a:pt x="57722" y="44026"/>
                  </a:cubicBezTo>
                  <a:cubicBezTo>
                    <a:pt x="57710" y="42514"/>
                    <a:pt x="57448" y="41025"/>
                    <a:pt x="57389" y="39513"/>
                  </a:cubicBezTo>
                  <a:cubicBezTo>
                    <a:pt x="57353" y="38644"/>
                    <a:pt x="57282" y="37763"/>
                    <a:pt x="57293" y="36894"/>
                  </a:cubicBezTo>
                  <a:cubicBezTo>
                    <a:pt x="57305" y="35894"/>
                    <a:pt x="57151" y="34917"/>
                    <a:pt x="57127" y="33929"/>
                  </a:cubicBezTo>
                  <a:cubicBezTo>
                    <a:pt x="57115" y="33489"/>
                    <a:pt x="57032" y="33024"/>
                    <a:pt x="57067" y="32608"/>
                  </a:cubicBezTo>
                  <a:cubicBezTo>
                    <a:pt x="57103" y="32131"/>
                    <a:pt x="57055" y="31679"/>
                    <a:pt x="57043" y="31215"/>
                  </a:cubicBezTo>
                  <a:cubicBezTo>
                    <a:pt x="57032" y="30572"/>
                    <a:pt x="57055" y="29917"/>
                    <a:pt x="57103" y="29274"/>
                  </a:cubicBezTo>
                  <a:cubicBezTo>
                    <a:pt x="57139" y="28774"/>
                    <a:pt x="57115" y="28262"/>
                    <a:pt x="57174" y="27762"/>
                  </a:cubicBezTo>
                  <a:cubicBezTo>
                    <a:pt x="57234" y="27190"/>
                    <a:pt x="57186" y="26595"/>
                    <a:pt x="57222" y="26023"/>
                  </a:cubicBezTo>
                  <a:cubicBezTo>
                    <a:pt x="57270" y="24976"/>
                    <a:pt x="57305" y="23916"/>
                    <a:pt x="57282" y="22868"/>
                  </a:cubicBezTo>
                  <a:cubicBezTo>
                    <a:pt x="57270" y="21761"/>
                    <a:pt x="57353" y="20642"/>
                    <a:pt x="57317" y="19535"/>
                  </a:cubicBezTo>
                  <a:cubicBezTo>
                    <a:pt x="57305" y="19177"/>
                    <a:pt x="57305" y="18796"/>
                    <a:pt x="57317" y="18439"/>
                  </a:cubicBezTo>
                  <a:cubicBezTo>
                    <a:pt x="57341" y="17963"/>
                    <a:pt x="57293" y="17487"/>
                    <a:pt x="57293" y="17010"/>
                  </a:cubicBezTo>
                  <a:cubicBezTo>
                    <a:pt x="57293" y="16439"/>
                    <a:pt x="57389" y="15879"/>
                    <a:pt x="57305" y="15296"/>
                  </a:cubicBezTo>
                  <a:cubicBezTo>
                    <a:pt x="57198" y="14570"/>
                    <a:pt x="57234" y="13820"/>
                    <a:pt x="57174" y="13081"/>
                  </a:cubicBezTo>
                  <a:cubicBezTo>
                    <a:pt x="57127" y="12534"/>
                    <a:pt x="57210" y="11986"/>
                    <a:pt x="57127" y="11438"/>
                  </a:cubicBezTo>
                  <a:cubicBezTo>
                    <a:pt x="57032" y="10784"/>
                    <a:pt x="56960" y="10117"/>
                    <a:pt x="56984" y="9462"/>
                  </a:cubicBezTo>
                  <a:cubicBezTo>
                    <a:pt x="56996" y="9069"/>
                    <a:pt x="57008" y="8664"/>
                    <a:pt x="56996" y="8283"/>
                  </a:cubicBezTo>
                  <a:cubicBezTo>
                    <a:pt x="56948" y="7212"/>
                    <a:pt x="56829" y="6152"/>
                    <a:pt x="56686" y="5092"/>
                  </a:cubicBezTo>
                  <a:cubicBezTo>
                    <a:pt x="56579" y="4307"/>
                    <a:pt x="56412" y="3533"/>
                    <a:pt x="56067" y="2818"/>
                  </a:cubicBezTo>
                  <a:cubicBezTo>
                    <a:pt x="55793" y="2282"/>
                    <a:pt x="55365" y="1866"/>
                    <a:pt x="54936" y="1461"/>
                  </a:cubicBezTo>
                  <a:cubicBezTo>
                    <a:pt x="54858" y="1383"/>
                    <a:pt x="54709" y="1172"/>
                    <a:pt x="54544" y="1172"/>
                  </a:cubicBezTo>
                  <a:cubicBezTo>
                    <a:pt x="54532" y="1172"/>
                    <a:pt x="54520" y="1173"/>
                    <a:pt x="54507" y="1175"/>
                  </a:cubicBezTo>
                  <a:cubicBezTo>
                    <a:pt x="54462" y="1186"/>
                    <a:pt x="54420" y="1191"/>
                    <a:pt x="54379" y="1191"/>
                  </a:cubicBezTo>
                  <a:cubicBezTo>
                    <a:pt x="54105" y="1191"/>
                    <a:pt x="53907" y="977"/>
                    <a:pt x="53638" y="925"/>
                  </a:cubicBezTo>
                  <a:cubicBezTo>
                    <a:pt x="53150" y="842"/>
                    <a:pt x="52650" y="675"/>
                    <a:pt x="52150" y="580"/>
                  </a:cubicBezTo>
                  <a:cubicBezTo>
                    <a:pt x="51388" y="437"/>
                    <a:pt x="50614" y="449"/>
                    <a:pt x="49840" y="401"/>
                  </a:cubicBezTo>
                  <a:cubicBezTo>
                    <a:pt x="48709" y="330"/>
                    <a:pt x="35672" y="354"/>
                    <a:pt x="34541" y="270"/>
                  </a:cubicBezTo>
                  <a:cubicBezTo>
                    <a:pt x="33875" y="225"/>
                    <a:pt x="33198" y="127"/>
                    <a:pt x="32521" y="127"/>
                  </a:cubicBezTo>
                  <a:cubicBezTo>
                    <a:pt x="32484" y="127"/>
                    <a:pt x="32447" y="127"/>
                    <a:pt x="32409" y="127"/>
                  </a:cubicBezTo>
                  <a:cubicBezTo>
                    <a:pt x="31969" y="127"/>
                    <a:pt x="31540" y="80"/>
                    <a:pt x="31112" y="32"/>
                  </a:cubicBezTo>
                  <a:cubicBezTo>
                    <a:pt x="30950" y="9"/>
                    <a:pt x="30781" y="0"/>
                    <a:pt x="30610" y="0"/>
                  </a:cubicBezTo>
                  <a:close/>
                </a:path>
              </a:pathLst>
            </a:custGeom>
            <a:solidFill>
              <a:srgbClr val="000000"/>
            </a:solidFill>
            <a:ln>
              <a:noFill/>
            </a:ln>
          </p:spPr>
          <p:txBody>
            <a:bodyPr spcFirstLastPara="1" wrap="square" lIns="182875" tIns="274300" rIns="182875" bIns="91425" anchor="ctr" anchorCtr="0">
              <a:noAutofit/>
            </a:bodyPr>
            <a:lstStyle/>
            <a:p>
              <a:pPr marL="0" lvl="0" indent="0" algn="ctr" rtl="0">
                <a:spcBef>
                  <a:spcPts val="0"/>
                </a:spcBef>
                <a:spcAft>
                  <a:spcPts val="0"/>
                </a:spcAft>
                <a:buClr>
                  <a:schemeClr val="dk1"/>
                </a:buClr>
                <a:buSzPts val="1100"/>
                <a:buFont typeface="Arial"/>
                <a:buNone/>
              </a:pPr>
              <a:r>
                <a:rPr lang="en-US" sz="1600" dirty="0">
                  <a:solidFill>
                    <a:schemeClr val="tx1">
                      <a:lumMod val="95000"/>
                      <a:lumOff val="5000"/>
                    </a:schemeClr>
                  </a:solidFill>
                  <a:latin typeface="Montserrat" panose="00000500000000000000" pitchFamily="2" charset="0"/>
                  <a:ea typeface="Roboto"/>
                  <a:cs typeface="Mongolian Baiti" panose="03000500000000000000" pitchFamily="66" charset="0"/>
                  <a:sym typeface="Roboto"/>
                </a:rPr>
                <a:t>Conceptual Learning: </a:t>
              </a:r>
            </a:p>
            <a:p>
              <a:pPr marL="0" lvl="0" indent="0" algn="ctr" rtl="0">
                <a:spcBef>
                  <a:spcPts val="0"/>
                </a:spcBef>
                <a:spcAft>
                  <a:spcPts val="0"/>
                </a:spcAft>
                <a:buClr>
                  <a:schemeClr val="dk1"/>
                </a:buClr>
                <a:buSzPts val="1100"/>
                <a:buFont typeface="Arial"/>
                <a:buNone/>
              </a:pPr>
              <a:r>
                <a:rPr lang="en-US" sz="1600" dirty="0">
                  <a:solidFill>
                    <a:schemeClr val="tx1">
                      <a:lumMod val="95000"/>
                      <a:lumOff val="5000"/>
                    </a:schemeClr>
                  </a:solidFill>
                  <a:latin typeface="Montserrat" panose="00000500000000000000" pitchFamily="2" charset="0"/>
                  <a:ea typeface="Roboto"/>
                  <a:cs typeface="Mongolian Baiti" panose="03000500000000000000" pitchFamily="66" charset="0"/>
                  <a:sym typeface="Roboto"/>
                </a:rPr>
                <a:t> Collect information.</a:t>
              </a:r>
            </a:p>
            <a:p>
              <a:pPr marL="0" lvl="0" indent="0" algn="ctr" rtl="0">
                <a:spcBef>
                  <a:spcPts val="0"/>
                </a:spcBef>
                <a:spcAft>
                  <a:spcPts val="0"/>
                </a:spcAft>
                <a:buClr>
                  <a:schemeClr val="dk1"/>
                </a:buClr>
                <a:buSzPts val="1100"/>
                <a:buFont typeface="Arial"/>
                <a:buNone/>
              </a:pPr>
              <a:r>
                <a:rPr lang="en-US" sz="1600" dirty="0">
                  <a:solidFill>
                    <a:schemeClr val="tx1">
                      <a:lumMod val="95000"/>
                      <a:lumOff val="5000"/>
                    </a:schemeClr>
                  </a:solidFill>
                  <a:latin typeface="Montserrat" panose="00000500000000000000" pitchFamily="2" charset="0"/>
                  <a:cs typeface="Mongolian Baiti" panose="03000500000000000000" pitchFamily="66" charset="0"/>
                </a:rPr>
                <a:t>Experiential learning:</a:t>
              </a:r>
            </a:p>
            <a:p>
              <a:pPr marL="0" lvl="0" indent="0" algn="ctr" rtl="0">
                <a:spcBef>
                  <a:spcPts val="0"/>
                </a:spcBef>
                <a:spcAft>
                  <a:spcPts val="0"/>
                </a:spcAft>
                <a:buClr>
                  <a:schemeClr val="dk1"/>
                </a:buClr>
                <a:buSzPts val="1100"/>
                <a:buFont typeface="Arial"/>
                <a:buNone/>
              </a:pPr>
              <a:r>
                <a:rPr lang="en-US" sz="1600" dirty="0">
                  <a:solidFill>
                    <a:schemeClr val="tx1">
                      <a:lumMod val="95000"/>
                      <a:lumOff val="5000"/>
                    </a:schemeClr>
                  </a:solidFill>
                  <a:latin typeface="Montserrat" panose="00000500000000000000" pitchFamily="2" charset="0"/>
                  <a:cs typeface="Mongolian Baiti" panose="03000500000000000000" pitchFamily="66" charset="0"/>
                </a:rPr>
                <a:t>Patient visit cycle.</a:t>
              </a:r>
            </a:p>
          </p:txBody>
        </p:sp>
      </p:grpSp>
      <p:sp>
        <p:nvSpPr>
          <p:cNvPr id="23" name="Google Shape;352;p21">
            <a:extLst>
              <a:ext uri="{FF2B5EF4-FFF2-40B4-BE49-F238E27FC236}">
                <a16:creationId xmlns:a16="http://schemas.microsoft.com/office/drawing/2014/main" id="{A2A1B6C9-7B78-869C-ECE7-EB5E6D6EC2F7}"/>
              </a:ext>
            </a:extLst>
          </p:cNvPr>
          <p:cNvSpPr/>
          <p:nvPr/>
        </p:nvSpPr>
        <p:spPr>
          <a:xfrm>
            <a:off x="5716148" y="1878462"/>
            <a:ext cx="2745525" cy="414940"/>
          </a:xfrm>
          <a:custGeom>
            <a:avLst/>
            <a:gdLst/>
            <a:ahLst/>
            <a:cxnLst/>
            <a:rect l="l" t="t" r="r" b="b"/>
            <a:pathLst>
              <a:path w="55738" h="12021" extrusionOk="0">
                <a:moveTo>
                  <a:pt x="32616" y="0"/>
                </a:moveTo>
                <a:cubicBezTo>
                  <a:pt x="32585" y="136"/>
                  <a:pt x="32526" y="271"/>
                  <a:pt x="32408" y="271"/>
                </a:cubicBezTo>
                <a:cubicBezTo>
                  <a:pt x="32392" y="271"/>
                  <a:pt x="32373" y="268"/>
                  <a:pt x="32354" y="262"/>
                </a:cubicBezTo>
                <a:cubicBezTo>
                  <a:pt x="32175" y="203"/>
                  <a:pt x="31997" y="197"/>
                  <a:pt x="31817" y="197"/>
                </a:cubicBezTo>
                <a:cubicBezTo>
                  <a:pt x="31772" y="197"/>
                  <a:pt x="31727" y="197"/>
                  <a:pt x="31681" y="197"/>
                </a:cubicBezTo>
                <a:cubicBezTo>
                  <a:pt x="31546" y="197"/>
                  <a:pt x="31409" y="194"/>
                  <a:pt x="31271" y="167"/>
                </a:cubicBezTo>
                <a:cubicBezTo>
                  <a:pt x="31185" y="146"/>
                  <a:pt x="31090" y="103"/>
                  <a:pt x="30985" y="103"/>
                </a:cubicBezTo>
                <a:cubicBezTo>
                  <a:pt x="30915" y="103"/>
                  <a:pt x="30839" y="122"/>
                  <a:pt x="30759" y="179"/>
                </a:cubicBezTo>
                <a:cubicBezTo>
                  <a:pt x="30719" y="208"/>
                  <a:pt x="30646" y="216"/>
                  <a:pt x="30558" y="216"/>
                </a:cubicBezTo>
                <a:cubicBezTo>
                  <a:pt x="30473" y="216"/>
                  <a:pt x="30374" y="209"/>
                  <a:pt x="30280" y="209"/>
                </a:cubicBezTo>
                <a:cubicBezTo>
                  <a:pt x="30235" y="209"/>
                  <a:pt x="30192" y="210"/>
                  <a:pt x="30151" y="215"/>
                </a:cubicBezTo>
                <a:cubicBezTo>
                  <a:pt x="30138" y="216"/>
                  <a:pt x="30125" y="217"/>
                  <a:pt x="30112" y="217"/>
                </a:cubicBezTo>
                <a:cubicBezTo>
                  <a:pt x="29962" y="217"/>
                  <a:pt x="29779" y="125"/>
                  <a:pt x="29650" y="125"/>
                </a:cubicBezTo>
                <a:cubicBezTo>
                  <a:pt x="29619" y="125"/>
                  <a:pt x="29591" y="130"/>
                  <a:pt x="29568" y="143"/>
                </a:cubicBezTo>
                <a:cubicBezTo>
                  <a:pt x="29327" y="282"/>
                  <a:pt x="29077" y="321"/>
                  <a:pt x="28831" y="321"/>
                </a:cubicBezTo>
                <a:cubicBezTo>
                  <a:pt x="28613" y="321"/>
                  <a:pt x="28400" y="291"/>
                  <a:pt x="28199" y="274"/>
                </a:cubicBezTo>
                <a:cubicBezTo>
                  <a:pt x="28065" y="261"/>
                  <a:pt x="27931" y="256"/>
                  <a:pt x="27798" y="256"/>
                </a:cubicBezTo>
                <a:cubicBezTo>
                  <a:pt x="27357" y="256"/>
                  <a:pt x="26918" y="311"/>
                  <a:pt x="26484" y="311"/>
                </a:cubicBezTo>
                <a:cubicBezTo>
                  <a:pt x="26453" y="311"/>
                  <a:pt x="26421" y="311"/>
                  <a:pt x="26389" y="310"/>
                </a:cubicBezTo>
                <a:cubicBezTo>
                  <a:pt x="26030" y="294"/>
                  <a:pt x="24254" y="286"/>
                  <a:pt x="22298" y="286"/>
                </a:cubicBezTo>
                <a:cubicBezTo>
                  <a:pt x="19772" y="286"/>
                  <a:pt x="16946" y="300"/>
                  <a:pt x="16483" y="334"/>
                </a:cubicBezTo>
                <a:cubicBezTo>
                  <a:pt x="16019" y="369"/>
                  <a:pt x="11089" y="369"/>
                  <a:pt x="10637" y="417"/>
                </a:cubicBezTo>
                <a:cubicBezTo>
                  <a:pt x="9958" y="488"/>
                  <a:pt x="9280" y="584"/>
                  <a:pt x="8589" y="631"/>
                </a:cubicBezTo>
                <a:cubicBezTo>
                  <a:pt x="8550" y="633"/>
                  <a:pt x="8510" y="634"/>
                  <a:pt x="8470" y="634"/>
                </a:cubicBezTo>
                <a:cubicBezTo>
                  <a:pt x="8210" y="634"/>
                  <a:pt x="7941" y="596"/>
                  <a:pt x="7687" y="596"/>
                </a:cubicBezTo>
                <a:cubicBezTo>
                  <a:pt x="7532" y="596"/>
                  <a:pt x="7383" y="610"/>
                  <a:pt x="7244" y="655"/>
                </a:cubicBezTo>
                <a:cubicBezTo>
                  <a:pt x="6613" y="858"/>
                  <a:pt x="5946" y="917"/>
                  <a:pt x="5315" y="1072"/>
                </a:cubicBezTo>
                <a:cubicBezTo>
                  <a:pt x="4803" y="1203"/>
                  <a:pt x="4243" y="1215"/>
                  <a:pt x="3719" y="1381"/>
                </a:cubicBezTo>
                <a:cubicBezTo>
                  <a:pt x="3196" y="1536"/>
                  <a:pt x="2696" y="1774"/>
                  <a:pt x="2219" y="2024"/>
                </a:cubicBezTo>
                <a:cubicBezTo>
                  <a:pt x="1457" y="2417"/>
                  <a:pt x="957" y="3096"/>
                  <a:pt x="636" y="3906"/>
                </a:cubicBezTo>
                <a:cubicBezTo>
                  <a:pt x="529" y="4168"/>
                  <a:pt x="588" y="4453"/>
                  <a:pt x="386" y="4727"/>
                </a:cubicBezTo>
                <a:cubicBezTo>
                  <a:pt x="219" y="4953"/>
                  <a:pt x="433" y="5394"/>
                  <a:pt x="124" y="5656"/>
                </a:cubicBezTo>
                <a:cubicBezTo>
                  <a:pt x="100" y="5680"/>
                  <a:pt x="112" y="5763"/>
                  <a:pt x="136" y="5811"/>
                </a:cubicBezTo>
                <a:cubicBezTo>
                  <a:pt x="207" y="6096"/>
                  <a:pt x="243" y="6406"/>
                  <a:pt x="231" y="6704"/>
                </a:cubicBezTo>
                <a:cubicBezTo>
                  <a:pt x="183" y="7489"/>
                  <a:pt x="207" y="8263"/>
                  <a:pt x="100" y="9049"/>
                </a:cubicBezTo>
                <a:cubicBezTo>
                  <a:pt x="5" y="9811"/>
                  <a:pt x="207" y="10585"/>
                  <a:pt x="64" y="11359"/>
                </a:cubicBezTo>
                <a:cubicBezTo>
                  <a:pt x="1" y="11731"/>
                  <a:pt x="214" y="12020"/>
                  <a:pt x="499" y="12020"/>
                </a:cubicBezTo>
                <a:cubicBezTo>
                  <a:pt x="587" y="12020"/>
                  <a:pt x="683" y="11992"/>
                  <a:pt x="779" y="11930"/>
                </a:cubicBezTo>
                <a:cubicBezTo>
                  <a:pt x="1033" y="11763"/>
                  <a:pt x="1298" y="11738"/>
                  <a:pt x="1566" y="11738"/>
                </a:cubicBezTo>
                <a:cubicBezTo>
                  <a:pt x="1678" y="11738"/>
                  <a:pt x="1791" y="11743"/>
                  <a:pt x="1904" y="11743"/>
                </a:cubicBezTo>
                <a:cubicBezTo>
                  <a:pt x="2077" y="11743"/>
                  <a:pt x="2251" y="11732"/>
                  <a:pt x="2422" y="11680"/>
                </a:cubicBezTo>
                <a:cubicBezTo>
                  <a:pt x="2922" y="11526"/>
                  <a:pt x="3565" y="11621"/>
                  <a:pt x="4124" y="11561"/>
                </a:cubicBezTo>
                <a:cubicBezTo>
                  <a:pt x="4874" y="11478"/>
                  <a:pt x="5636" y="11537"/>
                  <a:pt x="6375" y="11347"/>
                </a:cubicBezTo>
                <a:cubicBezTo>
                  <a:pt x="6450" y="11330"/>
                  <a:pt x="6580" y="11313"/>
                  <a:pt x="6683" y="11313"/>
                </a:cubicBezTo>
                <a:cubicBezTo>
                  <a:pt x="6725" y="11313"/>
                  <a:pt x="6763" y="11316"/>
                  <a:pt x="6791" y="11323"/>
                </a:cubicBezTo>
                <a:cubicBezTo>
                  <a:pt x="6925" y="11359"/>
                  <a:pt x="7059" y="11372"/>
                  <a:pt x="7192" y="11372"/>
                </a:cubicBezTo>
                <a:cubicBezTo>
                  <a:pt x="7548" y="11372"/>
                  <a:pt x="7902" y="11279"/>
                  <a:pt x="8259" y="11279"/>
                </a:cubicBezTo>
                <a:cubicBezTo>
                  <a:pt x="8349" y="11279"/>
                  <a:pt x="8439" y="11285"/>
                  <a:pt x="8530" y="11299"/>
                </a:cubicBezTo>
                <a:cubicBezTo>
                  <a:pt x="8598" y="11310"/>
                  <a:pt x="8667" y="11314"/>
                  <a:pt x="8737" y="11314"/>
                </a:cubicBezTo>
                <a:cubicBezTo>
                  <a:pt x="8989" y="11314"/>
                  <a:pt x="9249" y="11261"/>
                  <a:pt x="9500" y="11261"/>
                </a:cubicBezTo>
                <a:cubicBezTo>
                  <a:pt x="9571" y="11261"/>
                  <a:pt x="9640" y="11265"/>
                  <a:pt x="9708" y="11276"/>
                </a:cubicBezTo>
                <a:cubicBezTo>
                  <a:pt x="9970" y="11312"/>
                  <a:pt x="10872" y="11319"/>
                  <a:pt x="11928" y="11319"/>
                </a:cubicBezTo>
                <a:cubicBezTo>
                  <a:pt x="12605" y="11319"/>
                  <a:pt x="13345" y="11316"/>
                  <a:pt x="14021" y="11316"/>
                </a:cubicBezTo>
                <a:cubicBezTo>
                  <a:pt x="15077" y="11316"/>
                  <a:pt x="15976" y="11323"/>
                  <a:pt x="16233" y="11359"/>
                </a:cubicBezTo>
                <a:cubicBezTo>
                  <a:pt x="16396" y="11381"/>
                  <a:pt x="17282" y="11387"/>
                  <a:pt x="18441" y="11387"/>
                </a:cubicBezTo>
                <a:cubicBezTo>
                  <a:pt x="19850" y="11387"/>
                  <a:pt x="21662" y="11378"/>
                  <a:pt x="23069" y="11378"/>
                </a:cubicBezTo>
                <a:cubicBezTo>
                  <a:pt x="24227" y="11378"/>
                  <a:pt x="25111" y="11384"/>
                  <a:pt x="25270" y="11406"/>
                </a:cubicBezTo>
                <a:cubicBezTo>
                  <a:pt x="25969" y="11490"/>
                  <a:pt x="26687" y="11528"/>
                  <a:pt x="27391" y="11528"/>
                </a:cubicBezTo>
                <a:cubicBezTo>
                  <a:pt x="27490" y="11528"/>
                  <a:pt x="27589" y="11527"/>
                  <a:pt x="27687" y="11526"/>
                </a:cubicBezTo>
                <a:cubicBezTo>
                  <a:pt x="27893" y="11521"/>
                  <a:pt x="28098" y="11520"/>
                  <a:pt x="28304" y="11520"/>
                </a:cubicBezTo>
                <a:cubicBezTo>
                  <a:pt x="28814" y="11520"/>
                  <a:pt x="29324" y="11529"/>
                  <a:pt x="29834" y="11529"/>
                </a:cubicBezTo>
                <a:cubicBezTo>
                  <a:pt x="30238" y="11529"/>
                  <a:pt x="30641" y="11523"/>
                  <a:pt x="31044" y="11502"/>
                </a:cubicBezTo>
                <a:cubicBezTo>
                  <a:pt x="31445" y="11472"/>
                  <a:pt x="31849" y="11467"/>
                  <a:pt x="32255" y="11467"/>
                </a:cubicBezTo>
                <a:cubicBezTo>
                  <a:pt x="32462" y="11467"/>
                  <a:pt x="32671" y="11468"/>
                  <a:pt x="32878" y="11468"/>
                </a:cubicBezTo>
                <a:cubicBezTo>
                  <a:pt x="33241" y="11468"/>
                  <a:pt x="33603" y="11464"/>
                  <a:pt x="33961" y="11442"/>
                </a:cubicBezTo>
                <a:cubicBezTo>
                  <a:pt x="34102" y="11435"/>
                  <a:pt x="34719" y="11432"/>
                  <a:pt x="35621" y="11432"/>
                </a:cubicBezTo>
                <a:cubicBezTo>
                  <a:pt x="39231" y="11432"/>
                  <a:pt x="47413" y="11478"/>
                  <a:pt x="47975" y="11478"/>
                </a:cubicBezTo>
                <a:cubicBezTo>
                  <a:pt x="48324" y="11478"/>
                  <a:pt x="48684" y="11483"/>
                  <a:pt x="49037" y="11483"/>
                </a:cubicBezTo>
                <a:cubicBezTo>
                  <a:pt x="49213" y="11483"/>
                  <a:pt x="49388" y="11482"/>
                  <a:pt x="49559" y="11478"/>
                </a:cubicBezTo>
                <a:cubicBezTo>
                  <a:pt x="49606" y="11477"/>
                  <a:pt x="49653" y="11477"/>
                  <a:pt x="49700" y="11477"/>
                </a:cubicBezTo>
                <a:cubicBezTo>
                  <a:pt x="50096" y="11477"/>
                  <a:pt x="50491" y="11506"/>
                  <a:pt x="50883" y="11506"/>
                </a:cubicBezTo>
                <a:cubicBezTo>
                  <a:pt x="51034" y="11506"/>
                  <a:pt x="51183" y="11502"/>
                  <a:pt x="51333" y="11490"/>
                </a:cubicBezTo>
                <a:cubicBezTo>
                  <a:pt x="51486" y="11480"/>
                  <a:pt x="51655" y="11448"/>
                  <a:pt x="51820" y="11448"/>
                </a:cubicBezTo>
                <a:cubicBezTo>
                  <a:pt x="51860" y="11448"/>
                  <a:pt x="51900" y="11449"/>
                  <a:pt x="51940" y="11454"/>
                </a:cubicBezTo>
                <a:cubicBezTo>
                  <a:pt x="52511" y="11490"/>
                  <a:pt x="53071" y="11502"/>
                  <a:pt x="53642" y="11526"/>
                </a:cubicBezTo>
                <a:cubicBezTo>
                  <a:pt x="54095" y="11549"/>
                  <a:pt x="54547" y="11537"/>
                  <a:pt x="55000" y="11621"/>
                </a:cubicBezTo>
                <a:cubicBezTo>
                  <a:pt x="55073" y="11636"/>
                  <a:pt x="55162" y="11650"/>
                  <a:pt x="55250" y="11650"/>
                </a:cubicBezTo>
                <a:cubicBezTo>
                  <a:pt x="55433" y="11650"/>
                  <a:pt x="55607" y="11589"/>
                  <a:pt x="55607" y="11347"/>
                </a:cubicBezTo>
                <a:cubicBezTo>
                  <a:pt x="55607" y="11037"/>
                  <a:pt x="55678" y="10740"/>
                  <a:pt x="55655" y="10430"/>
                </a:cubicBezTo>
                <a:cubicBezTo>
                  <a:pt x="55631" y="9954"/>
                  <a:pt x="55547" y="9454"/>
                  <a:pt x="55631" y="9001"/>
                </a:cubicBezTo>
                <a:cubicBezTo>
                  <a:pt x="55738" y="8406"/>
                  <a:pt x="55643" y="7823"/>
                  <a:pt x="55666" y="7227"/>
                </a:cubicBezTo>
                <a:cubicBezTo>
                  <a:pt x="55702" y="6692"/>
                  <a:pt x="55464" y="6156"/>
                  <a:pt x="55559" y="5608"/>
                </a:cubicBezTo>
                <a:cubicBezTo>
                  <a:pt x="55559" y="5549"/>
                  <a:pt x="55559" y="5489"/>
                  <a:pt x="55464" y="5477"/>
                </a:cubicBezTo>
                <a:cubicBezTo>
                  <a:pt x="55309" y="5453"/>
                  <a:pt x="55345" y="5346"/>
                  <a:pt x="55369" y="5227"/>
                </a:cubicBezTo>
                <a:cubicBezTo>
                  <a:pt x="55393" y="5132"/>
                  <a:pt x="55488" y="5037"/>
                  <a:pt x="55428" y="4930"/>
                </a:cubicBezTo>
                <a:cubicBezTo>
                  <a:pt x="55190" y="4513"/>
                  <a:pt x="55143" y="4013"/>
                  <a:pt x="54797" y="3632"/>
                </a:cubicBezTo>
                <a:cubicBezTo>
                  <a:pt x="54559" y="3382"/>
                  <a:pt x="54321" y="3155"/>
                  <a:pt x="54047" y="2953"/>
                </a:cubicBezTo>
                <a:cubicBezTo>
                  <a:pt x="53690" y="2703"/>
                  <a:pt x="53392" y="2382"/>
                  <a:pt x="53047" y="2120"/>
                </a:cubicBezTo>
                <a:cubicBezTo>
                  <a:pt x="52714" y="1870"/>
                  <a:pt x="52392" y="1584"/>
                  <a:pt x="51940" y="1548"/>
                </a:cubicBezTo>
                <a:cubicBezTo>
                  <a:pt x="51868" y="1536"/>
                  <a:pt x="51904" y="1465"/>
                  <a:pt x="51880" y="1429"/>
                </a:cubicBezTo>
                <a:cubicBezTo>
                  <a:pt x="51838" y="1344"/>
                  <a:pt x="51801" y="1241"/>
                  <a:pt x="51723" y="1241"/>
                </a:cubicBezTo>
                <a:cubicBezTo>
                  <a:pt x="51692" y="1241"/>
                  <a:pt x="51654" y="1257"/>
                  <a:pt x="51606" y="1298"/>
                </a:cubicBezTo>
                <a:cubicBezTo>
                  <a:pt x="51559" y="1342"/>
                  <a:pt x="51520" y="1359"/>
                  <a:pt x="51488" y="1359"/>
                </a:cubicBezTo>
                <a:cubicBezTo>
                  <a:pt x="51415" y="1359"/>
                  <a:pt x="51374" y="1273"/>
                  <a:pt x="51333" y="1215"/>
                </a:cubicBezTo>
                <a:cubicBezTo>
                  <a:pt x="51273" y="1131"/>
                  <a:pt x="51249" y="1012"/>
                  <a:pt x="51106" y="977"/>
                </a:cubicBezTo>
                <a:lnTo>
                  <a:pt x="51106" y="977"/>
                </a:lnTo>
                <a:cubicBezTo>
                  <a:pt x="51130" y="1155"/>
                  <a:pt x="51071" y="1215"/>
                  <a:pt x="50868" y="1215"/>
                </a:cubicBezTo>
                <a:cubicBezTo>
                  <a:pt x="50689" y="1204"/>
                  <a:pt x="50605" y="1034"/>
                  <a:pt x="50486" y="1034"/>
                </a:cubicBezTo>
                <a:cubicBezTo>
                  <a:pt x="50479" y="1034"/>
                  <a:pt x="50471" y="1035"/>
                  <a:pt x="50463" y="1036"/>
                </a:cubicBezTo>
                <a:cubicBezTo>
                  <a:pt x="50403" y="1047"/>
                  <a:pt x="50345" y="1052"/>
                  <a:pt x="50288" y="1052"/>
                </a:cubicBezTo>
                <a:cubicBezTo>
                  <a:pt x="50097" y="1052"/>
                  <a:pt x="49918" y="999"/>
                  <a:pt x="49725" y="953"/>
                </a:cubicBezTo>
                <a:cubicBezTo>
                  <a:pt x="49284" y="851"/>
                  <a:pt x="48864" y="642"/>
                  <a:pt x="48394" y="642"/>
                </a:cubicBezTo>
                <a:cubicBezTo>
                  <a:pt x="48370" y="642"/>
                  <a:pt x="48345" y="642"/>
                  <a:pt x="48320" y="643"/>
                </a:cubicBezTo>
                <a:cubicBezTo>
                  <a:pt x="48307" y="644"/>
                  <a:pt x="48294" y="644"/>
                  <a:pt x="48280" y="644"/>
                </a:cubicBezTo>
                <a:cubicBezTo>
                  <a:pt x="47961" y="644"/>
                  <a:pt x="47653" y="512"/>
                  <a:pt x="47344" y="512"/>
                </a:cubicBezTo>
                <a:cubicBezTo>
                  <a:pt x="46951" y="500"/>
                  <a:pt x="34652" y="441"/>
                  <a:pt x="34259" y="417"/>
                </a:cubicBezTo>
                <a:cubicBezTo>
                  <a:pt x="34033" y="393"/>
                  <a:pt x="33818" y="358"/>
                  <a:pt x="33592" y="322"/>
                </a:cubicBezTo>
                <a:cubicBezTo>
                  <a:pt x="33411" y="303"/>
                  <a:pt x="33183" y="161"/>
                  <a:pt x="33045" y="161"/>
                </a:cubicBezTo>
                <a:cubicBezTo>
                  <a:pt x="33011" y="161"/>
                  <a:pt x="32982" y="170"/>
                  <a:pt x="32961" y="191"/>
                </a:cubicBezTo>
                <a:cubicBezTo>
                  <a:pt x="32864" y="294"/>
                  <a:pt x="32807" y="333"/>
                  <a:pt x="32771" y="333"/>
                </a:cubicBezTo>
                <a:cubicBezTo>
                  <a:pt x="32678" y="333"/>
                  <a:pt x="32727" y="77"/>
                  <a:pt x="32616" y="0"/>
                </a:cubicBezTo>
                <a:close/>
              </a:path>
            </a:pathLst>
          </a:custGeom>
          <a:solidFill>
            <a:srgbClr val="0B4585"/>
          </a:solid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dirty="0">
                <a:solidFill>
                  <a:srgbClr val="FFFFFF"/>
                </a:solidFill>
                <a:latin typeface="Fira Sans Extra Condensed Medium"/>
                <a:ea typeface="Fira Sans Extra Condensed Medium"/>
                <a:cs typeface="Fira Sans Extra Condensed Medium"/>
                <a:sym typeface="Fira Sans Extra Condensed Medium"/>
              </a:rPr>
              <a:t>Personal</a:t>
            </a:r>
            <a:endParaRPr dirty="0">
              <a:solidFill>
                <a:schemeClr val="bg1"/>
              </a:solidFill>
            </a:endParaRPr>
          </a:p>
        </p:txBody>
      </p:sp>
      <p:sp>
        <p:nvSpPr>
          <p:cNvPr id="25" name="Google Shape;379;p21">
            <a:extLst>
              <a:ext uri="{FF2B5EF4-FFF2-40B4-BE49-F238E27FC236}">
                <a16:creationId xmlns:a16="http://schemas.microsoft.com/office/drawing/2014/main" id="{684B69B6-0235-525B-A5D6-1818AC35322C}"/>
              </a:ext>
            </a:extLst>
          </p:cNvPr>
          <p:cNvSpPr/>
          <p:nvPr/>
        </p:nvSpPr>
        <p:spPr>
          <a:xfrm>
            <a:off x="8694997" y="1887119"/>
            <a:ext cx="2881649" cy="298204"/>
          </a:xfrm>
          <a:custGeom>
            <a:avLst/>
            <a:gdLst/>
            <a:ahLst/>
            <a:cxnLst/>
            <a:rect l="l" t="t" r="r" b="b"/>
            <a:pathLst>
              <a:path w="56156" h="12306" extrusionOk="0">
                <a:moveTo>
                  <a:pt x="31685" y="1"/>
                </a:moveTo>
                <a:cubicBezTo>
                  <a:pt x="31661" y="1"/>
                  <a:pt x="31634" y="10"/>
                  <a:pt x="31605" y="22"/>
                </a:cubicBezTo>
                <a:cubicBezTo>
                  <a:pt x="31262" y="152"/>
                  <a:pt x="29925" y="187"/>
                  <a:pt x="28732" y="187"/>
                </a:cubicBezTo>
                <a:cubicBezTo>
                  <a:pt x="27849" y="187"/>
                  <a:pt x="27046" y="168"/>
                  <a:pt x="26783" y="153"/>
                </a:cubicBezTo>
                <a:cubicBezTo>
                  <a:pt x="26649" y="153"/>
                  <a:pt x="26498" y="112"/>
                  <a:pt x="26367" y="112"/>
                </a:cubicBezTo>
                <a:cubicBezTo>
                  <a:pt x="26310" y="112"/>
                  <a:pt x="26257" y="119"/>
                  <a:pt x="26211" y="141"/>
                </a:cubicBezTo>
                <a:cubicBezTo>
                  <a:pt x="26075" y="212"/>
                  <a:pt x="25946" y="235"/>
                  <a:pt x="25819" y="235"/>
                </a:cubicBezTo>
                <a:cubicBezTo>
                  <a:pt x="25668" y="235"/>
                  <a:pt x="25521" y="202"/>
                  <a:pt x="25366" y="176"/>
                </a:cubicBezTo>
                <a:cubicBezTo>
                  <a:pt x="25272" y="159"/>
                  <a:pt x="25153" y="117"/>
                  <a:pt x="25067" y="117"/>
                </a:cubicBezTo>
                <a:cubicBezTo>
                  <a:pt x="25033" y="117"/>
                  <a:pt x="25005" y="124"/>
                  <a:pt x="24985" y="141"/>
                </a:cubicBezTo>
                <a:cubicBezTo>
                  <a:pt x="24857" y="247"/>
                  <a:pt x="24723" y="277"/>
                  <a:pt x="24587" y="277"/>
                </a:cubicBezTo>
                <a:cubicBezTo>
                  <a:pt x="24405" y="277"/>
                  <a:pt x="24218" y="223"/>
                  <a:pt x="24034" y="223"/>
                </a:cubicBezTo>
                <a:cubicBezTo>
                  <a:pt x="23969" y="223"/>
                  <a:pt x="23905" y="230"/>
                  <a:pt x="23842" y="248"/>
                </a:cubicBezTo>
                <a:cubicBezTo>
                  <a:pt x="23774" y="268"/>
                  <a:pt x="22535" y="273"/>
                  <a:pt x="20907" y="273"/>
                </a:cubicBezTo>
                <a:cubicBezTo>
                  <a:pt x="19047" y="273"/>
                  <a:pt x="16680" y="266"/>
                  <a:pt x="14976" y="266"/>
                </a:cubicBezTo>
                <a:cubicBezTo>
                  <a:pt x="13699" y="266"/>
                  <a:pt x="12794" y="270"/>
                  <a:pt x="12757" y="283"/>
                </a:cubicBezTo>
                <a:cubicBezTo>
                  <a:pt x="12305" y="474"/>
                  <a:pt x="11840" y="295"/>
                  <a:pt x="11388" y="510"/>
                </a:cubicBezTo>
                <a:cubicBezTo>
                  <a:pt x="11242" y="577"/>
                  <a:pt x="11087" y="594"/>
                  <a:pt x="10926" y="594"/>
                </a:cubicBezTo>
                <a:cubicBezTo>
                  <a:pt x="10763" y="594"/>
                  <a:pt x="10594" y="576"/>
                  <a:pt x="10427" y="576"/>
                </a:cubicBezTo>
                <a:cubicBezTo>
                  <a:pt x="10234" y="576"/>
                  <a:pt x="10043" y="599"/>
                  <a:pt x="9864" y="700"/>
                </a:cubicBezTo>
                <a:cubicBezTo>
                  <a:pt x="9755" y="759"/>
                  <a:pt x="9636" y="770"/>
                  <a:pt x="9514" y="770"/>
                </a:cubicBezTo>
                <a:cubicBezTo>
                  <a:pt x="9437" y="770"/>
                  <a:pt x="9359" y="765"/>
                  <a:pt x="9281" y="765"/>
                </a:cubicBezTo>
                <a:cubicBezTo>
                  <a:pt x="9107" y="765"/>
                  <a:pt x="8937" y="788"/>
                  <a:pt x="8792" y="938"/>
                </a:cubicBezTo>
                <a:cubicBezTo>
                  <a:pt x="8788" y="946"/>
                  <a:pt x="8780" y="949"/>
                  <a:pt x="8770" y="949"/>
                </a:cubicBezTo>
                <a:cubicBezTo>
                  <a:pt x="8746" y="949"/>
                  <a:pt x="8710" y="935"/>
                  <a:pt x="8685" y="926"/>
                </a:cubicBezTo>
                <a:cubicBezTo>
                  <a:pt x="8647" y="920"/>
                  <a:pt x="8608" y="917"/>
                  <a:pt x="8570" y="917"/>
                </a:cubicBezTo>
                <a:cubicBezTo>
                  <a:pt x="8321" y="917"/>
                  <a:pt x="8069" y="1039"/>
                  <a:pt x="7819" y="1039"/>
                </a:cubicBezTo>
                <a:cubicBezTo>
                  <a:pt x="7698" y="1039"/>
                  <a:pt x="7578" y="1011"/>
                  <a:pt x="7459" y="926"/>
                </a:cubicBezTo>
                <a:cubicBezTo>
                  <a:pt x="7457" y="925"/>
                  <a:pt x="7456" y="925"/>
                  <a:pt x="7453" y="925"/>
                </a:cubicBezTo>
                <a:cubicBezTo>
                  <a:pt x="7435" y="925"/>
                  <a:pt x="7386" y="966"/>
                  <a:pt x="7375" y="998"/>
                </a:cubicBezTo>
                <a:cubicBezTo>
                  <a:pt x="7314" y="1120"/>
                  <a:pt x="7244" y="1129"/>
                  <a:pt x="7128" y="1129"/>
                </a:cubicBezTo>
                <a:cubicBezTo>
                  <a:pt x="7109" y="1129"/>
                  <a:pt x="7088" y="1129"/>
                  <a:pt x="7066" y="1129"/>
                </a:cubicBezTo>
                <a:cubicBezTo>
                  <a:pt x="7040" y="1128"/>
                  <a:pt x="7015" y="1128"/>
                  <a:pt x="6990" y="1128"/>
                </a:cubicBezTo>
                <a:cubicBezTo>
                  <a:pt x="6305" y="1128"/>
                  <a:pt x="5671" y="1429"/>
                  <a:pt x="4982" y="1486"/>
                </a:cubicBezTo>
                <a:cubicBezTo>
                  <a:pt x="4482" y="1534"/>
                  <a:pt x="3958" y="1665"/>
                  <a:pt x="3506" y="1950"/>
                </a:cubicBezTo>
                <a:cubicBezTo>
                  <a:pt x="3208" y="2141"/>
                  <a:pt x="2839" y="2188"/>
                  <a:pt x="2565" y="2427"/>
                </a:cubicBezTo>
                <a:cubicBezTo>
                  <a:pt x="2160" y="2796"/>
                  <a:pt x="1756" y="3153"/>
                  <a:pt x="1351" y="3510"/>
                </a:cubicBezTo>
                <a:cubicBezTo>
                  <a:pt x="970" y="3832"/>
                  <a:pt x="565" y="4177"/>
                  <a:pt x="482" y="4689"/>
                </a:cubicBezTo>
                <a:cubicBezTo>
                  <a:pt x="386" y="5236"/>
                  <a:pt x="398" y="5784"/>
                  <a:pt x="232" y="6344"/>
                </a:cubicBezTo>
                <a:cubicBezTo>
                  <a:pt x="17" y="7058"/>
                  <a:pt x="113" y="7832"/>
                  <a:pt x="77" y="8582"/>
                </a:cubicBezTo>
                <a:cubicBezTo>
                  <a:pt x="41" y="9701"/>
                  <a:pt x="136" y="10820"/>
                  <a:pt x="29" y="11940"/>
                </a:cubicBezTo>
                <a:cubicBezTo>
                  <a:pt x="0" y="12181"/>
                  <a:pt x="97" y="12305"/>
                  <a:pt x="268" y="12305"/>
                </a:cubicBezTo>
                <a:cubicBezTo>
                  <a:pt x="307" y="12305"/>
                  <a:pt x="351" y="12298"/>
                  <a:pt x="398" y="12285"/>
                </a:cubicBezTo>
                <a:cubicBezTo>
                  <a:pt x="810" y="12180"/>
                  <a:pt x="1222" y="12161"/>
                  <a:pt x="1634" y="12161"/>
                </a:cubicBezTo>
                <a:cubicBezTo>
                  <a:pt x="1864" y="12161"/>
                  <a:pt x="2094" y="12167"/>
                  <a:pt x="2324" y="12167"/>
                </a:cubicBezTo>
                <a:cubicBezTo>
                  <a:pt x="2384" y="12167"/>
                  <a:pt x="2445" y="12167"/>
                  <a:pt x="2506" y="12166"/>
                </a:cubicBezTo>
                <a:cubicBezTo>
                  <a:pt x="2732" y="12163"/>
                  <a:pt x="2959" y="12161"/>
                  <a:pt x="3185" y="12161"/>
                </a:cubicBezTo>
                <a:cubicBezTo>
                  <a:pt x="3804" y="12161"/>
                  <a:pt x="4423" y="12172"/>
                  <a:pt x="5042" y="12190"/>
                </a:cubicBezTo>
                <a:cubicBezTo>
                  <a:pt x="5137" y="12192"/>
                  <a:pt x="5232" y="12193"/>
                  <a:pt x="5327" y="12193"/>
                </a:cubicBezTo>
                <a:cubicBezTo>
                  <a:pt x="5728" y="12193"/>
                  <a:pt x="6123" y="12176"/>
                  <a:pt x="6518" y="12166"/>
                </a:cubicBezTo>
                <a:cubicBezTo>
                  <a:pt x="6576" y="12164"/>
                  <a:pt x="6635" y="12164"/>
                  <a:pt x="6694" y="12164"/>
                </a:cubicBezTo>
                <a:cubicBezTo>
                  <a:pt x="6871" y="12164"/>
                  <a:pt x="7051" y="12169"/>
                  <a:pt x="7229" y="12169"/>
                </a:cubicBezTo>
                <a:cubicBezTo>
                  <a:pt x="7468" y="12169"/>
                  <a:pt x="7703" y="12160"/>
                  <a:pt x="7923" y="12118"/>
                </a:cubicBezTo>
                <a:cubicBezTo>
                  <a:pt x="8064" y="12094"/>
                  <a:pt x="8205" y="12086"/>
                  <a:pt x="8344" y="12086"/>
                </a:cubicBezTo>
                <a:cubicBezTo>
                  <a:pt x="8637" y="12086"/>
                  <a:pt x="8926" y="12122"/>
                  <a:pt x="9215" y="12122"/>
                </a:cubicBezTo>
                <a:cubicBezTo>
                  <a:pt x="9264" y="12122"/>
                  <a:pt x="9314" y="12121"/>
                  <a:pt x="9364" y="12118"/>
                </a:cubicBezTo>
                <a:cubicBezTo>
                  <a:pt x="9388" y="12117"/>
                  <a:pt x="9413" y="12117"/>
                  <a:pt x="9438" y="12117"/>
                </a:cubicBezTo>
                <a:cubicBezTo>
                  <a:pt x="9665" y="12117"/>
                  <a:pt x="9907" y="12148"/>
                  <a:pt x="10132" y="12148"/>
                </a:cubicBezTo>
                <a:cubicBezTo>
                  <a:pt x="10242" y="12148"/>
                  <a:pt x="10349" y="12140"/>
                  <a:pt x="10447" y="12118"/>
                </a:cubicBezTo>
                <a:cubicBezTo>
                  <a:pt x="10995" y="12011"/>
                  <a:pt x="11543" y="12059"/>
                  <a:pt x="12078" y="12035"/>
                </a:cubicBezTo>
                <a:cubicBezTo>
                  <a:pt x="12673" y="12014"/>
                  <a:pt x="21563" y="11974"/>
                  <a:pt x="23952" y="11974"/>
                </a:cubicBezTo>
                <a:cubicBezTo>
                  <a:pt x="24242" y="11974"/>
                  <a:pt x="24436" y="11974"/>
                  <a:pt x="24508" y="11975"/>
                </a:cubicBezTo>
                <a:cubicBezTo>
                  <a:pt x="24530" y="11976"/>
                  <a:pt x="24551" y="11976"/>
                  <a:pt x="24573" y="11976"/>
                </a:cubicBezTo>
                <a:cubicBezTo>
                  <a:pt x="24960" y="11976"/>
                  <a:pt x="25376" y="11880"/>
                  <a:pt x="25782" y="11880"/>
                </a:cubicBezTo>
                <a:cubicBezTo>
                  <a:pt x="30447" y="11869"/>
                  <a:pt x="35090" y="11543"/>
                  <a:pt x="34826" y="11543"/>
                </a:cubicBezTo>
                <a:cubicBezTo>
                  <a:pt x="34809" y="11543"/>
                  <a:pt x="34771" y="11544"/>
                  <a:pt x="34712" y="11547"/>
                </a:cubicBezTo>
                <a:cubicBezTo>
                  <a:pt x="35581" y="11499"/>
                  <a:pt x="45380" y="11416"/>
                  <a:pt x="46261" y="11356"/>
                </a:cubicBezTo>
                <a:cubicBezTo>
                  <a:pt x="47071" y="11285"/>
                  <a:pt x="47880" y="11285"/>
                  <a:pt x="48678" y="11201"/>
                </a:cubicBezTo>
                <a:cubicBezTo>
                  <a:pt x="49250" y="11142"/>
                  <a:pt x="49821" y="11154"/>
                  <a:pt x="50393" y="11082"/>
                </a:cubicBezTo>
                <a:cubicBezTo>
                  <a:pt x="50655" y="11051"/>
                  <a:pt x="50932" y="11035"/>
                  <a:pt x="51208" y="11035"/>
                </a:cubicBezTo>
                <a:cubicBezTo>
                  <a:pt x="51346" y="11035"/>
                  <a:pt x="51484" y="11039"/>
                  <a:pt x="51619" y="11047"/>
                </a:cubicBezTo>
                <a:cubicBezTo>
                  <a:pt x="51641" y="11047"/>
                  <a:pt x="51662" y="11048"/>
                  <a:pt x="51685" y="11048"/>
                </a:cubicBezTo>
                <a:cubicBezTo>
                  <a:pt x="51884" y="11048"/>
                  <a:pt x="52099" y="11024"/>
                  <a:pt x="52299" y="11024"/>
                </a:cubicBezTo>
                <a:cubicBezTo>
                  <a:pt x="52479" y="11024"/>
                  <a:pt x="52646" y="11043"/>
                  <a:pt x="52774" y="11118"/>
                </a:cubicBezTo>
                <a:cubicBezTo>
                  <a:pt x="52963" y="11223"/>
                  <a:pt x="53153" y="11247"/>
                  <a:pt x="53340" y="11247"/>
                </a:cubicBezTo>
                <a:cubicBezTo>
                  <a:pt x="53495" y="11247"/>
                  <a:pt x="53649" y="11231"/>
                  <a:pt x="53800" y="11231"/>
                </a:cubicBezTo>
                <a:cubicBezTo>
                  <a:pt x="53880" y="11231"/>
                  <a:pt x="53958" y="11235"/>
                  <a:pt x="54036" y="11249"/>
                </a:cubicBezTo>
                <a:cubicBezTo>
                  <a:pt x="54147" y="11270"/>
                  <a:pt x="54266" y="11279"/>
                  <a:pt x="54390" y="11279"/>
                </a:cubicBezTo>
                <a:cubicBezTo>
                  <a:pt x="54755" y="11279"/>
                  <a:pt x="55162" y="11201"/>
                  <a:pt x="55536" y="11130"/>
                </a:cubicBezTo>
                <a:cubicBezTo>
                  <a:pt x="55631" y="11118"/>
                  <a:pt x="55822" y="11142"/>
                  <a:pt x="55798" y="10963"/>
                </a:cubicBezTo>
                <a:cubicBezTo>
                  <a:pt x="55774" y="10761"/>
                  <a:pt x="55881" y="10559"/>
                  <a:pt x="55846" y="10368"/>
                </a:cubicBezTo>
                <a:cubicBezTo>
                  <a:pt x="55679" y="9737"/>
                  <a:pt x="55929" y="9094"/>
                  <a:pt x="55786" y="8451"/>
                </a:cubicBezTo>
                <a:cubicBezTo>
                  <a:pt x="55703" y="8094"/>
                  <a:pt x="55881" y="7689"/>
                  <a:pt x="55810" y="7356"/>
                </a:cubicBezTo>
                <a:cubicBezTo>
                  <a:pt x="55679" y="6713"/>
                  <a:pt x="56155" y="6106"/>
                  <a:pt x="55917" y="5701"/>
                </a:cubicBezTo>
                <a:cubicBezTo>
                  <a:pt x="55762" y="4855"/>
                  <a:pt x="55846" y="4201"/>
                  <a:pt x="55381" y="3677"/>
                </a:cubicBezTo>
                <a:cubicBezTo>
                  <a:pt x="55334" y="3617"/>
                  <a:pt x="55274" y="3546"/>
                  <a:pt x="55262" y="3474"/>
                </a:cubicBezTo>
                <a:cubicBezTo>
                  <a:pt x="55215" y="3022"/>
                  <a:pt x="54941" y="2712"/>
                  <a:pt x="54667" y="2391"/>
                </a:cubicBezTo>
                <a:cubicBezTo>
                  <a:pt x="54346" y="2010"/>
                  <a:pt x="53893" y="1819"/>
                  <a:pt x="53488" y="1593"/>
                </a:cubicBezTo>
                <a:cubicBezTo>
                  <a:pt x="53344" y="1516"/>
                  <a:pt x="53136" y="1392"/>
                  <a:pt x="52873" y="1392"/>
                </a:cubicBezTo>
                <a:cubicBezTo>
                  <a:pt x="52811" y="1392"/>
                  <a:pt x="52746" y="1399"/>
                  <a:pt x="52679" y="1415"/>
                </a:cubicBezTo>
                <a:cubicBezTo>
                  <a:pt x="52572" y="1439"/>
                  <a:pt x="52448" y="1455"/>
                  <a:pt x="52319" y="1455"/>
                </a:cubicBezTo>
                <a:cubicBezTo>
                  <a:pt x="52073" y="1455"/>
                  <a:pt x="51811" y="1396"/>
                  <a:pt x="51631" y="1224"/>
                </a:cubicBezTo>
                <a:cubicBezTo>
                  <a:pt x="51440" y="1063"/>
                  <a:pt x="51274" y="1004"/>
                  <a:pt x="51076" y="1004"/>
                </a:cubicBezTo>
                <a:cubicBezTo>
                  <a:pt x="51040" y="1004"/>
                  <a:pt x="51003" y="1006"/>
                  <a:pt x="50964" y="1010"/>
                </a:cubicBezTo>
                <a:cubicBezTo>
                  <a:pt x="50954" y="1011"/>
                  <a:pt x="50944" y="1011"/>
                  <a:pt x="50934" y="1011"/>
                </a:cubicBezTo>
                <a:cubicBezTo>
                  <a:pt x="50815" y="1011"/>
                  <a:pt x="50706" y="949"/>
                  <a:pt x="50607" y="938"/>
                </a:cubicBezTo>
                <a:cubicBezTo>
                  <a:pt x="50265" y="900"/>
                  <a:pt x="49946" y="688"/>
                  <a:pt x="49596" y="688"/>
                </a:cubicBezTo>
                <a:cubicBezTo>
                  <a:pt x="49507" y="688"/>
                  <a:pt x="49415" y="702"/>
                  <a:pt x="49321" y="736"/>
                </a:cubicBezTo>
                <a:cubicBezTo>
                  <a:pt x="49265" y="755"/>
                  <a:pt x="49209" y="773"/>
                  <a:pt x="49158" y="773"/>
                </a:cubicBezTo>
                <a:cubicBezTo>
                  <a:pt x="49112" y="773"/>
                  <a:pt x="49069" y="758"/>
                  <a:pt x="49035" y="712"/>
                </a:cubicBezTo>
                <a:cubicBezTo>
                  <a:pt x="48945" y="597"/>
                  <a:pt x="48837" y="573"/>
                  <a:pt x="48720" y="573"/>
                </a:cubicBezTo>
                <a:cubicBezTo>
                  <a:pt x="48668" y="573"/>
                  <a:pt x="48614" y="577"/>
                  <a:pt x="48559" y="581"/>
                </a:cubicBezTo>
                <a:cubicBezTo>
                  <a:pt x="48548" y="582"/>
                  <a:pt x="48537" y="582"/>
                  <a:pt x="48525" y="582"/>
                </a:cubicBezTo>
                <a:cubicBezTo>
                  <a:pt x="48313" y="582"/>
                  <a:pt x="48106" y="441"/>
                  <a:pt x="47892" y="441"/>
                </a:cubicBezTo>
                <a:cubicBezTo>
                  <a:pt x="47795" y="441"/>
                  <a:pt x="47696" y="471"/>
                  <a:pt x="47595" y="557"/>
                </a:cubicBezTo>
                <a:cubicBezTo>
                  <a:pt x="47591" y="561"/>
                  <a:pt x="47584" y="562"/>
                  <a:pt x="47575" y="562"/>
                </a:cubicBezTo>
                <a:cubicBezTo>
                  <a:pt x="47549" y="562"/>
                  <a:pt x="47508" y="551"/>
                  <a:pt x="47499" y="534"/>
                </a:cubicBezTo>
                <a:cubicBezTo>
                  <a:pt x="47470" y="429"/>
                  <a:pt x="47408" y="401"/>
                  <a:pt x="47341" y="401"/>
                </a:cubicBezTo>
                <a:cubicBezTo>
                  <a:pt x="47271" y="401"/>
                  <a:pt x="47197" y="432"/>
                  <a:pt x="47154" y="438"/>
                </a:cubicBezTo>
                <a:cubicBezTo>
                  <a:pt x="46937" y="452"/>
                  <a:pt x="46719" y="466"/>
                  <a:pt x="46502" y="466"/>
                </a:cubicBezTo>
                <a:cubicBezTo>
                  <a:pt x="46159" y="466"/>
                  <a:pt x="45820" y="431"/>
                  <a:pt x="45499" y="307"/>
                </a:cubicBezTo>
                <a:cubicBezTo>
                  <a:pt x="45259" y="225"/>
                  <a:pt x="42493" y="213"/>
                  <a:pt x="39888" y="213"/>
                </a:cubicBezTo>
                <a:cubicBezTo>
                  <a:pt x="38859" y="213"/>
                  <a:pt x="37855" y="215"/>
                  <a:pt x="37041" y="215"/>
                </a:cubicBezTo>
                <a:cubicBezTo>
                  <a:pt x="36039" y="215"/>
                  <a:pt x="35326" y="212"/>
                  <a:pt x="35212" y="200"/>
                </a:cubicBezTo>
                <a:cubicBezTo>
                  <a:pt x="35006" y="172"/>
                  <a:pt x="34797" y="164"/>
                  <a:pt x="34586" y="164"/>
                </a:cubicBezTo>
                <a:cubicBezTo>
                  <a:pt x="34305" y="164"/>
                  <a:pt x="34021" y="179"/>
                  <a:pt x="33736" y="179"/>
                </a:cubicBezTo>
                <a:cubicBezTo>
                  <a:pt x="33593" y="179"/>
                  <a:pt x="33450" y="175"/>
                  <a:pt x="33307" y="164"/>
                </a:cubicBezTo>
                <a:cubicBezTo>
                  <a:pt x="33144" y="150"/>
                  <a:pt x="32972" y="119"/>
                  <a:pt x="32794" y="119"/>
                </a:cubicBezTo>
                <a:cubicBezTo>
                  <a:pt x="32673" y="119"/>
                  <a:pt x="32551" y="133"/>
                  <a:pt x="32426" y="176"/>
                </a:cubicBezTo>
                <a:cubicBezTo>
                  <a:pt x="32353" y="196"/>
                  <a:pt x="32258" y="215"/>
                  <a:pt x="32159" y="215"/>
                </a:cubicBezTo>
                <a:cubicBezTo>
                  <a:pt x="32015" y="215"/>
                  <a:pt x="31860" y="174"/>
                  <a:pt x="31747" y="33"/>
                </a:cubicBezTo>
                <a:cubicBezTo>
                  <a:pt x="31730" y="10"/>
                  <a:pt x="31709" y="1"/>
                  <a:pt x="31685" y="1"/>
                </a:cubicBezTo>
                <a:close/>
              </a:path>
            </a:pathLst>
          </a:custGeom>
          <a:solidFill>
            <a:srgbClr val="0B4585"/>
          </a:solid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US" dirty="0">
                <a:solidFill>
                  <a:schemeClr val="bg1"/>
                </a:solidFill>
              </a:rPr>
              <a:t>Psychological</a:t>
            </a:r>
            <a:endParaRPr dirty="0">
              <a:solidFill>
                <a:schemeClr val="bg1"/>
              </a:solidFill>
            </a:endParaRPr>
          </a:p>
        </p:txBody>
      </p:sp>
      <p:sp>
        <p:nvSpPr>
          <p:cNvPr id="26" name="Google Shape;382;p21">
            <a:extLst>
              <a:ext uri="{FF2B5EF4-FFF2-40B4-BE49-F238E27FC236}">
                <a16:creationId xmlns:a16="http://schemas.microsoft.com/office/drawing/2014/main" id="{D0DCAF57-7998-E137-B71F-0D55AE03EB2B}"/>
              </a:ext>
            </a:extLst>
          </p:cNvPr>
          <p:cNvSpPr/>
          <p:nvPr/>
        </p:nvSpPr>
        <p:spPr>
          <a:xfrm>
            <a:off x="7016453" y="1514929"/>
            <a:ext cx="169253" cy="341441"/>
          </a:xfrm>
          <a:custGeom>
            <a:avLst/>
            <a:gdLst/>
            <a:ahLst/>
            <a:cxnLst/>
            <a:rect l="l" t="t" r="r" b="b"/>
            <a:pathLst>
              <a:path w="7609" h="17372" extrusionOk="0">
                <a:moveTo>
                  <a:pt x="4985" y="1280"/>
                </a:moveTo>
                <a:cubicBezTo>
                  <a:pt x="5018" y="1280"/>
                  <a:pt x="5049" y="1285"/>
                  <a:pt x="5073" y="1297"/>
                </a:cubicBezTo>
                <a:cubicBezTo>
                  <a:pt x="5239" y="1369"/>
                  <a:pt x="5073" y="1488"/>
                  <a:pt x="5073" y="1583"/>
                </a:cubicBezTo>
                <a:cubicBezTo>
                  <a:pt x="5144" y="2238"/>
                  <a:pt x="5037" y="2881"/>
                  <a:pt x="5001" y="3524"/>
                </a:cubicBezTo>
                <a:cubicBezTo>
                  <a:pt x="4942" y="4441"/>
                  <a:pt x="5001" y="5369"/>
                  <a:pt x="4989" y="6286"/>
                </a:cubicBezTo>
                <a:cubicBezTo>
                  <a:pt x="4965" y="7310"/>
                  <a:pt x="4989" y="8358"/>
                  <a:pt x="5001" y="9394"/>
                </a:cubicBezTo>
                <a:cubicBezTo>
                  <a:pt x="5001" y="9632"/>
                  <a:pt x="5025" y="9882"/>
                  <a:pt x="4906" y="10096"/>
                </a:cubicBezTo>
                <a:cubicBezTo>
                  <a:pt x="4835" y="10215"/>
                  <a:pt x="4930" y="10287"/>
                  <a:pt x="4954" y="10370"/>
                </a:cubicBezTo>
                <a:cubicBezTo>
                  <a:pt x="5001" y="10572"/>
                  <a:pt x="5263" y="10620"/>
                  <a:pt x="5216" y="10906"/>
                </a:cubicBezTo>
                <a:cubicBezTo>
                  <a:pt x="5208" y="10993"/>
                  <a:pt x="5290" y="11014"/>
                  <a:pt x="5385" y="11014"/>
                </a:cubicBezTo>
                <a:cubicBezTo>
                  <a:pt x="5445" y="11014"/>
                  <a:pt x="5510" y="11005"/>
                  <a:pt x="5561" y="11001"/>
                </a:cubicBezTo>
                <a:cubicBezTo>
                  <a:pt x="5799" y="10977"/>
                  <a:pt x="5954" y="10763"/>
                  <a:pt x="6192" y="10679"/>
                </a:cubicBezTo>
                <a:cubicBezTo>
                  <a:pt x="6319" y="10635"/>
                  <a:pt x="6420" y="10609"/>
                  <a:pt x="6499" y="10609"/>
                </a:cubicBezTo>
                <a:cubicBezTo>
                  <a:pt x="6696" y="10609"/>
                  <a:pt x="6760" y="10767"/>
                  <a:pt x="6751" y="11191"/>
                </a:cubicBezTo>
                <a:cubicBezTo>
                  <a:pt x="6680" y="11953"/>
                  <a:pt x="6466" y="12703"/>
                  <a:pt x="6263" y="13454"/>
                </a:cubicBezTo>
                <a:cubicBezTo>
                  <a:pt x="6085" y="14061"/>
                  <a:pt x="5823" y="14608"/>
                  <a:pt x="5573" y="15168"/>
                </a:cubicBezTo>
                <a:cubicBezTo>
                  <a:pt x="5382" y="15573"/>
                  <a:pt x="5144" y="15978"/>
                  <a:pt x="4894" y="16359"/>
                </a:cubicBezTo>
                <a:cubicBezTo>
                  <a:pt x="4825" y="16464"/>
                  <a:pt x="4712" y="16516"/>
                  <a:pt x="4596" y="16516"/>
                </a:cubicBezTo>
                <a:cubicBezTo>
                  <a:pt x="4451" y="16516"/>
                  <a:pt x="4300" y="16434"/>
                  <a:pt x="4227" y="16275"/>
                </a:cubicBezTo>
                <a:cubicBezTo>
                  <a:pt x="4144" y="16061"/>
                  <a:pt x="3989" y="16013"/>
                  <a:pt x="3870" y="15882"/>
                </a:cubicBezTo>
                <a:cubicBezTo>
                  <a:pt x="3525" y="15537"/>
                  <a:pt x="3108" y="15263"/>
                  <a:pt x="2918" y="14763"/>
                </a:cubicBezTo>
                <a:cubicBezTo>
                  <a:pt x="2870" y="14656"/>
                  <a:pt x="2775" y="14513"/>
                  <a:pt x="2632" y="14489"/>
                </a:cubicBezTo>
                <a:cubicBezTo>
                  <a:pt x="2549" y="14478"/>
                  <a:pt x="2477" y="14418"/>
                  <a:pt x="2453" y="14335"/>
                </a:cubicBezTo>
                <a:cubicBezTo>
                  <a:pt x="2239" y="13775"/>
                  <a:pt x="1798" y="13382"/>
                  <a:pt x="1596" y="12811"/>
                </a:cubicBezTo>
                <a:cubicBezTo>
                  <a:pt x="1536" y="12644"/>
                  <a:pt x="1429" y="12489"/>
                  <a:pt x="1263" y="12406"/>
                </a:cubicBezTo>
                <a:cubicBezTo>
                  <a:pt x="1144" y="12334"/>
                  <a:pt x="1072" y="12180"/>
                  <a:pt x="1155" y="12072"/>
                </a:cubicBezTo>
                <a:cubicBezTo>
                  <a:pt x="1232" y="11985"/>
                  <a:pt x="1248" y="11806"/>
                  <a:pt x="1445" y="11806"/>
                </a:cubicBezTo>
                <a:cubicBezTo>
                  <a:pt x="1462" y="11806"/>
                  <a:pt x="1481" y="11808"/>
                  <a:pt x="1501" y="11811"/>
                </a:cubicBezTo>
                <a:cubicBezTo>
                  <a:pt x="1727" y="11834"/>
                  <a:pt x="1906" y="11965"/>
                  <a:pt x="2120" y="11977"/>
                </a:cubicBezTo>
                <a:cubicBezTo>
                  <a:pt x="2146" y="11979"/>
                  <a:pt x="2170" y="11980"/>
                  <a:pt x="2193" y="11980"/>
                </a:cubicBezTo>
                <a:cubicBezTo>
                  <a:pt x="2495" y="11980"/>
                  <a:pt x="2537" y="11829"/>
                  <a:pt x="2549" y="11441"/>
                </a:cubicBezTo>
                <a:cubicBezTo>
                  <a:pt x="2549" y="11191"/>
                  <a:pt x="2310" y="11156"/>
                  <a:pt x="2358" y="10929"/>
                </a:cubicBezTo>
                <a:cubicBezTo>
                  <a:pt x="2394" y="10715"/>
                  <a:pt x="2453" y="10453"/>
                  <a:pt x="2382" y="10298"/>
                </a:cubicBezTo>
                <a:cubicBezTo>
                  <a:pt x="2191" y="9882"/>
                  <a:pt x="2191" y="9417"/>
                  <a:pt x="2072" y="9001"/>
                </a:cubicBezTo>
                <a:cubicBezTo>
                  <a:pt x="1941" y="8560"/>
                  <a:pt x="1977" y="8084"/>
                  <a:pt x="1739" y="7679"/>
                </a:cubicBezTo>
                <a:cubicBezTo>
                  <a:pt x="1656" y="7524"/>
                  <a:pt x="1906" y="7215"/>
                  <a:pt x="1596" y="7096"/>
                </a:cubicBezTo>
                <a:cubicBezTo>
                  <a:pt x="1941" y="6846"/>
                  <a:pt x="1441" y="6584"/>
                  <a:pt x="1596" y="6322"/>
                </a:cubicBezTo>
                <a:cubicBezTo>
                  <a:pt x="1623" y="6277"/>
                  <a:pt x="1683" y="6092"/>
                  <a:pt x="1591" y="6092"/>
                </a:cubicBezTo>
                <a:cubicBezTo>
                  <a:pt x="1561" y="6092"/>
                  <a:pt x="1513" y="6113"/>
                  <a:pt x="1441" y="6167"/>
                </a:cubicBezTo>
                <a:cubicBezTo>
                  <a:pt x="1432" y="6173"/>
                  <a:pt x="1424" y="6175"/>
                  <a:pt x="1416" y="6175"/>
                </a:cubicBezTo>
                <a:cubicBezTo>
                  <a:pt x="1356" y="6175"/>
                  <a:pt x="1313" y="6042"/>
                  <a:pt x="1334" y="6000"/>
                </a:cubicBezTo>
                <a:cubicBezTo>
                  <a:pt x="1453" y="5738"/>
                  <a:pt x="1394" y="5334"/>
                  <a:pt x="1334" y="5250"/>
                </a:cubicBezTo>
                <a:cubicBezTo>
                  <a:pt x="1167" y="5012"/>
                  <a:pt x="1489" y="4643"/>
                  <a:pt x="1132" y="4524"/>
                </a:cubicBezTo>
                <a:cubicBezTo>
                  <a:pt x="1120" y="4512"/>
                  <a:pt x="1120" y="4405"/>
                  <a:pt x="1132" y="4405"/>
                </a:cubicBezTo>
                <a:cubicBezTo>
                  <a:pt x="1394" y="4262"/>
                  <a:pt x="1167" y="4119"/>
                  <a:pt x="1155" y="3952"/>
                </a:cubicBezTo>
                <a:cubicBezTo>
                  <a:pt x="1108" y="3309"/>
                  <a:pt x="846" y="2702"/>
                  <a:pt x="905" y="2035"/>
                </a:cubicBezTo>
                <a:cubicBezTo>
                  <a:pt x="913" y="1868"/>
                  <a:pt x="955" y="1802"/>
                  <a:pt x="1025" y="1802"/>
                </a:cubicBezTo>
                <a:cubicBezTo>
                  <a:pt x="1064" y="1802"/>
                  <a:pt x="1112" y="1823"/>
                  <a:pt x="1167" y="1857"/>
                </a:cubicBezTo>
                <a:cubicBezTo>
                  <a:pt x="1263" y="1905"/>
                  <a:pt x="1346" y="1988"/>
                  <a:pt x="1441" y="2035"/>
                </a:cubicBezTo>
                <a:cubicBezTo>
                  <a:pt x="1906" y="2333"/>
                  <a:pt x="2358" y="2643"/>
                  <a:pt x="2846" y="2893"/>
                </a:cubicBezTo>
                <a:cubicBezTo>
                  <a:pt x="2964" y="2952"/>
                  <a:pt x="3068" y="2979"/>
                  <a:pt x="3162" y="2979"/>
                </a:cubicBezTo>
                <a:cubicBezTo>
                  <a:pt x="3411" y="2979"/>
                  <a:pt x="3595" y="2790"/>
                  <a:pt x="3811" y="2488"/>
                </a:cubicBezTo>
                <a:cubicBezTo>
                  <a:pt x="4096" y="2071"/>
                  <a:pt x="4346" y="1595"/>
                  <a:pt x="4787" y="1333"/>
                </a:cubicBezTo>
                <a:cubicBezTo>
                  <a:pt x="4842" y="1301"/>
                  <a:pt x="4919" y="1280"/>
                  <a:pt x="4985" y="1280"/>
                </a:cubicBezTo>
                <a:close/>
                <a:moveTo>
                  <a:pt x="5405" y="0"/>
                </a:moveTo>
                <a:cubicBezTo>
                  <a:pt x="5301" y="0"/>
                  <a:pt x="5179" y="25"/>
                  <a:pt x="5037" y="71"/>
                </a:cubicBezTo>
                <a:cubicBezTo>
                  <a:pt x="4775" y="154"/>
                  <a:pt x="4668" y="369"/>
                  <a:pt x="4454" y="476"/>
                </a:cubicBezTo>
                <a:cubicBezTo>
                  <a:pt x="3942" y="750"/>
                  <a:pt x="3620" y="1309"/>
                  <a:pt x="3299" y="1774"/>
                </a:cubicBezTo>
                <a:cubicBezTo>
                  <a:pt x="3156" y="1980"/>
                  <a:pt x="3043" y="2038"/>
                  <a:pt x="2920" y="2038"/>
                </a:cubicBezTo>
                <a:cubicBezTo>
                  <a:pt x="2837" y="2038"/>
                  <a:pt x="2749" y="2012"/>
                  <a:pt x="2644" y="1988"/>
                </a:cubicBezTo>
                <a:cubicBezTo>
                  <a:pt x="2394" y="1940"/>
                  <a:pt x="2418" y="1571"/>
                  <a:pt x="2203" y="1547"/>
                </a:cubicBezTo>
                <a:cubicBezTo>
                  <a:pt x="1834" y="1500"/>
                  <a:pt x="1596" y="1238"/>
                  <a:pt x="1310" y="1035"/>
                </a:cubicBezTo>
                <a:cubicBezTo>
                  <a:pt x="1182" y="934"/>
                  <a:pt x="1001" y="875"/>
                  <a:pt x="840" y="875"/>
                </a:cubicBezTo>
                <a:cubicBezTo>
                  <a:pt x="716" y="875"/>
                  <a:pt x="604" y="910"/>
                  <a:pt x="536" y="988"/>
                </a:cubicBezTo>
                <a:cubicBezTo>
                  <a:pt x="298" y="1273"/>
                  <a:pt x="1" y="1654"/>
                  <a:pt x="120" y="2107"/>
                </a:cubicBezTo>
                <a:cubicBezTo>
                  <a:pt x="274" y="2750"/>
                  <a:pt x="263" y="3417"/>
                  <a:pt x="441" y="4048"/>
                </a:cubicBezTo>
                <a:cubicBezTo>
                  <a:pt x="501" y="4250"/>
                  <a:pt x="608" y="4500"/>
                  <a:pt x="572" y="4714"/>
                </a:cubicBezTo>
                <a:cubicBezTo>
                  <a:pt x="477" y="5357"/>
                  <a:pt x="727" y="5953"/>
                  <a:pt x="858" y="6548"/>
                </a:cubicBezTo>
                <a:cubicBezTo>
                  <a:pt x="1025" y="7346"/>
                  <a:pt x="1072" y="8191"/>
                  <a:pt x="1334" y="8989"/>
                </a:cubicBezTo>
                <a:cubicBezTo>
                  <a:pt x="1477" y="9429"/>
                  <a:pt x="1525" y="9977"/>
                  <a:pt x="1560" y="10489"/>
                </a:cubicBezTo>
                <a:cubicBezTo>
                  <a:pt x="1608" y="11037"/>
                  <a:pt x="1632" y="11037"/>
                  <a:pt x="1120" y="11108"/>
                </a:cubicBezTo>
                <a:cubicBezTo>
                  <a:pt x="429" y="11203"/>
                  <a:pt x="370" y="11430"/>
                  <a:pt x="453" y="12156"/>
                </a:cubicBezTo>
                <a:cubicBezTo>
                  <a:pt x="513" y="12727"/>
                  <a:pt x="834" y="13120"/>
                  <a:pt x="1060" y="13537"/>
                </a:cubicBezTo>
                <a:cubicBezTo>
                  <a:pt x="1394" y="14144"/>
                  <a:pt x="1798" y="14763"/>
                  <a:pt x="2298" y="15263"/>
                </a:cubicBezTo>
                <a:cubicBezTo>
                  <a:pt x="2303" y="15268"/>
                  <a:pt x="2310" y="15270"/>
                  <a:pt x="2318" y="15270"/>
                </a:cubicBezTo>
                <a:cubicBezTo>
                  <a:pt x="2329" y="15270"/>
                  <a:pt x="2343" y="15266"/>
                  <a:pt x="2357" y="15266"/>
                </a:cubicBezTo>
                <a:cubicBezTo>
                  <a:pt x="2379" y="15266"/>
                  <a:pt x="2400" y="15275"/>
                  <a:pt x="2406" y="15323"/>
                </a:cubicBezTo>
                <a:cubicBezTo>
                  <a:pt x="2465" y="15751"/>
                  <a:pt x="2822" y="15930"/>
                  <a:pt x="3049" y="16204"/>
                </a:cubicBezTo>
                <a:cubicBezTo>
                  <a:pt x="3275" y="16478"/>
                  <a:pt x="3561" y="16740"/>
                  <a:pt x="3834" y="16990"/>
                </a:cubicBezTo>
                <a:cubicBezTo>
                  <a:pt x="4024" y="17160"/>
                  <a:pt x="4416" y="17372"/>
                  <a:pt x="4678" y="17372"/>
                </a:cubicBezTo>
                <a:cubicBezTo>
                  <a:pt x="4727" y="17372"/>
                  <a:pt x="4773" y="17364"/>
                  <a:pt x="4811" y="17347"/>
                </a:cubicBezTo>
                <a:cubicBezTo>
                  <a:pt x="5394" y="17061"/>
                  <a:pt x="5727" y="16454"/>
                  <a:pt x="5989" y="15894"/>
                </a:cubicBezTo>
                <a:cubicBezTo>
                  <a:pt x="6180" y="15501"/>
                  <a:pt x="6323" y="15013"/>
                  <a:pt x="6549" y="14692"/>
                </a:cubicBezTo>
                <a:cubicBezTo>
                  <a:pt x="6966" y="14097"/>
                  <a:pt x="7013" y="13394"/>
                  <a:pt x="7263" y="12751"/>
                </a:cubicBezTo>
                <a:cubicBezTo>
                  <a:pt x="7478" y="12203"/>
                  <a:pt x="7513" y="11560"/>
                  <a:pt x="7525" y="10953"/>
                </a:cubicBezTo>
                <a:cubicBezTo>
                  <a:pt x="7525" y="10632"/>
                  <a:pt x="7609" y="10227"/>
                  <a:pt x="7240" y="9941"/>
                </a:cubicBezTo>
                <a:cubicBezTo>
                  <a:pt x="7023" y="9779"/>
                  <a:pt x="6826" y="9670"/>
                  <a:pt x="6623" y="9670"/>
                </a:cubicBezTo>
                <a:cubicBezTo>
                  <a:pt x="6470" y="9670"/>
                  <a:pt x="6314" y="9733"/>
                  <a:pt x="6144" y="9882"/>
                </a:cubicBezTo>
                <a:cubicBezTo>
                  <a:pt x="6071" y="9940"/>
                  <a:pt x="6002" y="9966"/>
                  <a:pt x="5943" y="9966"/>
                </a:cubicBezTo>
                <a:cubicBezTo>
                  <a:pt x="5822" y="9966"/>
                  <a:pt x="5743" y="9852"/>
                  <a:pt x="5751" y="9667"/>
                </a:cubicBezTo>
                <a:cubicBezTo>
                  <a:pt x="5763" y="8632"/>
                  <a:pt x="5787" y="7596"/>
                  <a:pt x="5787" y="6560"/>
                </a:cubicBezTo>
                <a:cubicBezTo>
                  <a:pt x="5775" y="5595"/>
                  <a:pt x="5787" y="4643"/>
                  <a:pt x="5775" y="3679"/>
                </a:cubicBezTo>
                <a:cubicBezTo>
                  <a:pt x="5751" y="2714"/>
                  <a:pt x="5918" y="1762"/>
                  <a:pt x="5835" y="785"/>
                </a:cubicBezTo>
                <a:cubicBezTo>
                  <a:pt x="5862" y="236"/>
                  <a:pt x="5725" y="0"/>
                  <a:pt x="540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bg2">
                  <a:lumMod val="50000"/>
                </a:schemeClr>
              </a:solidFill>
            </a:endParaRPr>
          </a:p>
        </p:txBody>
      </p:sp>
      <p:sp>
        <p:nvSpPr>
          <p:cNvPr id="29" name="TextBox 28">
            <a:extLst>
              <a:ext uri="{FF2B5EF4-FFF2-40B4-BE49-F238E27FC236}">
                <a16:creationId xmlns:a16="http://schemas.microsoft.com/office/drawing/2014/main" id="{FBA92B39-A855-4EDC-EBD2-55D9A1BC9CF3}"/>
              </a:ext>
            </a:extLst>
          </p:cNvPr>
          <p:cNvSpPr txBox="1"/>
          <p:nvPr/>
        </p:nvSpPr>
        <p:spPr>
          <a:xfrm>
            <a:off x="831303" y="3632095"/>
            <a:ext cx="9747958" cy="2474524"/>
          </a:xfrm>
          <a:prstGeom prst="rect">
            <a:avLst/>
          </a:prstGeom>
          <a:noFill/>
        </p:spPr>
        <p:txBody>
          <a:bodyPr wrap="square" rtlCol="0">
            <a:spAutoFit/>
          </a:bodyPr>
          <a:lstStyle/>
          <a:p>
            <a:pPr marL="342900" indent="-342900">
              <a:lnSpc>
                <a:spcPct val="120000"/>
              </a:lnSpc>
              <a:spcBef>
                <a:spcPts val="1000"/>
              </a:spcBef>
              <a:buFont typeface="Wingdings" panose="05000000000000000000" pitchFamily="2" charset="2"/>
              <a:buChar char="q"/>
            </a:pPr>
            <a:r>
              <a:rPr lang="en-US" sz="2400" dirty="0">
                <a:solidFill>
                  <a:schemeClr val="tx1">
                    <a:lumMod val="95000"/>
                    <a:lumOff val="5000"/>
                  </a:schemeClr>
                </a:solidFill>
                <a:latin typeface="Montserrat" panose="00000500000000000000" pitchFamily="2" charset="0"/>
              </a:rPr>
              <a:t>Buying process:</a:t>
            </a:r>
          </a:p>
          <a:p>
            <a:pPr lvl="1"/>
            <a:r>
              <a:rPr lang="en-US" dirty="0">
                <a:latin typeface="Montserrat" panose="00000500000000000000" pitchFamily="2" charset="0"/>
              </a:rPr>
              <a:t>- A patient recognizes the need to do a specific test.</a:t>
            </a:r>
          </a:p>
          <a:p>
            <a:pPr lvl="1"/>
            <a:r>
              <a:rPr lang="en-US" dirty="0">
                <a:latin typeface="Montserrat" panose="00000500000000000000" pitchFamily="2" charset="0"/>
              </a:rPr>
              <a:t>- Start searching for a laboratory with best properties (accuracy, hygiene, location, reputation, physician’s recommendation).</a:t>
            </a:r>
          </a:p>
          <a:p>
            <a:pPr lvl="1"/>
            <a:r>
              <a:rPr lang="en-US" dirty="0">
                <a:latin typeface="Montserrat" panose="00000500000000000000" pitchFamily="2" charset="0"/>
              </a:rPr>
              <a:t>- Evaluate each choice according to availability of the previous properties.</a:t>
            </a:r>
          </a:p>
          <a:p>
            <a:pPr lvl="1"/>
            <a:r>
              <a:rPr lang="en-US" dirty="0">
                <a:latin typeface="Montserrat" panose="00000500000000000000" pitchFamily="2" charset="0"/>
              </a:rPr>
              <a:t>- Patient obtains the required service in the lab he chosen.</a:t>
            </a:r>
          </a:p>
          <a:p>
            <a:pPr lvl="1"/>
            <a:r>
              <a:rPr lang="en-US" dirty="0">
                <a:latin typeface="Montserrat" panose="00000500000000000000" pitchFamily="2" charset="0"/>
              </a:rPr>
              <a:t>- The individual gives feedback towards the provided service on social media platforms spreading a good word of mouth.</a:t>
            </a:r>
          </a:p>
        </p:txBody>
      </p:sp>
      <p:sp>
        <p:nvSpPr>
          <p:cNvPr id="33" name="Google Shape;383;p21">
            <a:extLst>
              <a:ext uri="{FF2B5EF4-FFF2-40B4-BE49-F238E27FC236}">
                <a16:creationId xmlns:a16="http://schemas.microsoft.com/office/drawing/2014/main" id="{E0F02C3E-F830-477E-C2FE-0F4C03803D44}"/>
              </a:ext>
            </a:extLst>
          </p:cNvPr>
          <p:cNvSpPr/>
          <p:nvPr/>
        </p:nvSpPr>
        <p:spPr>
          <a:xfrm>
            <a:off x="6992994" y="1539058"/>
            <a:ext cx="220814" cy="297229"/>
          </a:xfrm>
          <a:custGeom>
            <a:avLst/>
            <a:gdLst/>
            <a:ahLst/>
            <a:cxnLst/>
            <a:rect l="l" t="t" r="r" b="b"/>
            <a:pathLst>
              <a:path w="5915" h="15236" extrusionOk="0">
                <a:moveTo>
                  <a:pt x="4140" y="0"/>
                </a:moveTo>
                <a:cubicBezTo>
                  <a:pt x="4074" y="0"/>
                  <a:pt x="3997" y="21"/>
                  <a:pt x="3942" y="53"/>
                </a:cubicBezTo>
                <a:cubicBezTo>
                  <a:pt x="3501" y="315"/>
                  <a:pt x="3251" y="791"/>
                  <a:pt x="2966" y="1208"/>
                </a:cubicBezTo>
                <a:cubicBezTo>
                  <a:pt x="2750" y="1510"/>
                  <a:pt x="2566" y="1699"/>
                  <a:pt x="2317" y="1699"/>
                </a:cubicBezTo>
                <a:cubicBezTo>
                  <a:pt x="2223" y="1699"/>
                  <a:pt x="2119" y="1672"/>
                  <a:pt x="2001" y="1613"/>
                </a:cubicBezTo>
                <a:cubicBezTo>
                  <a:pt x="1513" y="1363"/>
                  <a:pt x="1061" y="1053"/>
                  <a:pt x="596" y="755"/>
                </a:cubicBezTo>
                <a:cubicBezTo>
                  <a:pt x="501" y="708"/>
                  <a:pt x="418" y="625"/>
                  <a:pt x="322" y="577"/>
                </a:cubicBezTo>
                <a:cubicBezTo>
                  <a:pt x="267" y="543"/>
                  <a:pt x="219" y="522"/>
                  <a:pt x="180" y="522"/>
                </a:cubicBezTo>
                <a:cubicBezTo>
                  <a:pt x="110" y="522"/>
                  <a:pt x="68" y="588"/>
                  <a:pt x="60" y="755"/>
                </a:cubicBezTo>
                <a:cubicBezTo>
                  <a:pt x="1" y="1422"/>
                  <a:pt x="263" y="2029"/>
                  <a:pt x="310" y="2672"/>
                </a:cubicBezTo>
                <a:cubicBezTo>
                  <a:pt x="322" y="2839"/>
                  <a:pt x="549" y="2982"/>
                  <a:pt x="287" y="3125"/>
                </a:cubicBezTo>
                <a:cubicBezTo>
                  <a:pt x="275" y="3125"/>
                  <a:pt x="275" y="3232"/>
                  <a:pt x="287" y="3244"/>
                </a:cubicBezTo>
                <a:cubicBezTo>
                  <a:pt x="644" y="3363"/>
                  <a:pt x="322" y="3732"/>
                  <a:pt x="489" y="3970"/>
                </a:cubicBezTo>
                <a:cubicBezTo>
                  <a:pt x="549" y="4054"/>
                  <a:pt x="608" y="4458"/>
                  <a:pt x="489" y="4720"/>
                </a:cubicBezTo>
                <a:cubicBezTo>
                  <a:pt x="468" y="4762"/>
                  <a:pt x="511" y="4895"/>
                  <a:pt x="571" y="4895"/>
                </a:cubicBezTo>
                <a:cubicBezTo>
                  <a:pt x="579" y="4895"/>
                  <a:pt x="587" y="4893"/>
                  <a:pt x="596" y="4887"/>
                </a:cubicBezTo>
                <a:cubicBezTo>
                  <a:pt x="668" y="4833"/>
                  <a:pt x="716" y="4812"/>
                  <a:pt x="746" y="4812"/>
                </a:cubicBezTo>
                <a:cubicBezTo>
                  <a:pt x="838" y="4812"/>
                  <a:pt x="778" y="4997"/>
                  <a:pt x="751" y="5042"/>
                </a:cubicBezTo>
                <a:cubicBezTo>
                  <a:pt x="596" y="5304"/>
                  <a:pt x="1096" y="5566"/>
                  <a:pt x="751" y="5816"/>
                </a:cubicBezTo>
                <a:cubicBezTo>
                  <a:pt x="1061" y="5935"/>
                  <a:pt x="811" y="6244"/>
                  <a:pt x="894" y="6399"/>
                </a:cubicBezTo>
                <a:cubicBezTo>
                  <a:pt x="1132" y="6804"/>
                  <a:pt x="1096" y="7280"/>
                  <a:pt x="1227" y="7721"/>
                </a:cubicBezTo>
                <a:cubicBezTo>
                  <a:pt x="1346" y="8137"/>
                  <a:pt x="1346" y="8602"/>
                  <a:pt x="1537" y="9018"/>
                </a:cubicBezTo>
                <a:cubicBezTo>
                  <a:pt x="1608" y="9173"/>
                  <a:pt x="1549" y="9435"/>
                  <a:pt x="1513" y="9649"/>
                </a:cubicBezTo>
                <a:cubicBezTo>
                  <a:pt x="1465" y="9876"/>
                  <a:pt x="1704" y="9911"/>
                  <a:pt x="1704" y="10161"/>
                </a:cubicBezTo>
                <a:cubicBezTo>
                  <a:pt x="1692" y="10549"/>
                  <a:pt x="1650" y="10700"/>
                  <a:pt x="1348" y="10700"/>
                </a:cubicBezTo>
                <a:cubicBezTo>
                  <a:pt x="1325" y="10700"/>
                  <a:pt x="1301" y="10699"/>
                  <a:pt x="1275" y="10697"/>
                </a:cubicBezTo>
                <a:cubicBezTo>
                  <a:pt x="1061" y="10685"/>
                  <a:pt x="882" y="10554"/>
                  <a:pt x="656" y="10531"/>
                </a:cubicBezTo>
                <a:cubicBezTo>
                  <a:pt x="636" y="10528"/>
                  <a:pt x="617" y="10526"/>
                  <a:pt x="600" y="10526"/>
                </a:cubicBezTo>
                <a:cubicBezTo>
                  <a:pt x="403" y="10526"/>
                  <a:pt x="387" y="10705"/>
                  <a:pt x="310" y="10792"/>
                </a:cubicBezTo>
                <a:cubicBezTo>
                  <a:pt x="227" y="10900"/>
                  <a:pt x="299" y="11054"/>
                  <a:pt x="418" y="11126"/>
                </a:cubicBezTo>
                <a:cubicBezTo>
                  <a:pt x="584" y="11209"/>
                  <a:pt x="691" y="11364"/>
                  <a:pt x="751" y="11531"/>
                </a:cubicBezTo>
                <a:cubicBezTo>
                  <a:pt x="953" y="12102"/>
                  <a:pt x="1394" y="12495"/>
                  <a:pt x="1608" y="13055"/>
                </a:cubicBezTo>
                <a:cubicBezTo>
                  <a:pt x="1632" y="13138"/>
                  <a:pt x="1704" y="13198"/>
                  <a:pt x="1787" y="13209"/>
                </a:cubicBezTo>
                <a:cubicBezTo>
                  <a:pt x="1930" y="13233"/>
                  <a:pt x="2025" y="13376"/>
                  <a:pt x="2073" y="13483"/>
                </a:cubicBezTo>
                <a:cubicBezTo>
                  <a:pt x="2263" y="13983"/>
                  <a:pt x="2680" y="14257"/>
                  <a:pt x="3025" y="14602"/>
                </a:cubicBezTo>
                <a:cubicBezTo>
                  <a:pt x="3144" y="14733"/>
                  <a:pt x="3299" y="14781"/>
                  <a:pt x="3382" y="14995"/>
                </a:cubicBezTo>
                <a:cubicBezTo>
                  <a:pt x="3455" y="15154"/>
                  <a:pt x="3606" y="15236"/>
                  <a:pt x="3751" y="15236"/>
                </a:cubicBezTo>
                <a:cubicBezTo>
                  <a:pt x="3867" y="15236"/>
                  <a:pt x="3980" y="15184"/>
                  <a:pt x="4049" y="15079"/>
                </a:cubicBezTo>
                <a:cubicBezTo>
                  <a:pt x="4299" y="14698"/>
                  <a:pt x="4537" y="14293"/>
                  <a:pt x="4728" y="13888"/>
                </a:cubicBezTo>
                <a:cubicBezTo>
                  <a:pt x="4978" y="13328"/>
                  <a:pt x="5240" y="12781"/>
                  <a:pt x="5418" y="12174"/>
                </a:cubicBezTo>
                <a:cubicBezTo>
                  <a:pt x="5621" y="11423"/>
                  <a:pt x="5835" y="10673"/>
                  <a:pt x="5906" y="9911"/>
                </a:cubicBezTo>
                <a:cubicBezTo>
                  <a:pt x="5915" y="9487"/>
                  <a:pt x="5851" y="9329"/>
                  <a:pt x="5654" y="9329"/>
                </a:cubicBezTo>
                <a:cubicBezTo>
                  <a:pt x="5575" y="9329"/>
                  <a:pt x="5474" y="9355"/>
                  <a:pt x="5347" y="9399"/>
                </a:cubicBezTo>
                <a:cubicBezTo>
                  <a:pt x="5109" y="9483"/>
                  <a:pt x="4954" y="9697"/>
                  <a:pt x="4716" y="9721"/>
                </a:cubicBezTo>
                <a:cubicBezTo>
                  <a:pt x="4665" y="9725"/>
                  <a:pt x="4600" y="9734"/>
                  <a:pt x="4540" y="9734"/>
                </a:cubicBezTo>
                <a:cubicBezTo>
                  <a:pt x="4445" y="9734"/>
                  <a:pt x="4363" y="9713"/>
                  <a:pt x="4371" y="9626"/>
                </a:cubicBezTo>
                <a:cubicBezTo>
                  <a:pt x="4418" y="9340"/>
                  <a:pt x="4156" y="9292"/>
                  <a:pt x="4109" y="9090"/>
                </a:cubicBezTo>
                <a:cubicBezTo>
                  <a:pt x="4085" y="9007"/>
                  <a:pt x="3990" y="8935"/>
                  <a:pt x="4061" y="8816"/>
                </a:cubicBezTo>
                <a:cubicBezTo>
                  <a:pt x="4180" y="8602"/>
                  <a:pt x="4156" y="8352"/>
                  <a:pt x="4156" y="8114"/>
                </a:cubicBezTo>
                <a:cubicBezTo>
                  <a:pt x="4144" y="7078"/>
                  <a:pt x="4120" y="6030"/>
                  <a:pt x="4144" y="5006"/>
                </a:cubicBezTo>
                <a:cubicBezTo>
                  <a:pt x="4156" y="4089"/>
                  <a:pt x="4097" y="3161"/>
                  <a:pt x="4156" y="2244"/>
                </a:cubicBezTo>
                <a:cubicBezTo>
                  <a:pt x="4192" y="1601"/>
                  <a:pt x="4299" y="958"/>
                  <a:pt x="4228" y="303"/>
                </a:cubicBezTo>
                <a:cubicBezTo>
                  <a:pt x="4228" y="208"/>
                  <a:pt x="4394" y="89"/>
                  <a:pt x="4228" y="17"/>
                </a:cubicBezTo>
                <a:cubicBezTo>
                  <a:pt x="4204" y="5"/>
                  <a:pt x="4173" y="0"/>
                  <a:pt x="4140" y="0"/>
                </a:cubicBezTo>
                <a:close/>
              </a:path>
            </a:pathLst>
          </a:custGeom>
          <a:solidFill>
            <a:schemeClr val="accent2">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bg2">
                  <a:lumMod val="50000"/>
                </a:schemeClr>
              </a:solidFill>
            </a:endParaRPr>
          </a:p>
        </p:txBody>
      </p:sp>
      <p:sp>
        <p:nvSpPr>
          <p:cNvPr id="34" name="Google Shape;382;p21">
            <a:extLst>
              <a:ext uri="{FF2B5EF4-FFF2-40B4-BE49-F238E27FC236}">
                <a16:creationId xmlns:a16="http://schemas.microsoft.com/office/drawing/2014/main" id="{2096C421-0B15-91C6-9CDE-D335CDBAD8B9}"/>
              </a:ext>
            </a:extLst>
          </p:cNvPr>
          <p:cNvSpPr/>
          <p:nvPr/>
        </p:nvSpPr>
        <p:spPr>
          <a:xfrm>
            <a:off x="10109930" y="1525001"/>
            <a:ext cx="227422" cy="319943"/>
          </a:xfrm>
          <a:custGeom>
            <a:avLst/>
            <a:gdLst/>
            <a:ahLst/>
            <a:cxnLst/>
            <a:rect l="l" t="t" r="r" b="b"/>
            <a:pathLst>
              <a:path w="7609" h="17372" extrusionOk="0">
                <a:moveTo>
                  <a:pt x="4985" y="1280"/>
                </a:moveTo>
                <a:cubicBezTo>
                  <a:pt x="5018" y="1280"/>
                  <a:pt x="5049" y="1285"/>
                  <a:pt x="5073" y="1297"/>
                </a:cubicBezTo>
                <a:cubicBezTo>
                  <a:pt x="5239" y="1369"/>
                  <a:pt x="5073" y="1488"/>
                  <a:pt x="5073" y="1583"/>
                </a:cubicBezTo>
                <a:cubicBezTo>
                  <a:pt x="5144" y="2238"/>
                  <a:pt x="5037" y="2881"/>
                  <a:pt x="5001" y="3524"/>
                </a:cubicBezTo>
                <a:cubicBezTo>
                  <a:pt x="4942" y="4441"/>
                  <a:pt x="5001" y="5369"/>
                  <a:pt x="4989" y="6286"/>
                </a:cubicBezTo>
                <a:cubicBezTo>
                  <a:pt x="4965" y="7310"/>
                  <a:pt x="4989" y="8358"/>
                  <a:pt x="5001" y="9394"/>
                </a:cubicBezTo>
                <a:cubicBezTo>
                  <a:pt x="5001" y="9632"/>
                  <a:pt x="5025" y="9882"/>
                  <a:pt x="4906" y="10096"/>
                </a:cubicBezTo>
                <a:cubicBezTo>
                  <a:pt x="4835" y="10215"/>
                  <a:pt x="4930" y="10287"/>
                  <a:pt x="4954" y="10370"/>
                </a:cubicBezTo>
                <a:cubicBezTo>
                  <a:pt x="5001" y="10572"/>
                  <a:pt x="5263" y="10620"/>
                  <a:pt x="5216" y="10906"/>
                </a:cubicBezTo>
                <a:cubicBezTo>
                  <a:pt x="5208" y="10993"/>
                  <a:pt x="5290" y="11014"/>
                  <a:pt x="5385" y="11014"/>
                </a:cubicBezTo>
                <a:cubicBezTo>
                  <a:pt x="5445" y="11014"/>
                  <a:pt x="5510" y="11005"/>
                  <a:pt x="5561" y="11001"/>
                </a:cubicBezTo>
                <a:cubicBezTo>
                  <a:pt x="5799" y="10977"/>
                  <a:pt x="5954" y="10763"/>
                  <a:pt x="6192" y="10679"/>
                </a:cubicBezTo>
                <a:cubicBezTo>
                  <a:pt x="6319" y="10635"/>
                  <a:pt x="6420" y="10609"/>
                  <a:pt x="6499" y="10609"/>
                </a:cubicBezTo>
                <a:cubicBezTo>
                  <a:pt x="6696" y="10609"/>
                  <a:pt x="6760" y="10767"/>
                  <a:pt x="6751" y="11191"/>
                </a:cubicBezTo>
                <a:cubicBezTo>
                  <a:pt x="6680" y="11953"/>
                  <a:pt x="6466" y="12703"/>
                  <a:pt x="6263" y="13454"/>
                </a:cubicBezTo>
                <a:cubicBezTo>
                  <a:pt x="6085" y="14061"/>
                  <a:pt x="5823" y="14608"/>
                  <a:pt x="5573" y="15168"/>
                </a:cubicBezTo>
                <a:cubicBezTo>
                  <a:pt x="5382" y="15573"/>
                  <a:pt x="5144" y="15978"/>
                  <a:pt x="4894" y="16359"/>
                </a:cubicBezTo>
                <a:cubicBezTo>
                  <a:pt x="4825" y="16464"/>
                  <a:pt x="4712" y="16516"/>
                  <a:pt x="4596" y="16516"/>
                </a:cubicBezTo>
                <a:cubicBezTo>
                  <a:pt x="4451" y="16516"/>
                  <a:pt x="4300" y="16434"/>
                  <a:pt x="4227" y="16275"/>
                </a:cubicBezTo>
                <a:cubicBezTo>
                  <a:pt x="4144" y="16061"/>
                  <a:pt x="3989" y="16013"/>
                  <a:pt x="3870" y="15882"/>
                </a:cubicBezTo>
                <a:cubicBezTo>
                  <a:pt x="3525" y="15537"/>
                  <a:pt x="3108" y="15263"/>
                  <a:pt x="2918" y="14763"/>
                </a:cubicBezTo>
                <a:cubicBezTo>
                  <a:pt x="2870" y="14656"/>
                  <a:pt x="2775" y="14513"/>
                  <a:pt x="2632" y="14489"/>
                </a:cubicBezTo>
                <a:cubicBezTo>
                  <a:pt x="2549" y="14478"/>
                  <a:pt x="2477" y="14418"/>
                  <a:pt x="2453" y="14335"/>
                </a:cubicBezTo>
                <a:cubicBezTo>
                  <a:pt x="2239" y="13775"/>
                  <a:pt x="1798" y="13382"/>
                  <a:pt x="1596" y="12811"/>
                </a:cubicBezTo>
                <a:cubicBezTo>
                  <a:pt x="1536" y="12644"/>
                  <a:pt x="1429" y="12489"/>
                  <a:pt x="1263" y="12406"/>
                </a:cubicBezTo>
                <a:cubicBezTo>
                  <a:pt x="1144" y="12334"/>
                  <a:pt x="1072" y="12180"/>
                  <a:pt x="1155" y="12072"/>
                </a:cubicBezTo>
                <a:cubicBezTo>
                  <a:pt x="1232" y="11985"/>
                  <a:pt x="1248" y="11806"/>
                  <a:pt x="1445" y="11806"/>
                </a:cubicBezTo>
                <a:cubicBezTo>
                  <a:pt x="1462" y="11806"/>
                  <a:pt x="1481" y="11808"/>
                  <a:pt x="1501" y="11811"/>
                </a:cubicBezTo>
                <a:cubicBezTo>
                  <a:pt x="1727" y="11834"/>
                  <a:pt x="1906" y="11965"/>
                  <a:pt x="2120" y="11977"/>
                </a:cubicBezTo>
                <a:cubicBezTo>
                  <a:pt x="2146" y="11979"/>
                  <a:pt x="2170" y="11980"/>
                  <a:pt x="2193" y="11980"/>
                </a:cubicBezTo>
                <a:cubicBezTo>
                  <a:pt x="2495" y="11980"/>
                  <a:pt x="2537" y="11829"/>
                  <a:pt x="2549" y="11441"/>
                </a:cubicBezTo>
                <a:cubicBezTo>
                  <a:pt x="2549" y="11191"/>
                  <a:pt x="2310" y="11156"/>
                  <a:pt x="2358" y="10929"/>
                </a:cubicBezTo>
                <a:cubicBezTo>
                  <a:pt x="2394" y="10715"/>
                  <a:pt x="2453" y="10453"/>
                  <a:pt x="2382" y="10298"/>
                </a:cubicBezTo>
                <a:cubicBezTo>
                  <a:pt x="2191" y="9882"/>
                  <a:pt x="2191" y="9417"/>
                  <a:pt x="2072" y="9001"/>
                </a:cubicBezTo>
                <a:cubicBezTo>
                  <a:pt x="1941" y="8560"/>
                  <a:pt x="1977" y="8084"/>
                  <a:pt x="1739" y="7679"/>
                </a:cubicBezTo>
                <a:cubicBezTo>
                  <a:pt x="1656" y="7524"/>
                  <a:pt x="1906" y="7215"/>
                  <a:pt x="1596" y="7096"/>
                </a:cubicBezTo>
                <a:cubicBezTo>
                  <a:pt x="1941" y="6846"/>
                  <a:pt x="1441" y="6584"/>
                  <a:pt x="1596" y="6322"/>
                </a:cubicBezTo>
                <a:cubicBezTo>
                  <a:pt x="1623" y="6277"/>
                  <a:pt x="1683" y="6092"/>
                  <a:pt x="1591" y="6092"/>
                </a:cubicBezTo>
                <a:cubicBezTo>
                  <a:pt x="1561" y="6092"/>
                  <a:pt x="1513" y="6113"/>
                  <a:pt x="1441" y="6167"/>
                </a:cubicBezTo>
                <a:cubicBezTo>
                  <a:pt x="1432" y="6173"/>
                  <a:pt x="1424" y="6175"/>
                  <a:pt x="1416" y="6175"/>
                </a:cubicBezTo>
                <a:cubicBezTo>
                  <a:pt x="1356" y="6175"/>
                  <a:pt x="1313" y="6042"/>
                  <a:pt x="1334" y="6000"/>
                </a:cubicBezTo>
                <a:cubicBezTo>
                  <a:pt x="1453" y="5738"/>
                  <a:pt x="1394" y="5334"/>
                  <a:pt x="1334" y="5250"/>
                </a:cubicBezTo>
                <a:cubicBezTo>
                  <a:pt x="1167" y="5012"/>
                  <a:pt x="1489" y="4643"/>
                  <a:pt x="1132" y="4524"/>
                </a:cubicBezTo>
                <a:cubicBezTo>
                  <a:pt x="1120" y="4512"/>
                  <a:pt x="1120" y="4405"/>
                  <a:pt x="1132" y="4405"/>
                </a:cubicBezTo>
                <a:cubicBezTo>
                  <a:pt x="1394" y="4262"/>
                  <a:pt x="1167" y="4119"/>
                  <a:pt x="1155" y="3952"/>
                </a:cubicBezTo>
                <a:cubicBezTo>
                  <a:pt x="1108" y="3309"/>
                  <a:pt x="846" y="2702"/>
                  <a:pt x="905" y="2035"/>
                </a:cubicBezTo>
                <a:cubicBezTo>
                  <a:pt x="913" y="1868"/>
                  <a:pt x="955" y="1802"/>
                  <a:pt x="1025" y="1802"/>
                </a:cubicBezTo>
                <a:cubicBezTo>
                  <a:pt x="1064" y="1802"/>
                  <a:pt x="1112" y="1823"/>
                  <a:pt x="1167" y="1857"/>
                </a:cubicBezTo>
                <a:cubicBezTo>
                  <a:pt x="1263" y="1905"/>
                  <a:pt x="1346" y="1988"/>
                  <a:pt x="1441" y="2035"/>
                </a:cubicBezTo>
                <a:cubicBezTo>
                  <a:pt x="1906" y="2333"/>
                  <a:pt x="2358" y="2643"/>
                  <a:pt x="2846" y="2893"/>
                </a:cubicBezTo>
                <a:cubicBezTo>
                  <a:pt x="2964" y="2952"/>
                  <a:pt x="3068" y="2979"/>
                  <a:pt x="3162" y="2979"/>
                </a:cubicBezTo>
                <a:cubicBezTo>
                  <a:pt x="3411" y="2979"/>
                  <a:pt x="3595" y="2790"/>
                  <a:pt x="3811" y="2488"/>
                </a:cubicBezTo>
                <a:cubicBezTo>
                  <a:pt x="4096" y="2071"/>
                  <a:pt x="4346" y="1595"/>
                  <a:pt x="4787" y="1333"/>
                </a:cubicBezTo>
                <a:cubicBezTo>
                  <a:pt x="4842" y="1301"/>
                  <a:pt x="4919" y="1280"/>
                  <a:pt x="4985" y="1280"/>
                </a:cubicBezTo>
                <a:close/>
                <a:moveTo>
                  <a:pt x="5405" y="0"/>
                </a:moveTo>
                <a:cubicBezTo>
                  <a:pt x="5301" y="0"/>
                  <a:pt x="5179" y="25"/>
                  <a:pt x="5037" y="71"/>
                </a:cubicBezTo>
                <a:cubicBezTo>
                  <a:pt x="4775" y="154"/>
                  <a:pt x="4668" y="369"/>
                  <a:pt x="4454" y="476"/>
                </a:cubicBezTo>
                <a:cubicBezTo>
                  <a:pt x="3942" y="750"/>
                  <a:pt x="3620" y="1309"/>
                  <a:pt x="3299" y="1774"/>
                </a:cubicBezTo>
                <a:cubicBezTo>
                  <a:pt x="3156" y="1980"/>
                  <a:pt x="3043" y="2038"/>
                  <a:pt x="2920" y="2038"/>
                </a:cubicBezTo>
                <a:cubicBezTo>
                  <a:pt x="2837" y="2038"/>
                  <a:pt x="2749" y="2012"/>
                  <a:pt x="2644" y="1988"/>
                </a:cubicBezTo>
                <a:cubicBezTo>
                  <a:pt x="2394" y="1940"/>
                  <a:pt x="2418" y="1571"/>
                  <a:pt x="2203" y="1547"/>
                </a:cubicBezTo>
                <a:cubicBezTo>
                  <a:pt x="1834" y="1500"/>
                  <a:pt x="1596" y="1238"/>
                  <a:pt x="1310" y="1035"/>
                </a:cubicBezTo>
                <a:cubicBezTo>
                  <a:pt x="1182" y="934"/>
                  <a:pt x="1001" y="875"/>
                  <a:pt x="840" y="875"/>
                </a:cubicBezTo>
                <a:cubicBezTo>
                  <a:pt x="716" y="875"/>
                  <a:pt x="604" y="910"/>
                  <a:pt x="536" y="988"/>
                </a:cubicBezTo>
                <a:cubicBezTo>
                  <a:pt x="298" y="1273"/>
                  <a:pt x="1" y="1654"/>
                  <a:pt x="120" y="2107"/>
                </a:cubicBezTo>
                <a:cubicBezTo>
                  <a:pt x="274" y="2750"/>
                  <a:pt x="263" y="3417"/>
                  <a:pt x="441" y="4048"/>
                </a:cubicBezTo>
                <a:cubicBezTo>
                  <a:pt x="501" y="4250"/>
                  <a:pt x="608" y="4500"/>
                  <a:pt x="572" y="4714"/>
                </a:cubicBezTo>
                <a:cubicBezTo>
                  <a:pt x="477" y="5357"/>
                  <a:pt x="727" y="5953"/>
                  <a:pt x="858" y="6548"/>
                </a:cubicBezTo>
                <a:cubicBezTo>
                  <a:pt x="1025" y="7346"/>
                  <a:pt x="1072" y="8191"/>
                  <a:pt x="1334" y="8989"/>
                </a:cubicBezTo>
                <a:cubicBezTo>
                  <a:pt x="1477" y="9429"/>
                  <a:pt x="1525" y="9977"/>
                  <a:pt x="1560" y="10489"/>
                </a:cubicBezTo>
                <a:cubicBezTo>
                  <a:pt x="1608" y="11037"/>
                  <a:pt x="1632" y="11037"/>
                  <a:pt x="1120" y="11108"/>
                </a:cubicBezTo>
                <a:cubicBezTo>
                  <a:pt x="429" y="11203"/>
                  <a:pt x="370" y="11430"/>
                  <a:pt x="453" y="12156"/>
                </a:cubicBezTo>
                <a:cubicBezTo>
                  <a:pt x="513" y="12727"/>
                  <a:pt x="834" y="13120"/>
                  <a:pt x="1060" y="13537"/>
                </a:cubicBezTo>
                <a:cubicBezTo>
                  <a:pt x="1394" y="14144"/>
                  <a:pt x="1798" y="14763"/>
                  <a:pt x="2298" y="15263"/>
                </a:cubicBezTo>
                <a:cubicBezTo>
                  <a:pt x="2303" y="15268"/>
                  <a:pt x="2310" y="15270"/>
                  <a:pt x="2318" y="15270"/>
                </a:cubicBezTo>
                <a:cubicBezTo>
                  <a:pt x="2329" y="15270"/>
                  <a:pt x="2343" y="15266"/>
                  <a:pt x="2357" y="15266"/>
                </a:cubicBezTo>
                <a:cubicBezTo>
                  <a:pt x="2379" y="15266"/>
                  <a:pt x="2400" y="15275"/>
                  <a:pt x="2406" y="15323"/>
                </a:cubicBezTo>
                <a:cubicBezTo>
                  <a:pt x="2465" y="15751"/>
                  <a:pt x="2822" y="15930"/>
                  <a:pt x="3049" y="16204"/>
                </a:cubicBezTo>
                <a:cubicBezTo>
                  <a:pt x="3275" y="16478"/>
                  <a:pt x="3561" y="16740"/>
                  <a:pt x="3834" y="16990"/>
                </a:cubicBezTo>
                <a:cubicBezTo>
                  <a:pt x="4024" y="17160"/>
                  <a:pt x="4416" y="17372"/>
                  <a:pt x="4678" y="17372"/>
                </a:cubicBezTo>
                <a:cubicBezTo>
                  <a:pt x="4727" y="17372"/>
                  <a:pt x="4773" y="17364"/>
                  <a:pt x="4811" y="17347"/>
                </a:cubicBezTo>
                <a:cubicBezTo>
                  <a:pt x="5394" y="17061"/>
                  <a:pt x="5727" y="16454"/>
                  <a:pt x="5989" y="15894"/>
                </a:cubicBezTo>
                <a:cubicBezTo>
                  <a:pt x="6180" y="15501"/>
                  <a:pt x="6323" y="15013"/>
                  <a:pt x="6549" y="14692"/>
                </a:cubicBezTo>
                <a:cubicBezTo>
                  <a:pt x="6966" y="14097"/>
                  <a:pt x="7013" y="13394"/>
                  <a:pt x="7263" y="12751"/>
                </a:cubicBezTo>
                <a:cubicBezTo>
                  <a:pt x="7478" y="12203"/>
                  <a:pt x="7513" y="11560"/>
                  <a:pt x="7525" y="10953"/>
                </a:cubicBezTo>
                <a:cubicBezTo>
                  <a:pt x="7525" y="10632"/>
                  <a:pt x="7609" y="10227"/>
                  <a:pt x="7240" y="9941"/>
                </a:cubicBezTo>
                <a:cubicBezTo>
                  <a:pt x="7023" y="9779"/>
                  <a:pt x="6826" y="9670"/>
                  <a:pt x="6623" y="9670"/>
                </a:cubicBezTo>
                <a:cubicBezTo>
                  <a:pt x="6470" y="9670"/>
                  <a:pt x="6314" y="9733"/>
                  <a:pt x="6144" y="9882"/>
                </a:cubicBezTo>
                <a:cubicBezTo>
                  <a:pt x="6071" y="9940"/>
                  <a:pt x="6002" y="9966"/>
                  <a:pt x="5943" y="9966"/>
                </a:cubicBezTo>
                <a:cubicBezTo>
                  <a:pt x="5822" y="9966"/>
                  <a:pt x="5743" y="9852"/>
                  <a:pt x="5751" y="9667"/>
                </a:cubicBezTo>
                <a:cubicBezTo>
                  <a:pt x="5763" y="8632"/>
                  <a:pt x="5787" y="7596"/>
                  <a:pt x="5787" y="6560"/>
                </a:cubicBezTo>
                <a:cubicBezTo>
                  <a:pt x="5775" y="5595"/>
                  <a:pt x="5787" y="4643"/>
                  <a:pt x="5775" y="3679"/>
                </a:cubicBezTo>
                <a:cubicBezTo>
                  <a:pt x="5751" y="2714"/>
                  <a:pt x="5918" y="1762"/>
                  <a:pt x="5835" y="785"/>
                </a:cubicBezTo>
                <a:cubicBezTo>
                  <a:pt x="5862" y="236"/>
                  <a:pt x="5725" y="0"/>
                  <a:pt x="540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bg2">
                  <a:lumMod val="50000"/>
                </a:schemeClr>
              </a:solidFill>
            </a:endParaRPr>
          </a:p>
        </p:txBody>
      </p:sp>
      <p:sp>
        <p:nvSpPr>
          <p:cNvPr id="35" name="Google Shape;383;p21">
            <a:extLst>
              <a:ext uri="{FF2B5EF4-FFF2-40B4-BE49-F238E27FC236}">
                <a16:creationId xmlns:a16="http://schemas.microsoft.com/office/drawing/2014/main" id="{6E18871C-2152-D8EA-0295-42DA12E65C63}"/>
              </a:ext>
            </a:extLst>
          </p:cNvPr>
          <p:cNvSpPr/>
          <p:nvPr/>
        </p:nvSpPr>
        <p:spPr>
          <a:xfrm>
            <a:off x="10104831" y="1541450"/>
            <a:ext cx="227421" cy="282563"/>
          </a:xfrm>
          <a:custGeom>
            <a:avLst/>
            <a:gdLst/>
            <a:ahLst/>
            <a:cxnLst/>
            <a:rect l="l" t="t" r="r" b="b"/>
            <a:pathLst>
              <a:path w="5915" h="15236" extrusionOk="0">
                <a:moveTo>
                  <a:pt x="4140" y="0"/>
                </a:moveTo>
                <a:cubicBezTo>
                  <a:pt x="4074" y="0"/>
                  <a:pt x="3997" y="21"/>
                  <a:pt x="3942" y="53"/>
                </a:cubicBezTo>
                <a:cubicBezTo>
                  <a:pt x="3501" y="315"/>
                  <a:pt x="3251" y="791"/>
                  <a:pt x="2966" y="1208"/>
                </a:cubicBezTo>
                <a:cubicBezTo>
                  <a:pt x="2750" y="1510"/>
                  <a:pt x="2566" y="1699"/>
                  <a:pt x="2317" y="1699"/>
                </a:cubicBezTo>
                <a:cubicBezTo>
                  <a:pt x="2223" y="1699"/>
                  <a:pt x="2119" y="1672"/>
                  <a:pt x="2001" y="1613"/>
                </a:cubicBezTo>
                <a:cubicBezTo>
                  <a:pt x="1513" y="1363"/>
                  <a:pt x="1061" y="1053"/>
                  <a:pt x="596" y="755"/>
                </a:cubicBezTo>
                <a:cubicBezTo>
                  <a:pt x="501" y="708"/>
                  <a:pt x="418" y="625"/>
                  <a:pt x="322" y="577"/>
                </a:cubicBezTo>
                <a:cubicBezTo>
                  <a:pt x="267" y="543"/>
                  <a:pt x="219" y="522"/>
                  <a:pt x="180" y="522"/>
                </a:cubicBezTo>
                <a:cubicBezTo>
                  <a:pt x="110" y="522"/>
                  <a:pt x="68" y="588"/>
                  <a:pt x="60" y="755"/>
                </a:cubicBezTo>
                <a:cubicBezTo>
                  <a:pt x="1" y="1422"/>
                  <a:pt x="263" y="2029"/>
                  <a:pt x="310" y="2672"/>
                </a:cubicBezTo>
                <a:cubicBezTo>
                  <a:pt x="322" y="2839"/>
                  <a:pt x="549" y="2982"/>
                  <a:pt x="287" y="3125"/>
                </a:cubicBezTo>
                <a:cubicBezTo>
                  <a:pt x="275" y="3125"/>
                  <a:pt x="275" y="3232"/>
                  <a:pt x="287" y="3244"/>
                </a:cubicBezTo>
                <a:cubicBezTo>
                  <a:pt x="644" y="3363"/>
                  <a:pt x="322" y="3732"/>
                  <a:pt x="489" y="3970"/>
                </a:cubicBezTo>
                <a:cubicBezTo>
                  <a:pt x="549" y="4054"/>
                  <a:pt x="608" y="4458"/>
                  <a:pt x="489" y="4720"/>
                </a:cubicBezTo>
                <a:cubicBezTo>
                  <a:pt x="468" y="4762"/>
                  <a:pt x="511" y="4895"/>
                  <a:pt x="571" y="4895"/>
                </a:cubicBezTo>
                <a:cubicBezTo>
                  <a:pt x="579" y="4895"/>
                  <a:pt x="587" y="4893"/>
                  <a:pt x="596" y="4887"/>
                </a:cubicBezTo>
                <a:cubicBezTo>
                  <a:pt x="668" y="4833"/>
                  <a:pt x="716" y="4812"/>
                  <a:pt x="746" y="4812"/>
                </a:cubicBezTo>
                <a:cubicBezTo>
                  <a:pt x="838" y="4812"/>
                  <a:pt x="778" y="4997"/>
                  <a:pt x="751" y="5042"/>
                </a:cubicBezTo>
                <a:cubicBezTo>
                  <a:pt x="596" y="5304"/>
                  <a:pt x="1096" y="5566"/>
                  <a:pt x="751" y="5816"/>
                </a:cubicBezTo>
                <a:cubicBezTo>
                  <a:pt x="1061" y="5935"/>
                  <a:pt x="811" y="6244"/>
                  <a:pt x="894" y="6399"/>
                </a:cubicBezTo>
                <a:cubicBezTo>
                  <a:pt x="1132" y="6804"/>
                  <a:pt x="1096" y="7280"/>
                  <a:pt x="1227" y="7721"/>
                </a:cubicBezTo>
                <a:cubicBezTo>
                  <a:pt x="1346" y="8137"/>
                  <a:pt x="1346" y="8602"/>
                  <a:pt x="1537" y="9018"/>
                </a:cubicBezTo>
                <a:cubicBezTo>
                  <a:pt x="1608" y="9173"/>
                  <a:pt x="1549" y="9435"/>
                  <a:pt x="1513" y="9649"/>
                </a:cubicBezTo>
                <a:cubicBezTo>
                  <a:pt x="1465" y="9876"/>
                  <a:pt x="1704" y="9911"/>
                  <a:pt x="1704" y="10161"/>
                </a:cubicBezTo>
                <a:cubicBezTo>
                  <a:pt x="1692" y="10549"/>
                  <a:pt x="1650" y="10700"/>
                  <a:pt x="1348" y="10700"/>
                </a:cubicBezTo>
                <a:cubicBezTo>
                  <a:pt x="1325" y="10700"/>
                  <a:pt x="1301" y="10699"/>
                  <a:pt x="1275" y="10697"/>
                </a:cubicBezTo>
                <a:cubicBezTo>
                  <a:pt x="1061" y="10685"/>
                  <a:pt x="882" y="10554"/>
                  <a:pt x="656" y="10531"/>
                </a:cubicBezTo>
                <a:cubicBezTo>
                  <a:pt x="636" y="10528"/>
                  <a:pt x="617" y="10526"/>
                  <a:pt x="600" y="10526"/>
                </a:cubicBezTo>
                <a:cubicBezTo>
                  <a:pt x="403" y="10526"/>
                  <a:pt x="387" y="10705"/>
                  <a:pt x="310" y="10792"/>
                </a:cubicBezTo>
                <a:cubicBezTo>
                  <a:pt x="227" y="10900"/>
                  <a:pt x="299" y="11054"/>
                  <a:pt x="418" y="11126"/>
                </a:cubicBezTo>
                <a:cubicBezTo>
                  <a:pt x="584" y="11209"/>
                  <a:pt x="691" y="11364"/>
                  <a:pt x="751" y="11531"/>
                </a:cubicBezTo>
                <a:cubicBezTo>
                  <a:pt x="953" y="12102"/>
                  <a:pt x="1394" y="12495"/>
                  <a:pt x="1608" y="13055"/>
                </a:cubicBezTo>
                <a:cubicBezTo>
                  <a:pt x="1632" y="13138"/>
                  <a:pt x="1704" y="13198"/>
                  <a:pt x="1787" y="13209"/>
                </a:cubicBezTo>
                <a:cubicBezTo>
                  <a:pt x="1930" y="13233"/>
                  <a:pt x="2025" y="13376"/>
                  <a:pt x="2073" y="13483"/>
                </a:cubicBezTo>
                <a:cubicBezTo>
                  <a:pt x="2263" y="13983"/>
                  <a:pt x="2680" y="14257"/>
                  <a:pt x="3025" y="14602"/>
                </a:cubicBezTo>
                <a:cubicBezTo>
                  <a:pt x="3144" y="14733"/>
                  <a:pt x="3299" y="14781"/>
                  <a:pt x="3382" y="14995"/>
                </a:cubicBezTo>
                <a:cubicBezTo>
                  <a:pt x="3455" y="15154"/>
                  <a:pt x="3606" y="15236"/>
                  <a:pt x="3751" y="15236"/>
                </a:cubicBezTo>
                <a:cubicBezTo>
                  <a:pt x="3867" y="15236"/>
                  <a:pt x="3980" y="15184"/>
                  <a:pt x="4049" y="15079"/>
                </a:cubicBezTo>
                <a:cubicBezTo>
                  <a:pt x="4299" y="14698"/>
                  <a:pt x="4537" y="14293"/>
                  <a:pt x="4728" y="13888"/>
                </a:cubicBezTo>
                <a:cubicBezTo>
                  <a:pt x="4978" y="13328"/>
                  <a:pt x="5240" y="12781"/>
                  <a:pt x="5418" y="12174"/>
                </a:cubicBezTo>
                <a:cubicBezTo>
                  <a:pt x="5621" y="11423"/>
                  <a:pt x="5835" y="10673"/>
                  <a:pt x="5906" y="9911"/>
                </a:cubicBezTo>
                <a:cubicBezTo>
                  <a:pt x="5915" y="9487"/>
                  <a:pt x="5851" y="9329"/>
                  <a:pt x="5654" y="9329"/>
                </a:cubicBezTo>
                <a:cubicBezTo>
                  <a:pt x="5575" y="9329"/>
                  <a:pt x="5474" y="9355"/>
                  <a:pt x="5347" y="9399"/>
                </a:cubicBezTo>
                <a:cubicBezTo>
                  <a:pt x="5109" y="9483"/>
                  <a:pt x="4954" y="9697"/>
                  <a:pt x="4716" y="9721"/>
                </a:cubicBezTo>
                <a:cubicBezTo>
                  <a:pt x="4665" y="9725"/>
                  <a:pt x="4600" y="9734"/>
                  <a:pt x="4540" y="9734"/>
                </a:cubicBezTo>
                <a:cubicBezTo>
                  <a:pt x="4445" y="9734"/>
                  <a:pt x="4363" y="9713"/>
                  <a:pt x="4371" y="9626"/>
                </a:cubicBezTo>
                <a:cubicBezTo>
                  <a:pt x="4418" y="9340"/>
                  <a:pt x="4156" y="9292"/>
                  <a:pt x="4109" y="9090"/>
                </a:cubicBezTo>
                <a:cubicBezTo>
                  <a:pt x="4085" y="9007"/>
                  <a:pt x="3990" y="8935"/>
                  <a:pt x="4061" y="8816"/>
                </a:cubicBezTo>
                <a:cubicBezTo>
                  <a:pt x="4180" y="8602"/>
                  <a:pt x="4156" y="8352"/>
                  <a:pt x="4156" y="8114"/>
                </a:cubicBezTo>
                <a:cubicBezTo>
                  <a:pt x="4144" y="7078"/>
                  <a:pt x="4120" y="6030"/>
                  <a:pt x="4144" y="5006"/>
                </a:cubicBezTo>
                <a:cubicBezTo>
                  <a:pt x="4156" y="4089"/>
                  <a:pt x="4097" y="3161"/>
                  <a:pt x="4156" y="2244"/>
                </a:cubicBezTo>
                <a:cubicBezTo>
                  <a:pt x="4192" y="1601"/>
                  <a:pt x="4299" y="958"/>
                  <a:pt x="4228" y="303"/>
                </a:cubicBezTo>
                <a:cubicBezTo>
                  <a:pt x="4228" y="208"/>
                  <a:pt x="4394" y="89"/>
                  <a:pt x="4228" y="17"/>
                </a:cubicBezTo>
                <a:cubicBezTo>
                  <a:pt x="4204" y="5"/>
                  <a:pt x="4173" y="0"/>
                  <a:pt x="4140" y="0"/>
                </a:cubicBezTo>
                <a:close/>
              </a:path>
            </a:pathLst>
          </a:custGeom>
          <a:solidFill>
            <a:schemeClr val="accent2">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bg2">
                  <a:lumMod val="50000"/>
                </a:schemeClr>
              </a:solidFill>
            </a:endParaRPr>
          </a:p>
        </p:txBody>
      </p:sp>
      <p:sp>
        <p:nvSpPr>
          <p:cNvPr id="24" name="TextBox 23">
            <a:extLst>
              <a:ext uri="{FF2B5EF4-FFF2-40B4-BE49-F238E27FC236}">
                <a16:creationId xmlns:a16="http://schemas.microsoft.com/office/drawing/2014/main" id="{E918DAB1-B0CD-B617-931B-8D9C00F0A848}"/>
              </a:ext>
            </a:extLst>
          </p:cNvPr>
          <p:cNvSpPr txBox="1"/>
          <p:nvPr/>
        </p:nvSpPr>
        <p:spPr>
          <a:xfrm>
            <a:off x="4306414" y="6222058"/>
            <a:ext cx="5377069" cy="369332"/>
          </a:xfrm>
          <a:prstGeom prst="rect">
            <a:avLst/>
          </a:prstGeom>
          <a:noFill/>
          <a:ln>
            <a:noFill/>
          </a:ln>
          <a:effectLst>
            <a:glow rad="101600">
              <a:schemeClr val="accent1">
                <a:satMod val="175000"/>
                <a:alpha val="46000"/>
              </a:schemeClr>
            </a:glow>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r>
              <a:rPr lang="en-US" dirty="0">
                <a:latin typeface="Arial Nova Light (Body)"/>
              </a:rPr>
              <a:t>Decision type: Variety Seeking</a:t>
            </a:r>
          </a:p>
        </p:txBody>
      </p:sp>
    </p:spTree>
    <p:extLst>
      <p:ext uri="{BB962C8B-B14F-4D97-AF65-F5344CB8AC3E}">
        <p14:creationId xmlns:p14="http://schemas.microsoft.com/office/powerpoint/2010/main" val="26945915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3AB5DF2-B092-CAC8-90C1-1C675861D565}"/>
              </a:ext>
            </a:extLst>
          </p:cNvPr>
          <p:cNvSpPr txBox="1"/>
          <p:nvPr/>
        </p:nvSpPr>
        <p:spPr>
          <a:xfrm>
            <a:off x="4048121" y="6195518"/>
            <a:ext cx="2968905" cy="381565"/>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r>
              <a:rPr lang="en-US" dirty="0"/>
              <a:t>Decision type: New task/buy</a:t>
            </a:r>
          </a:p>
        </p:txBody>
      </p:sp>
      <p:sp>
        <p:nvSpPr>
          <p:cNvPr id="2" name="Title 1">
            <a:extLst>
              <a:ext uri="{FF2B5EF4-FFF2-40B4-BE49-F238E27FC236}">
                <a16:creationId xmlns:a16="http://schemas.microsoft.com/office/drawing/2014/main" id="{82A91D3C-73F8-86EA-F420-FD9C2D892C61}"/>
              </a:ext>
            </a:extLst>
          </p:cNvPr>
          <p:cNvSpPr>
            <a:spLocks noGrp="1"/>
          </p:cNvSpPr>
          <p:nvPr>
            <p:ph type="title"/>
          </p:nvPr>
        </p:nvSpPr>
        <p:spPr>
          <a:xfrm>
            <a:off x="284320" y="-74857"/>
            <a:ext cx="10197686" cy="1329004"/>
          </a:xfrm>
        </p:spPr>
        <p:txBody>
          <a:bodyPr>
            <a:normAutofit/>
          </a:bodyPr>
          <a:lstStyle/>
          <a:p>
            <a:r>
              <a:rPr lang="en-US" sz="3600" b="1" dirty="0">
                <a:latin typeface="Amasis MT Pro Light" panose="02040304050005020304" pitchFamily="18" charset="0"/>
              </a:rPr>
              <a:t>Buyer Behavioral Analysis:</a:t>
            </a:r>
          </a:p>
        </p:txBody>
      </p:sp>
      <p:sp>
        <p:nvSpPr>
          <p:cNvPr id="3" name="Content Placeholder 2">
            <a:extLst>
              <a:ext uri="{FF2B5EF4-FFF2-40B4-BE49-F238E27FC236}">
                <a16:creationId xmlns:a16="http://schemas.microsoft.com/office/drawing/2014/main" id="{2C0BA0F1-A3A9-F49F-730D-14B01CA25C3F}"/>
              </a:ext>
            </a:extLst>
          </p:cNvPr>
          <p:cNvSpPr>
            <a:spLocks noGrp="1"/>
          </p:cNvSpPr>
          <p:nvPr>
            <p:ph idx="1"/>
          </p:nvPr>
        </p:nvSpPr>
        <p:spPr>
          <a:xfrm>
            <a:off x="438096" y="979095"/>
            <a:ext cx="6038663" cy="448025"/>
          </a:xfrm>
        </p:spPr>
        <p:txBody>
          <a:bodyPr>
            <a:normAutofit/>
          </a:bodyPr>
          <a:lstStyle/>
          <a:p>
            <a:pPr>
              <a:buClrTx/>
              <a:buFont typeface="Wingdings" panose="05000000000000000000" pitchFamily="2" charset="2"/>
              <a:buChar char="q"/>
            </a:pPr>
            <a:r>
              <a:rPr lang="en-US" dirty="0">
                <a:solidFill>
                  <a:schemeClr val="tx1"/>
                </a:solidFill>
                <a:latin typeface="Montserrat" panose="00000500000000000000" pitchFamily="2" charset="0"/>
              </a:rPr>
              <a:t> Factors that influence Buyer</a:t>
            </a:r>
            <a:r>
              <a:rPr lang="en-US" dirty="0">
                <a:latin typeface="Montserrat" panose="00000500000000000000" pitchFamily="2" charset="0"/>
              </a:rPr>
              <a:t>:</a:t>
            </a:r>
          </a:p>
        </p:txBody>
      </p:sp>
      <p:sp>
        <p:nvSpPr>
          <p:cNvPr id="5" name="Google Shape;353;p21">
            <a:extLst>
              <a:ext uri="{FF2B5EF4-FFF2-40B4-BE49-F238E27FC236}">
                <a16:creationId xmlns:a16="http://schemas.microsoft.com/office/drawing/2014/main" id="{86680B98-A8DD-4502-34FF-1A5ADCCFA7D6}"/>
              </a:ext>
            </a:extLst>
          </p:cNvPr>
          <p:cNvSpPr/>
          <p:nvPr/>
        </p:nvSpPr>
        <p:spPr>
          <a:xfrm>
            <a:off x="1746401" y="1837657"/>
            <a:ext cx="2771896" cy="1494957"/>
          </a:xfrm>
          <a:custGeom>
            <a:avLst/>
            <a:gdLst/>
            <a:ahLst/>
            <a:cxnLst/>
            <a:rect l="l" t="t" r="r" b="b"/>
            <a:pathLst>
              <a:path w="58318" h="55406" extrusionOk="0">
                <a:moveTo>
                  <a:pt x="34124" y="935"/>
                </a:moveTo>
                <a:cubicBezTo>
                  <a:pt x="34235" y="1012"/>
                  <a:pt x="34186" y="1268"/>
                  <a:pt x="34279" y="1268"/>
                </a:cubicBezTo>
                <a:cubicBezTo>
                  <a:pt x="34315" y="1268"/>
                  <a:pt x="34372" y="1229"/>
                  <a:pt x="34469" y="1126"/>
                </a:cubicBezTo>
                <a:cubicBezTo>
                  <a:pt x="34490" y="1105"/>
                  <a:pt x="34519" y="1096"/>
                  <a:pt x="34553" y="1096"/>
                </a:cubicBezTo>
                <a:cubicBezTo>
                  <a:pt x="34691" y="1096"/>
                  <a:pt x="34919" y="1238"/>
                  <a:pt x="35100" y="1257"/>
                </a:cubicBezTo>
                <a:cubicBezTo>
                  <a:pt x="35326" y="1293"/>
                  <a:pt x="35541" y="1328"/>
                  <a:pt x="35767" y="1352"/>
                </a:cubicBezTo>
                <a:cubicBezTo>
                  <a:pt x="36160" y="1376"/>
                  <a:pt x="48459" y="1435"/>
                  <a:pt x="48852" y="1447"/>
                </a:cubicBezTo>
                <a:cubicBezTo>
                  <a:pt x="49161" y="1447"/>
                  <a:pt x="49469" y="1579"/>
                  <a:pt x="49788" y="1579"/>
                </a:cubicBezTo>
                <a:cubicBezTo>
                  <a:pt x="49802" y="1579"/>
                  <a:pt x="49815" y="1579"/>
                  <a:pt x="49828" y="1578"/>
                </a:cubicBezTo>
                <a:cubicBezTo>
                  <a:pt x="49853" y="1577"/>
                  <a:pt x="49878" y="1577"/>
                  <a:pt x="49902" y="1577"/>
                </a:cubicBezTo>
                <a:cubicBezTo>
                  <a:pt x="50372" y="1577"/>
                  <a:pt x="50792" y="1786"/>
                  <a:pt x="51233" y="1888"/>
                </a:cubicBezTo>
                <a:cubicBezTo>
                  <a:pt x="51426" y="1934"/>
                  <a:pt x="51605" y="1987"/>
                  <a:pt x="51796" y="1987"/>
                </a:cubicBezTo>
                <a:cubicBezTo>
                  <a:pt x="51853" y="1987"/>
                  <a:pt x="51911" y="1982"/>
                  <a:pt x="51971" y="1971"/>
                </a:cubicBezTo>
                <a:cubicBezTo>
                  <a:pt x="51979" y="1970"/>
                  <a:pt x="51987" y="1969"/>
                  <a:pt x="51994" y="1969"/>
                </a:cubicBezTo>
                <a:cubicBezTo>
                  <a:pt x="52113" y="1969"/>
                  <a:pt x="52197" y="2139"/>
                  <a:pt x="52376" y="2150"/>
                </a:cubicBezTo>
                <a:cubicBezTo>
                  <a:pt x="52579" y="2150"/>
                  <a:pt x="52638" y="2090"/>
                  <a:pt x="52614" y="1912"/>
                </a:cubicBezTo>
                <a:lnTo>
                  <a:pt x="52614" y="1912"/>
                </a:lnTo>
                <a:cubicBezTo>
                  <a:pt x="52757" y="1947"/>
                  <a:pt x="52781" y="2066"/>
                  <a:pt x="52841" y="2150"/>
                </a:cubicBezTo>
                <a:cubicBezTo>
                  <a:pt x="52882" y="2208"/>
                  <a:pt x="52923" y="2294"/>
                  <a:pt x="52996" y="2294"/>
                </a:cubicBezTo>
                <a:cubicBezTo>
                  <a:pt x="53028" y="2294"/>
                  <a:pt x="53067" y="2277"/>
                  <a:pt x="53114" y="2233"/>
                </a:cubicBezTo>
                <a:cubicBezTo>
                  <a:pt x="53162" y="2192"/>
                  <a:pt x="53200" y="2176"/>
                  <a:pt x="53231" y="2176"/>
                </a:cubicBezTo>
                <a:cubicBezTo>
                  <a:pt x="53309" y="2176"/>
                  <a:pt x="53346" y="2279"/>
                  <a:pt x="53388" y="2364"/>
                </a:cubicBezTo>
                <a:cubicBezTo>
                  <a:pt x="53412" y="2400"/>
                  <a:pt x="53376" y="2471"/>
                  <a:pt x="53448" y="2483"/>
                </a:cubicBezTo>
                <a:cubicBezTo>
                  <a:pt x="53900" y="2519"/>
                  <a:pt x="54222" y="2805"/>
                  <a:pt x="54555" y="3055"/>
                </a:cubicBezTo>
                <a:cubicBezTo>
                  <a:pt x="54900" y="3317"/>
                  <a:pt x="55198" y="3638"/>
                  <a:pt x="55555" y="3888"/>
                </a:cubicBezTo>
                <a:cubicBezTo>
                  <a:pt x="55829" y="4090"/>
                  <a:pt x="56067" y="4317"/>
                  <a:pt x="56305" y="4567"/>
                </a:cubicBezTo>
                <a:cubicBezTo>
                  <a:pt x="56651" y="4948"/>
                  <a:pt x="56698" y="5448"/>
                  <a:pt x="56936" y="5865"/>
                </a:cubicBezTo>
                <a:cubicBezTo>
                  <a:pt x="56996" y="5972"/>
                  <a:pt x="56901" y="6067"/>
                  <a:pt x="56877" y="6162"/>
                </a:cubicBezTo>
                <a:cubicBezTo>
                  <a:pt x="56853" y="6281"/>
                  <a:pt x="56817" y="6388"/>
                  <a:pt x="56972" y="6412"/>
                </a:cubicBezTo>
                <a:cubicBezTo>
                  <a:pt x="57067" y="6424"/>
                  <a:pt x="57067" y="6484"/>
                  <a:pt x="57067" y="6543"/>
                </a:cubicBezTo>
                <a:cubicBezTo>
                  <a:pt x="56972" y="7091"/>
                  <a:pt x="57210" y="7627"/>
                  <a:pt x="57174" y="8162"/>
                </a:cubicBezTo>
                <a:cubicBezTo>
                  <a:pt x="57151" y="8758"/>
                  <a:pt x="57246" y="9341"/>
                  <a:pt x="57139" y="9936"/>
                </a:cubicBezTo>
                <a:cubicBezTo>
                  <a:pt x="57055" y="10389"/>
                  <a:pt x="57139" y="10889"/>
                  <a:pt x="57163" y="11365"/>
                </a:cubicBezTo>
                <a:cubicBezTo>
                  <a:pt x="57186" y="11675"/>
                  <a:pt x="57115" y="11972"/>
                  <a:pt x="57115" y="12282"/>
                </a:cubicBezTo>
                <a:cubicBezTo>
                  <a:pt x="57115" y="12524"/>
                  <a:pt x="56941" y="12585"/>
                  <a:pt x="56758" y="12585"/>
                </a:cubicBezTo>
                <a:cubicBezTo>
                  <a:pt x="56670" y="12585"/>
                  <a:pt x="56581" y="12571"/>
                  <a:pt x="56508" y="12556"/>
                </a:cubicBezTo>
                <a:cubicBezTo>
                  <a:pt x="56055" y="12472"/>
                  <a:pt x="55603" y="12484"/>
                  <a:pt x="55150" y="12461"/>
                </a:cubicBezTo>
                <a:cubicBezTo>
                  <a:pt x="54579" y="12437"/>
                  <a:pt x="54019" y="12425"/>
                  <a:pt x="53448" y="12389"/>
                </a:cubicBezTo>
                <a:cubicBezTo>
                  <a:pt x="53408" y="12384"/>
                  <a:pt x="53368" y="12383"/>
                  <a:pt x="53328" y="12383"/>
                </a:cubicBezTo>
                <a:cubicBezTo>
                  <a:pt x="53163" y="12383"/>
                  <a:pt x="52994" y="12415"/>
                  <a:pt x="52841" y="12425"/>
                </a:cubicBezTo>
                <a:cubicBezTo>
                  <a:pt x="52691" y="12437"/>
                  <a:pt x="52542" y="12441"/>
                  <a:pt x="52391" y="12441"/>
                </a:cubicBezTo>
                <a:cubicBezTo>
                  <a:pt x="51999" y="12441"/>
                  <a:pt x="51604" y="12412"/>
                  <a:pt x="51208" y="12412"/>
                </a:cubicBezTo>
                <a:cubicBezTo>
                  <a:pt x="51161" y="12412"/>
                  <a:pt x="51114" y="12412"/>
                  <a:pt x="51067" y="12413"/>
                </a:cubicBezTo>
                <a:cubicBezTo>
                  <a:pt x="50896" y="12417"/>
                  <a:pt x="50721" y="12418"/>
                  <a:pt x="50545" y="12418"/>
                </a:cubicBezTo>
                <a:cubicBezTo>
                  <a:pt x="50192" y="12418"/>
                  <a:pt x="49832" y="12413"/>
                  <a:pt x="49483" y="12413"/>
                </a:cubicBezTo>
                <a:cubicBezTo>
                  <a:pt x="48921" y="12413"/>
                  <a:pt x="40739" y="12367"/>
                  <a:pt x="37129" y="12367"/>
                </a:cubicBezTo>
                <a:cubicBezTo>
                  <a:pt x="36227" y="12367"/>
                  <a:pt x="35610" y="12370"/>
                  <a:pt x="35469" y="12377"/>
                </a:cubicBezTo>
                <a:cubicBezTo>
                  <a:pt x="35111" y="12399"/>
                  <a:pt x="34749" y="12403"/>
                  <a:pt x="34386" y="12403"/>
                </a:cubicBezTo>
                <a:cubicBezTo>
                  <a:pt x="34179" y="12403"/>
                  <a:pt x="33970" y="12402"/>
                  <a:pt x="33763" y="12402"/>
                </a:cubicBezTo>
                <a:cubicBezTo>
                  <a:pt x="33357" y="12402"/>
                  <a:pt x="32953" y="12407"/>
                  <a:pt x="32552" y="12437"/>
                </a:cubicBezTo>
                <a:cubicBezTo>
                  <a:pt x="32149" y="12458"/>
                  <a:pt x="31746" y="12464"/>
                  <a:pt x="31342" y="12464"/>
                </a:cubicBezTo>
                <a:cubicBezTo>
                  <a:pt x="30832" y="12464"/>
                  <a:pt x="30322" y="12455"/>
                  <a:pt x="29812" y="12455"/>
                </a:cubicBezTo>
                <a:cubicBezTo>
                  <a:pt x="29606" y="12455"/>
                  <a:pt x="29401" y="12456"/>
                  <a:pt x="29195" y="12461"/>
                </a:cubicBezTo>
                <a:cubicBezTo>
                  <a:pt x="29097" y="12462"/>
                  <a:pt x="28998" y="12463"/>
                  <a:pt x="28899" y="12463"/>
                </a:cubicBezTo>
                <a:cubicBezTo>
                  <a:pt x="28195" y="12463"/>
                  <a:pt x="27477" y="12425"/>
                  <a:pt x="26778" y="12341"/>
                </a:cubicBezTo>
                <a:cubicBezTo>
                  <a:pt x="26619" y="12319"/>
                  <a:pt x="25735" y="12313"/>
                  <a:pt x="24577" y="12313"/>
                </a:cubicBezTo>
                <a:cubicBezTo>
                  <a:pt x="23170" y="12313"/>
                  <a:pt x="21358" y="12322"/>
                  <a:pt x="19949" y="12322"/>
                </a:cubicBezTo>
                <a:cubicBezTo>
                  <a:pt x="18790" y="12322"/>
                  <a:pt x="17904" y="12316"/>
                  <a:pt x="17741" y="12294"/>
                </a:cubicBezTo>
                <a:cubicBezTo>
                  <a:pt x="17484" y="12258"/>
                  <a:pt x="16585" y="12251"/>
                  <a:pt x="15529" y="12251"/>
                </a:cubicBezTo>
                <a:cubicBezTo>
                  <a:pt x="14853" y="12251"/>
                  <a:pt x="14113" y="12254"/>
                  <a:pt x="13436" y="12254"/>
                </a:cubicBezTo>
                <a:cubicBezTo>
                  <a:pt x="12380" y="12254"/>
                  <a:pt x="11478" y="12247"/>
                  <a:pt x="11216" y="12211"/>
                </a:cubicBezTo>
                <a:cubicBezTo>
                  <a:pt x="11148" y="12200"/>
                  <a:pt x="11079" y="12196"/>
                  <a:pt x="11008" y="12196"/>
                </a:cubicBezTo>
                <a:cubicBezTo>
                  <a:pt x="10757" y="12196"/>
                  <a:pt x="10497" y="12249"/>
                  <a:pt x="10245" y="12249"/>
                </a:cubicBezTo>
                <a:cubicBezTo>
                  <a:pt x="10175" y="12249"/>
                  <a:pt x="10106" y="12245"/>
                  <a:pt x="10038" y="12234"/>
                </a:cubicBezTo>
                <a:cubicBezTo>
                  <a:pt x="9947" y="12220"/>
                  <a:pt x="9857" y="12214"/>
                  <a:pt x="9767" y="12214"/>
                </a:cubicBezTo>
                <a:cubicBezTo>
                  <a:pt x="9410" y="12214"/>
                  <a:pt x="9056" y="12307"/>
                  <a:pt x="8700" y="12307"/>
                </a:cubicBezTo>
                <a:cubicBezTo>
                  <a:pt x="8567" y="12307"/>
                  <a:pt x="8433" y="12294"/>
                  <a:pt x="8299" y="12258"/>
                </a:cubicBezTo>
                <a:cubicBezTo>
                  <a:pt x="8271" y="12251"/>
                  <a:pt x="8233" y="12248"/>
                  <a:pt x="8191" y="12248"/>
                </a:cubicBezTo>
                <a:cubicBezTo>
                  <a:pt x="8088" y="12248"/>
                  <a:pt x="7958" y="12265"/>
                  <a:pt x="7883" y="12282"/>
                </a:cubicBezTo>
                <a:cubicBezTo>
                  <a:pt x="7144" y="12472"/>
                  <a:pt x="6382" y="12413"/>
                  <a:pt x="5632" y="12496"/>
                </a:cubicBezTo>
                <a:cubicBezTo>
                  <a:pt x="5073" y="12556"/>
                  <a:pt x="4430" y="12461"/>
                  <a:pt x="3930" y="12615"/>
                </a:cubicBezTo>
                <a:cubicBezTo>
                  <a:pt x="3759" y="12667"/>
                  <a:pt x="3585" y="12678"/>
                  <a:pt x="3412" y="12678"/>
                </a:cubicBezTo>
                <a:cubicBezTo>
                  <a:pt x="3299" y="12678"/>
                  <a:pt x="3186" y="12673"/>
                  <a:pt x="3074" y="12673"/>
                </a:cubicBezTo>
                <a:cubicBezTo>
                  <a:pt x="2806" y="12673"/>
                  <a:pt x="2541" y="12698"/>
                  <a:pt x="2287" y="12865"/>
                </a:cubicBezTo>
                <a:cubicBezTo>
                  <a:pt x="2191" y="12927"/>
                  <a:pt x="2095" y="12955"/>
                  <a:pt x="2007" y="12955"/>
                </a:cubicBezTo>
                <a:cubicBezTo>
                  <a:pt x="1722" y="12955"/>
                  <a:pt x="1509" y="12666"/>
                  <a:pt x="1572" y="12294"/>
                </a:cubicBezTo>
                <a:cubicBezTo>
                  <a:pt x="1715" y="11520"/>
                  <a:pt x="1513" y="10746"/>
                  <a:pt x="1608" y="9984"/>
                </a:cubicBezTo>
                <a:cubicBezTo>
                  <a:pt x="1715" y="9198"/>
                  <a:pt x="1691" y="8424"/>
                  <a:pt x="1739" y="7639"/>
                </a:cubicBezTo>
                <a:cubicBezTo>
                  <a:pt x="1751" y="7341"/>
                  <a:pt x="1715" y="7031"/>
                  <a:pt x="1644" y="6746"/>
                </a:cubicBezTo>
                <a:cubicBezTo>
                  <a:pt x="1620" y="6698"/>
                  <a:pt x="1608" y="6615"/>
                  <a:pt x="1632" y="6591"/>
                </a:cubicBezTo>
                <a:cubicBezTo>
                  <a:pt x="1941" y="6329"/>
                  <a:pt x="1727" y="5888"/>
                  <a:pt x="1894" y="5662"/>
                </a:cubicBezTo>
                <a:cubicBezTo>
                  <a:pt x="2096" y="5388"/>
                  <a:pt x="2037" y="5103"/>
                  <a:pt x="2144" y="4841"/>
                </a:cubicBezTo>
                <a:cubicBezTo>
                  <a:pt x="2465" y="4031"/>
                  <a:pt x="2965" y="3352"/>
                  <a:pt x="3727" y="2959"/>
                </a:cubicBezTo>
                <a:cubicBezTo>
                  <a:pt x="4204" y="2709"/>
                  <a:pt x="4704" y="2471"/>
                  <a:pt x="5227" y="2316"/>
                </a:cubicBezTo>
                <a:cubicBezTo>
                  <a:pt x="5751" y="2150"/>
                  <a:pt x="6311" y="2138"/>
                  <a:pt x="6823" y="2007"/>
                </a:cubicBezTo>
                <a:cubicBezTo>
                  <a:pt x="7454" y="1852"/>
                  <a:pt x="8121" y="1793"/>
                  <a:pt x="8752" y="1590"/>
                </a:cubicBezTo>
                <a:cubicBezTo>
                  <a:pt x="8891" y="1545"/>
                  <a:pt x="9040" y="1531"/>
                  <a:pt x="9195" y="1531"/>
                </a:cubicBezTo>
                <a:cubicBezTo>
                  <a:pt x="9449" y="1531"/>
                  <a:pt x="9718" y="1569"/>
                  <a:pt x="9978" y="1569"/>
                </a:cubicBezTo>
                <a:cubicBezTo>
                  <a:pt x="10018" y="1569"/>
                  <a:pt x="10058" y="1568"/>
                  <a:pt x="10097" y="1566"/>
                </a:cubicBezTo>
                <a:cubicBezTo>
                  <a:pt x="10788" y="1519"/>
                  <a:pt x="11466" y="1423"/>
                  <a:pt x="12145" y="1352"/>
                </a:cubicBezTo>
                <a:cubicBezTo>
                  <a:pt x="12597" y="1304"/>
                  <a:pt x="17527" y="1304"/>
                  <a:pt x="17991" y="1269"/>
                </a:cubicBezTo>
                <a:cubicBezTo>
                  <a:pt x="18454" y="1235"/>
                  <a:pt x="21280" y="1221"/>
                  <a:pt x="23806" y="1221"/>
                </a:cubicBezTo>
                <a:cubicBezTo>
                  <a:pt x="25762" y="1221"/>
                  <a:pt x="27538" y="1229"/>
                  <a:pt x="27897" y="1245"/>
                </a:cubicBezTo>
                <a:cubicBezTo>
                  <a:pt x="27929" y="1246"/>
                  <a:pt x="27961" y="1246"/>
                  <a:pt x="27992" y="1246"/>
                </a:cubicBezTo>
                <a:cubicBezTo>
                  <a:pt x="28426" y="1246"/>
                  <a:pt x="28865" y="1191"/>
                  <a:pt x="29306" y="1191"/>
                </a:cubicBezTo>
                <a:cubicBezTo>
                  <a:pt x="29439" y="1191"/>
                  <a:pt x="29573" y="1196"/>
                  <a:pt x="29707" y="1209"/>
                </a:cubicBezTo>
                <a:cubicBezTo>
                  <a:pt x="29908" y="1226"/>
                  <a:pt x="30121" y="1256"/>
                  <a:pt x="30339" y="1256"/>
                </a:cubicBezTo>
                <a:cubicBezTo>
                  <a:pt x="30585" y="1256"/>
                  <a:pt x="30835" y="1217"/>
                  <a:pt x="31076" y="1078"/>
                </a:cubicBezTo>
                <a:cubicBezTo>
                  <a:pt x="31099" y="1065"/>
                  <a:pt x="31127" y="1060"/>
                  <a:pt x="31158" y="1060"/>
                </a:cubicBezTo>
                <a:cubicBezTo>
                  <a:pt x="31287" y="1060"/>
                  <a:pt x="31470" y="1152"/>
                  <a:pt x="31620" y="1152"/>
                </a:cubicBezTo>
                <a:cubicBezTo>
                  <a:pt x="31633" y="1152"/>
                  <a:pt x="31646" y="1151"/>
                  <a:pt x="31659" y="1150"/>
                </a:cubicBezTo>
                <a:cubicBezTo>
                  <a:pt x="31700" y="1145"/>
                  <a:pt x="31743" y="1144"/>
                  <a:pt x="31788" y="1144"/>
                </a:cubicBezTo>
                <a:cubicBezTo>
                  <a:pt x="31882" y="1144"/>
                  <a:pt x="31981" y="1151"/>
                  <a:pt x="32066" y="1151"/>
                </a:cubicBezTo>
                <a:cubicBezTo>
                  <a:pt x="32154" y="1151"/>
                  <a:pt x="32227" y="1143"/>
                  <a:pt x="32267" y="1114"/>
                </a:cubicBezTo>
                <a:cubicBezTo>
                  <a:pt x="32347" y="1057"/>
                  <a:pt x="32423" y="1038"/>
                  <a:pt x="32493" y="1038"/>
                </a:cubicBezTo>
                <a:cubicBezTo>
                  <a:pt x="32598" y="1038"/>
                  <a:pt x="32693" y="1081"/>
                  <a:pt x="32779" y="1102"/>
                </a:cubicBezTo>
                <a:cubicBezTo>
                  <a:pt x="32917" y="1129"/>
                  <a:pt x="33054" y="1132"/>
                  <a:pt x="33189" y="1132"/>
                </a:cubicBezTo>
                <a:cubicBezTo>
                  <a:pt x="33235" y="1132"/>
                  <a:pt x="33280" y="1132"/>
                  <a:pt x="33325" y="1132"/>
                </a:cubicBezTo>
                <a:cubicBezTo>
                  <a:pt x="33505" y="1132"/>
                  <a:pt x="33683" y="1138"/>
                  <a:pt x="33862" y="1197"/>
                </a:cubicBezTo>
                <a:cubicBezTo>
                  <a:pt x="33881" y="1203"/>
                  <a:pt x="33900" y="1206"/>
                  <a:pt x="33916" y="1206"/>
                </a:cubicBezTo>
                <a:cubicBezTo>
                  <a:pt x="34034" y="1206"/>
                  <a:pt x="34093" y="1071"/>
                  <a:pt x="34124" y="935"/>
                </a:cubicBezTo>
                <a:close/>
                <a:moveTo>
                  <a:pt x="11048" y="13120"/>
                </a:moveTo>
                <a:cubicBezTo>
                  <a:pt x="11204" y="13120"/>
                  <a:pt x="11359" y="13126"/>
                  <a:pt x="11514" y="13139"/>
                </a:cubicBezTo>
                <a:cubicBezTo>
                  <a:pt x="11907" y="13163"/>
                  <a:pt x="12312" y="13139"/>
                  <a:pt x="12705" y="13175"/>
                </a:cubicBezTo>
                <a:cubicBezTo>
                  <a:pt x="13502" y="13246"/>
                  <a:pt x="26230" y="13258"/>
                  <a:pt x="27040" y="13306"/>
                </a:cubicBezTo>
                <a:cubicBezTo>
                  <a:pt x="27397" y="13318"/>
                  <a:pt x="27766" y="13342"/>
                  <a:pt x="28123" y="13342"/>
                </a:cubicBezTo>
                <a:cubicBezTo>
                  <a:pt x="28280" y="13342"/>
                  <a:pt x="28437" y="13340"/>
                  <a:pt x="28595" y="13340"/>
                </a:cubicBezTo>
                <a:cubicBezTo>
                  <a:pt x="28830" y="13340"/>
                  <a:pt x="29066" y="13344"/>
                  <a:pt x="29302" y="13365"/>
                </a:cubicBezTo>
                <a:cubicBezTo>
                  <a:pt x="29418" y="13373"/>
                  <a:pt x="29534" y="13376"/>
                  <a:pt x="29650" y="13376"/>
                </a:cubicBezTo>
                <a:cubicBezTo>
                  <a:pt x="29978" y="13376"/>
                  <a:pt x="30306" y="13353"/>
                  <a:pt x="30633" y="13353"/>
                </a:cubicBezTo>
                <a:cubicBezTo>
                  <a:pt x="30880" y="13353"/>
                  <a:pt x="31127" y="13366"/>
                  <a:pt x="31374" y="13413"/>
                </a:cubicBezTo>
                <a:cubicBezTo>
                  <a:pt x="31409" y="13419"/>
                  <a:pt x="31443" y="13422"/>
                  <a:pt x="31476" y="13422"/>
                </a:cubicBezTo>
                <a:cubicBezTo>
                  <a:pt x="31682" y="13422"/>
                  <a:pt x="31859" y="13317"/>
                  <a:pt x="32081" y="13317"/>
                </a:cubicBezTo>
                <a:cubicBezTo>
                  <a:pt x="32091" y="13317"/>
                  <a:pt x="32102" y="13317"/>
                  <a:pt x="32112" y="13318"/>
                </a:cubicBezTo>
                <a:cubicBezTo>
                  <a:pt x="32333" y="13330"/>
                  <a:pt x="32556" y="13335"/>
                  <a:pt x="32779" y="13335"/>
                </a:cubicBezTo>
                <a:cubicBezTo>
                  <a:pt x="33282" y="13335"/>
                  <a:pt x="33788" y="13313"/>
                  <a:pt x="34289" y="13313"/>
                </a:cubicBezTo>
                <a:cubicBezTo>
                  <a:pt x="34417" y="13313"/>
                  <a:pt x="34544" y="13314"/>
                  <a:pt x="34672" y="13318"/>
                </a:cubicBezTo>
                <a:cubicBezTo>
                  <a:pt x="34777" y="13321"/>
                  <a:pt x="34882" y="13323"/>
                  <a:pt x="34987" y="13323"/>
                </a:cubicBezTo>
                <a:cubicBezTo>
                  <a:pt x="35356" y="13323"/>
                  <a:pt x="35723" y="13305"/>
                  <a:pt x="36091" y="13305"/>
                </a:cubicBezTo>
                <a:cubicBezTo>
                  <a:pt x="36304" y="13305"/>
                  <a:pt x="36517" y="13311"/>
                  <a:pt x="36731" y="13330"/>
                </a:cubicBezTo>
                <a:cubicBezTo>
                  <a:pt x="37052" y="13355"/>
                  <a:pt x="40689" y="13370"/>
                  <a:pt x="44147" y="13370"/>
                </a:cubicBezTo>
                <a:cubicBezTo>
                  <a:pt x="47244" y="13370"/>
                  <a:pt x="50197" y="13358"/>
                  <a:pt x="50495" y="13330"/>
                </a:cubicBezTo>
                <a:cubicBezTo>
                  <a:pt x="50571" y="13325"/>
                  <a:pt x="50648" y="13323"/>
                  <a:pt x="50726" y="13323"/>
                </a:cubicBezTo>
                <a:cubicBezTo>
                  <a:pt x="50986" y="13323"/>
                  <a:pt x="51256" y="13344"/>
                  <a:pt x="51518" y="13344"/>
                </a:cubicBezTo>
                <a:cubicBezTo>
                  <a:pt x="51562" y="13344"/>
                  <a:pt x="51606" y="13343"/>
                  <a:pt x="51650" y="13342"/>
                </a:cubicBezTo>
                <a:cubicBezTo>
                  <a:pt x="51773" y="13342"/>
                  <a:pt x="51897" y="13343"/>
                  <a:pt x="52022" y="13343"/>
                </a:cubicBezTo>
                <a:cubicBezTo>
                  <a:pt x="52272" y="13343"/>
                  <a:pt x="52523" y="13338"/>
                  <a:pt x="52769" y="13306"/>
                </a:cubicBezTo>
                <a:cubicBezTo>
                  <a:pt x="52894" y="13291"/>
                  <a:pt x="53023" y="13284"/>
                  <a:pt x="53150" y="13284"/>
                </a:cubicBezTo>
                <a:cubicBezTo>
                  <a:pt x="53328" y="13284"/>
                  <a:pt x="53503" y="13297"/>
                  <a:pt x="53662" y="13318"/>
                </a:cubicBezTo>
                <a:cubicBezTo>
                  <a:pt x="53811" y="13332"/>
                  <a:pt x="53959" y="13337"/>
                  <a:pt x="54105" y="13337"/>
                </a:cubicBezTo>
                <a:cubicBezTo>
                  <a:pt x="54354" y="13337"/>
                  <a:pt x="54600" y="13324"/>
                  <a:pt x="54846" y="13324"/>
                </a:cubicBezTo>
                <a:cubicBezTo>
                  <a:pt x="54931" y="13324"/>
                  <a:pt x="55017" y="13325"/>
                  <a:pt x="55103" y="13330"/>
                </a:cubicBezTo>
                <a:cubicBezTo>
                  <a:pt x="55270" y="13337"/>
                  <a:pt x="55447" y="13403"/>
                  <a:pt x="55637" y="13403"/>
                </a:cubicBezTo>
                <a:cubicBezTo>
                  <a:pt x="55745" y="13403"/>
                  <a:pt x="55856" y="13382"/>
                  <a:pt x="55972" y="13318"/>
                </a:cubicBezTo>
                <a:cubicBezTo>
                  <a:pt x="56027" y="13288"/>
                  <a:pt x="56103" y="13278"/>
                  <a:pt x="56192" y="13278"/>
                </a:cubicBezTo>
                <a:cubicBezTo>
                  <a:pt x="56391" y="13278"/>
                  <a:pt x="56651" y="13330"/>
                  <a:pt x="56865" y="13330"/>
                </a:cubicBezTo>
                <a:cubicBezTo>
                  <a:pt x="56924" y="13330"/>
                  <a:pt x="57127" y="13496"/>
                  <a:pt x="57103" y="13699"/>
                </a:cubicBezTo>
                <a:cubicBezTo>
                  <a:pt x="57055" y="14127"/>
                  <a:pt x="56960" y="14544"/>
                  <a:pt x="56984" y="14973"/>
                </a:cubicBezTo>
                <a:cubicBezTo>
                  <a:pt x="57008" y="15354"/>
                  <a:pt x="57032" y="15735"/>
                  <a:pt x="57032" y="16116"/>
                </a:cubicBezTo>
                <a:cubicBezTo>
                  <a:pt x="57032" y="16556"/>
                  <a:pt x="57020" y="16997"/>
                  <a:pt x="57008" y="17437"/>
                </a:cubicBezTo>
                <a:cubicBezTo>
                  <a:pt x="56996" y="17866"/>
                  <a:pt x="57020" y="18307"/>
                  <a:pt x="56984" y="18735"/>
                </a:cubicBezTo>
                <a:cubicBezTo>
                  <a:pt x="56960" y="19188"/>
                  <a:pt x="57103" y="19664"/>
                  <a:pt x="56877" y="20092"/>
                </a:cubicBezTo>
                <a:cubicBezTo>
                  <a:pt x="56782" y="20271"/>
                  <a:pt x="56889" y="20462"/>
                  <a:pt x="56877" y="20652"/>
                </a:cubicBezTo>
                <a:cubicBezTo>
                  <a:pt x="56841" y="20962"/>
                  <a:pt x="56853" y="21331"/>
                  <a:pt x="56901" y="21664"/>
                </a:cubicBezTo>
                <a:cubicBezTo>
                  <a:pt x="56960" y="22009"/>
                  <a:pt x="56948" y="22343"/>
                  <a:pt x="56865" y="22688"/>
                </a:cubicBezTo>
                <a:cubicBezTo>
                  <a:pt x="56782" y="23045"/>
                  <a:pt x="56865" y="23426"/>
                  <a:pt x="56865" y="23795"/>
                </a:cubicBezTo>
                <a:cubicBezTo>
                  <a:pt x="56853" y="24176"/>
                  <a:pt x="56972" y="24617"/>
                  <a:pt x="56877" y="24950"/>
                </a:cubicBezTo>
                <a:cubicBezTo>
                  <a:pt x="56746" y="25415"/>
                  <a:pt x="56948" y="25831"/>
                  <a:pt x="56889" y="26260"/>
                </a:cubicBezTo>
                <a:cubicBezTo>
                  <a:pt x="56829" y="26700"/>
                  <a:pt x="56936" y="27153"/>
                  <a:pt x="56889" y="27581"/>
                </a:cubicBezTo>
                <a:cubicBezTo>
                  <a:pt x="56841" y="28105"/>
                  <a:pt x="57043" y="28605"/>
                  <a:pt x="56924" y="29141"/>
                </a:cubicBezTo>
                <a:cubicBezTo>
                  <a:pt x="56841" y="29522"/>
                  <a:pt x="56948" y="29939"/>
                  <a:pt x="56996" y="30344"/>
                </a:cubicBezTo>
                <a:cubicBezTo>
                  <a:pt x="57055" y="30820"/>
                  <a:pt x="56960" y="31320"/>
                  <a:pt x="56960" y="31808"/>
                </a:cubicBezTo>
                <a:cubicBezTo>
                  <a:pt x="56960" y="32225"/>
                  <a:pt x="57103" y="32642"/>
                  <a:pt x="57055" y="33058"/>
                </a:cubicBezTo>
                <a:cubicBezTo>
                  <a:pt x="57020" y="33416"/>
                  <a:pt x="57115" y="33761"/>
                  <a:pt x="57043" y="34118"/>
                </a:cubicBezTo>
                <a:cubicBezTo>
                  <a:pt x="56996" y="34428"/>
                  <a:pt x="57103" y="34785"/>
                  <a:pt x="57174" y="35106"/>
                </a:cubicBezTo>
                <a:cubicBezTo>
                  <a:pt x="57246" y="35428"/>
                  <a:pt x="57174" y="35737"/>
                  <a:pt x="57186" y="36059"/>
                </a:cubicBezTo>
                <a:cubicBezTo>
                  <a:pt x="57186" y="36178"/>
                  <a:pt x="57174" y="36309"/>
                  <a:pt x="57222" y="36416"/>
                </a:cubicBezTo>
                <a:cubicBezTo>
                  <a:pt x="57377" y="36833"/>
                  <a:pt x="57234" y="37249"/>
                  <a:pt x="57293" y="37678"/>
                </a:cubicBezTo>
                <a:cubicBezTo>
                  <a:pt x="57377" y="38214"/>
                  <a:pt x="57401" y="38761"/>
                  <a:pt x="57353" y="39297"/>
                </a:cubicBezTo>
                <a:cubicBezTo>
                  <a:pt x="57282" y="39916"/>
                  <a:pt x="57413" y="40535"/>
                  <a:pt x="57317" y="41166"/>
                </a:cubicBezTo>
                <a:cubicBezTo>
                  <a:pt x="57246" y="41547"/>
                  <a:pt x="57317" y="41964"/>
                  <a:pt x="57365" y="42357"/>
                </a:cubicBezTo>
                <a:cubicBezTo>
                  <a:pt x="57413" y="42643"/>
                  <a:pt x="57222" y="42905"/>
                  <a:pt x="57305" y="43202"/>
                </a:cubicBezTo>
                <a:cubicBezTo>
                  <a:pt x="57413" y="43595"/>
                  <a:pt x="57329" y="44012"/>
                  <a:pt x="57329" y="44405"/>
                </a:cubicBezTo>
                <a:cubicBezTo>
                  <a:pt x="57329" y="44703"/>
                  <a:pt x="57484" y="45072"/>
                  <a:pt x="57258" y="45357"/>
                </a:cubicBezTo>
                <a:cubicBezTo>
                  <a:pt x="57139" y="45512"/>
                  <a:pt x="57234" y="45691"/>
                  <a:pt x="57270" y="45774"/>
                </a:cubicBezTo>
                <a:cubicBezTo>
                  <a:pt x="57413" y="46191"/>
                  <a:pt x="57091" y="46584"/>
                  <a:pt x="57258" y="46977"/>
                </a:cubicBezTo>
                <a:cubicBezTo>
                  <a:pt x="57282" y="47036"/>
                  <a:pt x="57282" y="47120"/>
                  <a:pt x="57246" y="47167"/>
                </a:cubicBezTo>
                <a:cubicBezTo>
                  <a:pt x="56912" y="47727"/>
                  <a:pt x="56972" y="48382"/>
                  <a:pt x="56782" y="48965"/>
                </a:cubicBezTo>
                <a:cubicBezTo>
                  <a:pt x="56662" y="49310"/>
                  <a:pt x="56567" y="49691"/>
                  <a:pt x="56520" y="50049"/>
                </a:cubicBezTo>
                <a:cubicBezTo>
                  <a:pt x="56436" y="50620"/>
                  <a:pt x="56031" y="50965"/>
                  <a:pt x="55698" y="51346"/>
                </a:cubicBezTo>
                <a:cubicBezTo>
                  <a:pt x="55377" y="51703"/>
                  <a:pt x="54948" y="51977"/>
                  <a:pt x="54555" y="52215"/>
                </a:cubicBezTo>
                <a:cubicBezTo>
                  <a:pt x="53805" y="52668"/>
                  <a:pt x="53055" y="53192"/>
                  <a:pt x="52198" y="53370"/>
                </a:cubicBezTo>
                <a:cubicBezTo>
                  <a:pt x="51602" y="53501"/>
                  <a:pt x="50995" y="53573"/>
                  <a:pt x="50376" y="53585"/>
                </a:cubicBezTo>
                <a:cubicBezTo>
                  <a:pt x="50043" y="53585"/>
                  <a:pt x="49697" y="53704"/>
                  <a:pt x="49376" y="53716"/>
                </a:cubicBezTo>
                <a:cubicBezTo>
                  <a:pt x="48864" y="53728"/>
                  <a:pt x="36446" y="53775"/>
                  <a:pt x="35946" y="53775"/>
                </a:cubicBezTo>
                <a:cubicBezTo>
                  <a:pt x="35434" y="53787"/>
                  <a:pt x="34934" y="53870"/>
                  <a:pt x="34422" y="53906"/>
                </a:cubicBezTo>
                <a:cubicBezTo>
                  <a:pt x="33600" y="53942"/>
                  <a:pt x="32790" y="54109"/>
                  <a:pt x="31957" y="54109"/>
                </a:cubicBezTo>
                <a:cubicBezTo>
                  <a:pt x="31207" y="54109"/>
                  <a:pt x="30445" y="54120"/>
                  <a:pt x="29695" y="54156"/>
                </a:cubicBezTo>
                <a:cubicBezTo>
                  <a:pt x="29004" y="54192"/>
                  <a:pt x="28302" y="54192"/>
                  <a:pt x="27611" y="54287"/>
                </a:cubicBezTo>
                <a:cubicBezTo>
                  <a:pt x="27449" y="54309"/>
                  <a:pt x="27273" y="54316"/>
                  <a:pt x="27093" y="54316"/>
                </a:cubicBezTo>
                <a:cubicBezTo>
                  <a:pt x="26875" y="54316"/>
                  <a:pt x="26653" y="54306"/>
                  <a:pt x="26444" y="54299"/>
                </a:cubicBezTo>
                <a:cubicBezTo>
                  <a:pt x="26219" y="54292"/>
                  <a:pt x="23528" y="54278"/>
                  <a:pt x="21199" y="54278"/>
                </a:cubicBezTo>
                <a:cubicBezTo>
                  <a:pt x="19471" y="54278"/>
                  <a:pt x="17942" y="54286"/>
                  <a:pt x="17765" y="54311"/>
                </a:cubicBezTo>
                <a:cubicBezTo>
                  <a:pt x="17653" y="54328"/>
                  <a:pt x="17346" y="54335"/>
                  <a:pt x="16927" y="54335"/>
                </a:cubicBezTo>
                <a:cubicBezTo>
                  <a:pt x="15336" y="54335"/>
                  <a:pt x="12119" y="54235"/>
                  <a:pt x="11704" y="54216"/>
                </a:cubicBezTo>
                <a:cubicBezTo>
                  <a:pt x="11400" y="54216"/>
                  <a:pt x="11118" y="54109"/>
                  <a:pt x="10810" y="54109"/>
                </a:cubicBezTo>
                <a:cubicBezTo>
                  <a:pt x="10733" y="54109"/>
                  <a:pt x="10654" y="54116"/>
                  <a:pt x="10573" y="54132"/>
                </a:cubicBezTo>
                <a:cubicBezTo>
                  <a:pt x="10546" y="54137"/>
                  <a:pt x="10517" y="54139"/>
                  <a:pt x="10488" y="54139"/>
                </a:cubicBezTo>
                <a:cubicBezTo>
                  <a:pt x="10284" y="54139"/>
                  <a:pt x="10028" y="54043"/>
                  <a:pt x="9799" y="54001"/>
                </a:cubicBezTo>
                <a:cubicBezTo>
                  <a:pt x="8847" y="53811"/>
                  <a:pt x="7894" y="53787"/>
                  <a:pt x="6918" y="53751"/>
                </a:cubicBezTo>
                <a:cubicBezTo>
                  <a:pt x="6216" y="53716"/>
                  <a:pt x="5454" y="53799"/>
                  <a:pt x="4799" y="53549"/>
                </a:cubicBezTo>
                <a:cubicBezTo>
                  <a:pt x="4192" y="53311"/>
                  <a:pt x="3561" y="53037"/>
                  <a:pt x="3025" y="52608"/>
                </a:cubicBezTo>
                <a:cubicBezTo>
                  <a:pt x="2537" y="52227"/>
                  <a:pt x="2299" y="51715"/>
                  <a:pt x="2013" y="51203"/>
                </a:cubicBezTo>
                <a:cubicBezTo>
                  <a:pt x="1429" y="50168"/>
                  <a:pt x="1548" y="48989"/>
                  <a:pt x="1382" y="47882"/>
                </a:cubicBezTo>
                <a:cubicBezTo>
                  <a:pt x="1263" y="46989"/>
                  <a:pt x="1275" y="46060"/>
                  <a:pt x="1286" y="45143"/>
                </a:cubicBezTo>
                <a:cubicBezTo>
                  <a:pt x="1298" y="44453"/>
                  <a:pt x="1227" y="43738"/>
                  <a:pt x="1227" y="43036"/>
                </a:cubicBezTo>
                <a:cubicBezTo>
                  <a:pt x="1215" y="42476"/>
                  <a:pt x="1191" y="41917"/>
                  <a:pt x="1191" y="41369"/>
                </a:cubicBezTo>
                <a:cubicBezTo>
                  <a:pt x="1203" y="40952"/>
                  <a:pt x="1191" y="40524"/>
                  <a:pt x="1179" y="40095"/>
                </a:cubicBezTo>
                <a:cubicBezTo>
                  <a:pt x="1132" y="38904"/>
                  <a:pt x="1036" y="37714"/>
                  <a:pt x="1025" y="36523"/>
                </a:cubicBezTo>
                <a:cubicBezTo>
                  <a:pt x="1013" y="35059"/>
                  <a:pt x="1096" y="33594"/>
                  <a:pt x="1108" y="32130"/>
                </a:cubicBezTo>
                <a:cubicBezTo>
                  <a:pt x="1120" y="31260"/>
                  <a:pt x="1156" y="30391"/>
                  <a:pt x="1167" y="29534"/>
                </a:cubicBezTo>
                <a:cubicBezTo>
                  <a:pt x="1167" y="28451"/>
                  <a:pt x="1275" y="27379"/>
                  <a:pt x="1275" y="26296"/>
                </a:cubicBezTo>
                <a:cubicBezTo>
                  <a:pt x="1286" y="25248"/>
                  <a:pt x="1334" y="24188"/>
                  <a:pt x="1382" y="23140"/>
                </a:cubicBezTo>
                <a:cubicBezTo>
                  <a:pt x="1417" y="22497"/>
                  <a:pt x="1417" y="21843"/>
                  <a:pt x="1382" y="21188"/>
                </a:cubicBezTo>
                <a:cubicBezTo>
                  <a:pt x="1358" y="20628"/>
                  <a:pt x="1394" y="20045"/>
                  <a:pt x="1441" y="19473"/>
                </a:cubicBezTo>
                <a:cubicBezTo>
                  <a:pt x="1477" y="19069"/>
                  <a:pt x="1417" y="18676"/>
                  <a:pt x="1441" y="18271"/>
                </a:cubicBezTo>
                <a:cubicBezTo>
                  <a:pt x="1465" y="17783"/>
                  <a:pt x="1525" y="17306"/>
                  <a:pt x="1513" y="16818"/>
                </a:cubicBezTo>
                <a:cubicBezTo>
                  <a:pt x="1513" y="16271"/>
                  <a:pt x="1548" y="15735"/>
                  <a:pt x="1513" y="15199"/>
                </a:cubicBezTo>
                <a:cubicBezTo>
                  <a:pt x="1489" y="14770"/>
                  <a:pt x="1656" y="14377"/>
                  <a:pt x="1596" y="13973"/>
                </a:cubicBezTo>
                <a:cubicBezTo>
                  <a:pt x="1584" y="13806"/>
                  <a:pt x="1763" y="13770"/>
                  <a:pt x="1846" y="13758"/>
                </a:cubicBezTo>
                <a:cubicBezTo>
                  <a:pt x="2560" y="13735"/>
                  <a:pt x="3251" y="13592"/>
                  <a:pt x="3953" y="13556"/>
                </a:cubicBezTo>
                <a:cubicBezTo>
                  <a:pt x="4787" y="13520"/>
                  <a:pt x="5620" y="13342"/>
                  <a:pt x="6454" y="13318"/>
                </a:cubicBezTo>
                <a:cubicBezTo>
                  <a:pt x="7266" y="13307"/>
                  <a:pt x="8089" y="13210"/>
                  <a:pt x="8902" y="13210"/>
                </a:cubicBezTo>
                <a:cubicBezTo>
                  <a:pt x="8947" y="13210"/>
                  <a:pt x="8992" y="13210"/>
                  <a:pt x="9037" y="13211"/>
                </a:cubicBezTo>
                <a:cubicBezTo>
                  <a:pt x="9069" y="13211"/>
                  <a:pt x="9100" y="13211"/>
                  <a:pt x="9131" y="13211"/>
                </a:cubicBezTo>
                <a:cubicBezTo>
                  <a:pt x="9775" y="13211"/>
                  <a:pt x="10412" y="13120"/>
                  <a:pt x="11048" y="13120"/>
                </a:cubicBezTo>
                <a:close/>
                <a:moveTo>
                  <a:pt x="32967" y="0"/>
                </a:moveTo>
                <a:cubicBezTo>
                  <a:pt x="32866" y="0"/>
                  <a:pt x="32762" y="15"/>
                  <a:pt x="32671" y="30"/>
                </a:cubicBezTo>
                <a:cubicBezTo>
                  <a:pt x="32414" y="73"/>
                  <a:pt x="32153" y="82"/>
                  <a:pt x="31892" y="82"/>
                </a:cubicBezTo>
                <a:cubicBezTo>
                  <a:pt x="31718" y="82"/>
                  <a:pt x="31545" y="78"/>
                  <a:pt x="31374" y="78"/>
                </a:cubicBezTo>
                <a:cubicBezTo>
                  <a:pt x="30979" y="78"/>
                  <a:pt x="30579" y="134"/>
                  <a:pt x="30185" y="134"/>
                </a:cubicBezTo>
                <a:cubicBezTo>
                  <a:pt x="30032" y="134"/>
                  <a:pt x="29881" y="125"/>
                  <a:pt x="29731" y="102"/>
                </a:cubicBezTo>
                <a:cubicBezTo>
                  <a:pt x="29689" y="96"/>
                  <a:pt x="29648" y="94"/>
                  <a:pt x="29607" y="94"/>
                </a:cubicBezTo>
                <a:cubicBezTo>
                  <a:pt x="29265" y="94"/>
                  <a:pt x="28932" y="261"/>
                  <a:pt x="28598" y="261"/>
                </a:cubicBezTo>
                <a:cubicBezTo>
                  <a:pt x="28440" y="261"/>
                  <a:pt x="28282" y="223"/>
                  <a:pt x="28123" y="114"/>
                </a:cubicBezTo>
                <a:cubicBezTo>
                  <a:pt x="28111" y="102"/>
                  <a:pt x="28090" y="96"/>
                  <a:pt x="28068" y="96"/>
                </a:cubicBezTo>
                <a:cubicBezTo>
                  <a:pt x="28046" y="96"/>
                  <a:pt x="28022" y="102"/>
                  <a:pt x="28004" y="114"/>
                </a:cubicBezTo>
                <a:cubicBezTo>
                  <a:pt x="27806" y="211"/>
                  <a:pt x="27601" y="235"/>
                  <a:pt x="27394" y="235"/>
                </a:cubicBezTo>
                <a:cubicBezTo>
                  <a:pt x="27191" y="235"/>
                  <a:pt x="26984" y="211"/>
                  <a:pt x="26778" y="211"/>
                </a:cubicBezTo>
                <a:cubicBezTo>
                  <a:pt x="26679" y="211"/>
                  <a:pt x="26579" y="217"/>
                  <a:pt x="26480" y="233"/>
                </a:cubicBezTo>
                <a:cubicBezTo>
                  <a:pt x="26218" y="269"/>
                  <a:pt x="18491" y="292"/>
                  <a:pt x="18217" y="304"/>
                </a:cubicBezTo>
                <a:cubicBezTo>
                  <a:pt x="18126" y="306"/>
                  <a:pt x="17919" y="307"/>
                  <a:pt x="17635" y="307"/>
                </a:cubicBezTo>
                <a:cubicBezTo>
                  <a:pt x="16913" y="307"/>
                  <a:pt x="15691" y="302"/>
                  <a:pt x="14567" y="302"/>
                </a:cubicBezTo>
                <a:cubicBezTo>
                  <a:pt x="13370" y="302"/>
                  <a:pt x="12285" y="307"/>
                  <a:pt x="12038" y="328"/>
                </a:cubicBezTo>
                <a:cubicBezTo>
                  <a:pt x="11865" y="346"/>
                  <a:pt x="11693" y="346"/>
                  <a:pt x="11520" y="346"/>
                </a:cubicBezTo>
                <a:cubicBezTo>
                  <a:pt x="11347" y="346"/>
                  <a:pt x="11175" y="346"/>
                  <a:pt x="11002" y="364"/>
                </a:cubicBezTo>
                <a:cubicBezTo>
                  <a:pt x="10805" y="388"/>
                  <a:pt x="10613" y="487"/>
                  <a:pt x="10416" y="487"/>
                </a:cubicBezTo>
                <a:cubicBezTo>
                  <a:pt x="10327" y="487"/>
                  <a:pt x="10237" y="467"/>
                  <a:pt x="10145" y="411"/>
                </a:cubicBezTo>
                <a:cubicBezTo>
                  <a:pt x="10130" y="401"/>
                  <a:pt x="10108" y="398"/>
                  <a:pt x="10085" y="398"/>
                </a:cubicBezTo>
                <a:cubicBezTo>
                  <a:pt x="10053" y="398"/>
                  <a:pt x="10017" y="405"/>
                  <a:pt x="9990" y="411"/>
                </a:cubicBezTo>
                <a:cubicBezTo>
                  <a:pt x="9430" y="590"/>
                  <a:pt x="8823" y="638"/>
                  <a:pt x="8264" y="673"/>
                </a:cubicBezTo>
                <a:cubicBezTo>
                  <a:pt x="7754" y="715"/>
                  <a:pt x="7280" y="939"/>
                  <a:pt x="6779" y="939"/>
                </a:cubicBezTo>
                <a:cubicBezTo>
                  <a:pt x="6707" y="939"/>
                  <a:pt x="6634" y="934"/>
                  <a:pt x="6561" y="923"/>
                </a:cubicBezTo>
                <a:cubicBezTo>
                  <a:pt x="6557" y="923"/>
                  <a:pt x="6553" y="922"/>
                  <a:pt x="6549" y="922"/>
                </a:cubicBezTo>
                <a:cubicBezTo>
                  <a:pt x="6496" y="922"/>
                  <a:pt x="6394" y="986"/>
                  <a:pt x="6394" y="1019"/>
                </a:cubicBezTo>
                <a:cubicBezTo>
                  <a:pt x="6394" y="1161"/>
                  <a:pt x="6331" y="1187"/>
                  <a:pt x="6256" y="1187"/>
                </a:cubicBezTo>
                <a:cubicBezTo>
                  <a:pt x="6212" y="1187"/>
                  <a:pt x="6165" y="1179"/>
                  <a:pt x="6123" y="1179"/>
                </a:cubicBezTo>
                <a:cubicBezTo>
                  <a:pt x="6105" y="1179"/>
                  <a:pt x="6088" y="1180"/>
                  <a:pt x="6073" y="1185"/>
                </a:cubicBezTo>
                <a:cubicBezTo>
                  <a:pt x="5728" y="1293"/>
                  <a:pt x="5358" y="1197"/>
                  <a:pt x="5013" y="1400"/>
                </a:cubicBezTo>
                <a:cubicBezTo>
                  <a:pt x="4927" y="1454"/>
                  <a:pt x="4841" y="1595"/>
                  <a:pt x="4693" y="1595"/>
                </a:cubicBezTo>
                <a:cubicBezTo>
                  <a:pt x="4677" y="1595"/>
                  <a:pt x="4661" y="1594"/>
                  <a:pt x="4644" y="1590"/>
                </a:cubicBezTo>
                <a:cubicBezTo>
                  <a:pt x="4598" y="1580"/>
                  <a:pt x="4553" y="1576"/>
                  <a:pt x="4509" y="1576"/>
                </a:cubicBezTo>
                <a:cubicBezTo>
                  <a:pt x="4228" y="1576"/>
                  <a:pt x="3975" y="1753"/>
                  <a:pt x="3811" y="1876"/>
                </a:cubicBezTo>
                <a:cubicBezTo>
                  <a:pt x="3394" y="2174"/>
                  <a:pt x="2894" y="2352"/>
                  <a:pt x="2525" y="2769"/>
                </a:cubicBezTo>
                <a:cubicBezTo>
                  <a:pt x="2179" y="3150"/>
                  <a:pt x="1787" y="3471"/>
                  <a:pt x="1572" y="3948"/>
                </a:cubicBezTo>
                <a:cubicBezTo>
                  <a:pt x="1144" y="4912"/>
                  <a:pt x="965" y="5936"/>
                  <a:pt x="1013" y="6996"/>
                </a:cubicBezTo>
                <a:cubicBezTo>
                  <a:pt x="1036" y="7281"/>
                  <a:pt x="1096" y="7615"/>
                  <a:pt x="977" y="7853"/>
                </a:cubicBezTo>
                <a:cubicBezTo>
                  <a:pt x="798" y="8234"/>
                  <a:pt x="1072" y="8615"/>
                  <a:pt x="870" y="9008"/>
                </a:cubicBezTo>
                <a:cubicBezTo>
                  <a:pt x="763" y="9222"/>
                  <a:pt x="858" y="9567"/>
                  <a:pt x="905" y="9853"/>
                </a:cubicBezTo>
                <a:cubicBezTo>
                  <a:pt x="965" y="10139"/>
                  <a:pt x="679" y="10329"/>
                  <a:pt x="739" y="10567"/>
                </a:cubicBezTo>
                <a:cubicBezTo>
                  <a:pt x="870" y="11163"/>
                  <a:pt x="667" y="11758"/>
                  <a:pt x="775" y="12353"/>
                </a:cubicBezTo>
                <a:cubicBezTo>
                  <a:pt x="822" y="12639"/>
                  <a:pt x="810" y="12996"/>
                  <a:pt x="620" y="13223"/>
                </a:cubicBezTo>
                <a:cubicBezTo>
                  <a:pt x="417" y="13461"/>
                  <a:pt x="465" y="13604"/>
                  <a:pt x="632" y="13782"/>
                </a:cubicBezTo>
                <a:cubicBezTo>
                  <a:pt x="691" y="13842"/>
                  <a:pt x="667" y="13913"/>
                  <a:pt x="691" y="13961"/>
                </a:cubicBezTo>
                <a:cubicBezTo>
                  <a:pt x="834" y="14211"/>
                  <a:pt x="560" y="14413"/>
                  <a:pt x="608" y="14592"/>
                </a:cubicBezTo>
                <a:cubicBezTo>
                  <a:pt x="751" y="15187"/>
                  <a:pt x="644" y="15759"/>
                  <a:pt x="620" y="16330"/>
                </a:cubicBezTo>
                <a:cubicBezTo>
                  <a:pt x="596" y="16866"/>
                  <a:pt x="715" y="17414"/>
                  <a:pt x="572" y="17937"/>
                </a:cubicBezTo>
                <a:cubicBezTo>
                  <a:pt x="501" y="18235"/>
                  <a:pt x="620" y="18533"/>
                  <a:pt x="572" y="18830"/>
                </a:cubicBezTo>
                <a:cubicBezTo>
                  <a:pt x="560" y="18985"/>
                  <a:pt x="501" y="19164"/>
                  <a:pt x="524" y="19342"/>
                </a:cubicBezTo>
                <a:cubicBezTo>
                  <a:pt x="572" y="19580"/>
                  <a:pt x="620" y="19842"/>
                  <a:pt x="584" y="20081"/>
                </a:cubicBezTo>
                <a:cubicBezTo>
                  <a:pt x="513" y="20545"/>
                  <a:pt x="441" y="21021"/>
                  <a:pt x="489" y="21450"/>
                </a:cubicBezTo>
                <a:cubicBezTo>
                  <a:pt x="536" y="21890"/>
                  <a:pt x="417" y="22307"/>
                  <a:pt x="477" y="22736"/>
                </a:cubicBezTo>
                <a:cubicBezTo>
                  <a:pt x="536" y="23164"/>
                  <a:pt x="394" y="23617"/>
                  <a:pt x="453" y="24010"/>
                </a:cubicBezTo>
                <a:cubicBezTo>
                  <a:pt x="501" y="24367"/>
                  <a:pt x="286" y="24724"/>
                  <a:pt x="465" y="25093"/>
                </a:cubicBezTo>
                <a:cubicBezTo>
                  <a:pt x="513" y="25176"/>
                  <a:pt x="548" y="25403"/>
                  <a:pt x="477" y="25569"/>
                </a:cubicBezTo>
                <a:cubicBezTo>
                  <a:pt x="298" y="26034"/>
                  <a:pt x="501" y="26534"/>
                  <a:pt x="370" y="27010"/>
                </a:cubicBezTo>
                <a:cubicBezTo>
                  <a:pt x="298" y="27284"/>
                  <a:pt x="429" y="27581"/>
                  <a:pt x="394" y="27891"/>
                </a:cubicBezTo>
                <a:cubicBezTo>
                  <a:pt x="358" y="28129"/>
                  <a:pt x="215" y="28343"/>
                  <a:pt x="239" y="28593"/>
                </a:cubicBezTo>
                <a:cubicBezTo>
                  <a:pt x="310" y="29201"/>
                  <a:pt x="203" y="29796"/>
                  <a:pt x="227" y="30391"/>
                </a:cubicBezTo>
                <a:cubicBezTo>
                  <a:pt x="263" y="31058"/>
                  <a:pt x="179" y="31737"/>
                  <a:pt x="203" y="32415"/>
                </a:cubicBezTo>
                <a:cubicBezTo>
                  <a:pt x="215" y="32939"/>
                  <a:pt x="286" y="33475"/>
                  <a:pt x="215" y="33987"/>
                </a:cubicBezTo>
                <a:cubicBezTo>
                  <a:pt x="143" y="34487"/>
                  <a:pt x="215" y="34963"/>
                  <a:pt x="191" y="35440"/>
                </a:cubicBezTo>
                <a:cubicBezTo>
                  <a:pt x="179" y="35582"/>
                  <a:pt x="263" y="35690"/>
                  <a:pt x="227" y="35785"/>
                </a:cubicBezTo>
                <a:cubicBezTo>
                  <a:pt x="48" y="36273"/>
                  <a:pt x="143" y="36785"/>
                  <a:pt x="143" y="37261"/>
                </a:cubicBezTo>
                <a:cubicBezTo>
                  <a:pt x="155" y="38273"/>
                  <a:pt x="203" y="39297"/>
                  <a:pt x="298" y="40321"/>
                </a:cubicBezTo>
                <a:cubicBezTo>
                  <a:pt x="322" y="40476"/>
                  <a:pt x="465" y="40666"/>
                  <a:pt x="405" y="40690"/>
                </a:cubicBezTo>
                <a:cubicBezTo>
                  <a:pt x="1" y="40869"/>
                  <a:pt x="632" y="41274"/>
                  <a:pt x="227" y="41440"/>
                </a:cubicBezTo>
                <a:cubicBezTo>
                  <a:pt x="191" y="41452"/>
                  <a:pt x="334" y="41631"/>
                  <a:pt x="382" y="41738"/>
                </a:cubicBezTo>
                <a:cubicBezTo>
                  <a:pt x="432" y="41839"/>
                  <a:pt x="420" y="41868"/>
                  <a:pt x="387" y="41868"/>
                </a:cubicBezTo>
                <a:cubicBezTo>
                  <a:pt x="339" y="41868"/>
                  <a:pt x="246" y="41805"/>
                  <a:pt x="231" y="41805"/>
                </a:cubicBezTo>
                <a:cubicBezTo>
                  <a:pt x="227" y="41805"/>
                  <a:pt x="229" y="41810"/>
                  <a:pt x="239" y="41821"/>
                </a:cubicBezTo>
                <a:cubicBezTo>
                  <a:pt x="441" y="42059"/>
                  <a:pt x="263" y="42321"/>
                  <a:pt x="322" y="42524"/>
                </a:cubicBezTo>
                <a:cubicBezTo>
                  <a:pt x="429" y="42917"/>
                  <a:pt x="382" y="43310"/>
                  <a:pt x="417" y="43702"/>
                </a:cubicBezTo>
                <a:cubicBezTo>
                  <a:pt x="489" y="44536"/>
                  <a:pt x="453" y="45393"/>
                  <a:pt x="417" y="46239"/>
                </a:cubicBezTo>
                <a:cubicBezTo>
                  <a:pt x="382" y="46929"/>
                  <a:pt x="536" y="47596"/>
                  <a:pt x="560" y="48274"/>
                </a:cubicBezTo>
                <a:cubicBezTo>
                  <a:pt x="572" y="48560"/>
                  <a:pt x="715" y="48834"/>
                  <a:pt x="715" y="49072"/>
                </a:cubicBezTo>
                <a:cubicBezTo>
                  <a:pt x="679" y="50037"/>
                  <a:pt x="929" y="50906"/>
                  <a:pt x="1370" y="51739"/>
                </a:cubicBezTo>
                <a:cubicBezTo>
                  <a:pt x="1501" y="51977"/>
                  <a:pt x="1727" y="52239"/>
                  <a:pt x="1763" y="52406"/>
                </a:cubicBezTo>
                <a:cubicBezTo>
                  <a:pt x="1834" y="52811"/>
                  <a:pt x="2132" y="53001"/>
                  <a:pt x="2346" y="53192"/>
                </a:cubicBezTo>
                <a:cubicBezTo>
                  <a:pt x="2632" y="53454"/>
                  <a:pt x="3013" y="53668"/>
                  <a:pt x="3358" y="53882"/>
                </a:cubicBezTo>
                <a:cubicBezTo>
                  <a:pt x="3420" y="53919"/>
                  <a:pt x="3479" y="53926"/>
                  <a:pt x="3537" y="53926"/>
                </a:cubicBezTo>
                <a:cubicBezTo>
                  <a:pt x="3575" y="53926"/>
                  <a:pt x="3612" y="53923"/>
                  <a:pt x="3647" y="53923"/>
                </a:cubicBezTo>
                <a:cubicBezTo>
                  <a:pt x="3715" y="53923"/>
                  <a:pt x="3778" y="53935"/>
                  <a:pt x="3834" y="54001"/>
                </a:cubicBezTo>
                <a:cubicBezTo>
                  <a:pt x="4275" y="54549"/>
                  <a:pt x="4966" y="54418"/>
                  <a:pt x="5537" y="54597"/>
                </a:cubicBezTo>
                <a:cubicBezTo>
                  <a:pt x="5606" y="54617"/>
                  <a:pt x="5676" y="54625"/>
                  <a:pt x="5749" y="54625"/>
                </a:cubicBezTo>
                <a:cubicBezTo>
                  <a:pt x="5994" y="54625"/>
                  <a:pt x="6257" y="54535"/>
                  <a:pt x="6516" y="54535"/>
                </a:cubicBezTo>
                <a:cubicBezTo>
                  <a:pt x="6539" y="54535"/>
                  <a:pt x="6562" y="54536"/>
                  <a:pt x="6585" y="54537"/>
                </a:cubicBezTo>
                <a:cubicBezTo>
                  <a:pt x="6971" y="54559"/>
                  <a:pt x="7357" y="54648"/>
                  <a:pt x="7761" y="54648"/>
                </a:cubicBezTo>
                <a:cubicBezTo>
                  <a:pt x="7805" y="54648"/>
                  <a:pt x="7850" y="54647"/>
                  <a:pt x="7894" y="54644"/>
                </a:cubicBezTo>
                <a:cubicBezTo>
                  <a:pt x="7935" y="54642"/>
                  <a:pt x="7976" y="54640"/>
                  <a:pt x="8016" y="54640"/>
                </a:cubicBezTo>
                <a:cubicBezTo>
                  <a:pt x="8535" y="54640"/>
                  <a:pt x="9055" y="54838"/>
                  <a:pt x="9585" y="54882"/>
                </a:cubicBezTo>
                <a:cubicBezTo>
                  <a:pt x="9767" y="54905"/>
                  <a:pt x="9917" y="55026"/>
                  <a:pt x="10034" y="55026"/>
                </a:cubicBezTo>
                <a:cubicBezTo>
                  <a:pt x="10039" y="55026"/>
                  <a:pt x="10044" y="55026"/>
                  <a:pt x="10049" y="55025"/>
                </a:cubicBezTo>
                <a:cubicBezTo>
                  <a:pt x="10218" y="55016"/>
                  <a:pt x="10390" y="55010"/>
                  <a:pt x="10561" y="55010"/>
                </a:cubicBezTo>
                <a:cubicBezTo>
                  <a:pt x="11028" y="55010"/>
                  <a:pt x="11491" y="55056"/>
                  <a:pt x="11883" y="55204"/>
                </a:cubicBezTo>
                <a:cubicBezTo>
                  <a:pt x="11991" y="55242"/>
                  <a:pt x="12298" y="55254"/>
                  <a:pt x="12720" y="55254"/>
                </a:cubicBezTo>
                <a:cubicBezTo>
                  <a:pt x="13596" y="55254"/>
                  <a:pt x="14965" y="55199"/>
                  <a:pt x="16064" y="55199"/>
                </a:cubicBezTo>
                <a:cubicBezTo>
                  <a:pt x="16937" y="55199"/>
                  <a:pt x="17639" y="55234"/>
                  <a:pt x="17789" y="55359"/>
                </a:cubicBezTo>
                <a:cubicBezTo>
                  <a:pt x="17800" y="55359"/>
                  <a:pt x="17848" y="55335"/>
                  <a:pt x="17860" y="55323"/>
                </a:cubicBezTo>
                <a:cubicBezTo>
                  <a:pt x="17919" y="55272"/>
                  <a:pt x="18397" y="55255"/>
                  <a:pt x="19096" y="55255"/>
                </a:cubicBezTo>
                <a:cubicBezTo>
                  <a:pt x="20624" y="55255"/>
                  <a:pt x="23207" y="55338"/>
                  <a:pt x="24774" y="55338"/>
                </a:cubicBezTo>
                <a:cubicBezTo>
                  <a:pt x="25521" y="55338"/>
                  <a:pt x="26037" y="55319"/>
                  <a:pt x="26099" y="55263"/>
                </a:cubicBezTo>
                <a:cubicBezTo>
                  <a:pt x="26129" y="55315"/>
                  <a:pt x="26159" y="55332"/>
                  <a:pt x="26190" y="55332"/>
                </a:cubicBezTo>
                <a:cubicBezTo>
                  <a:pt x="26259" y="55332"/>
                  <a:pt x="26331" y="55243"/>
                  <a:pt x="26412" y="55243"/>
                </a:cubicBezTo>
                <a:cubicBezTo>
                  <a:pt x="26438" y="55243"/>
                  <a:pt x="26464" y="55252"/>
                  <a:pt x="26492" y="55275"/>
                </a:cubicBezTo>
                <a:cubicBezTo>
                  <a:pt x="26594" y="55366"/>
                  <a:pt x="26703" y="55405"/>
                  <a:pt x="26815" y="55405"/>
                </a:cubicBezTo>
                <a:cubicBezTo>
                  <a:pt x="26938" y="55405"/>
                  <a:pt x="27064" y="55357"/>
                  <a:pt x="27183" y="55275"/>
                </a:cubicBezTo>
                <a:cubicBezTo>
                  <a:pt x="27268" y="55211"/>
                  <a:pt x="27375" y="55172"/>
                  <a:pt x="27471" y="55172"/>
                </a:cubicBezTo>
                <a:cubicBezTo>
                  <a:pt x="27534" y="55172"/>
                  <a:pt x="27592" y="55190"/>
                  <a:pt x="27635" y="55228"/>
                </a:cubicBezTo>
                <a:cubicBezTo>
                  <a:pt x="27718" y="55300"/>
                  <a:pt x="27793" y="55323"/>
                  <a:pt x="27867" y="55323"/>
                </a:cubicBezTo>
                <a:cubicBezTo>
                  <a:pt x="27964" y="55323"/>
                  <a:pt x="28058" y="55284"/>
                  <a:pt x="28159" y="55263"/>
                </a:cubicBezTo>
                <a:cubicBezTo>
                  <a:pt x="28248" y="55241"/>
                  <a:pt x="28359" y="55214"/>
                  <a:pt x="28451" y="55214"/>
                </a:cubicBezTo>
                <a:cubicBezTo>
                  <a:pt x="28507" y="55214"/>
                  <a:pt x="28556" y="55224"/>
                  <a:pt x="28588" y="55252"/>
                </a:cubicBezTo>
                <a:cubicBezTo>
                  <a:pt x="28656" y="55308"/>
                  <a:pt x="28718" y="55329"/>
                  <a:pt x="28775" y="55329"/>
                </a:cubicBezTo>
                <a:cubicBezTo>
                  <a:pt x="28887" y="55329"/>
                  <a:pt x="28977" y="55247"/>
                  <a:pt x="29040" y="55192"/>
                </a:cubicBezTo>
                <a:cubicBezTo>
                  <a:pt x="29127" y="55110"/>
                  <a:pt x="29212" y="55081"/>
                  <a:pt x="29294" y="55081"/>
                </a:cubicBezTo>
                <a:cubicBezTo>
                  <a:pt x="29404" y="55081"/>
                  <a:pt x="29510" y="55133"/>
                  <a:pt x="29611" y="55180"/>
                </a:cubicBezTo>
                <a:cubicBezTo>
                  <a:pt x="29838" y="55263"/>
                  <a:pt x="30076" y="55204"/>
                  <a:pt x="30302" y="55252"/>
                </a:cubicBezTo>
                <a:cubicBezTo>
                  <a:pt x="30243" y="55067"/>
                  <a:pt x="30322" y="55021"/>
                  <a:pt x="30409" y="55021"/>
                </a:cubicBezTo>
                <a:cubicBezTo>
                  <a:pt x="30479" y="55021"/>
                  <a:pt x="30553" y="55050"/>
                  <a:pt x="30564" y="55061"/>
                </a:cubicBezTo>
                <a:cubicBezTo>
                  <a:pt x="30639" y="55146"/>
                  <a:pt x="30733" y="55160"/>
                  <a:pt x="30830" y="55160"/>
                </a:cubicBezTo>
                <a:cubicBezTo>
                  <a:pt x="30878" y="55160"/>
                  <a:pt x="30928" y="55156"/>
                  <a:pt x="30976" y="55156"/>
                </a:cubicBezTo>
                <a:cubicBezTo>
                  <a:pt x="31075" y="55156"/>
                  <a:pt x="31170" y="55171"/>
                  <a:pt x="31243" y="55263"/>
                </a:cubicBezTo>
                <a:cubicBezTo>
                  <a:pt x="31246" y="55265"/>
                  <a:pt x="31252" y="55266"/>
                  <a:pt x="31259" y="55266"/>
                </a:cubicBezTo>
                <a:cubicBezTo>
                  <a:pt x="31301" y="55266"/>
                  <a:pt x="31396" y="55232"/>
                  <a:pt x="31385" y="55121"/>
                </a:cubicBezTo>
                <a:cubicBezTo>
                  <a:pt x="31385" y="55085"/>
                  <a:pt x="31399" y="55023"/>
                  <a:pt x="31449" y="55023"/>
                </a:cubicBezTo>
                <a:cubicBezTo>
                  <a:pt x="31467" y="55023"/>
                  <a:pt x="31489" y="55031"/>
                  <a:pt x="31516" y="55049"/>
                </a:cubicBezTo>
                <a:cubicBezTo>
                  <a:pt x="31663" y="55151"/>
                  <a:pt x="31818" y="55184"/>
                  <a:pt x="31975" y="55184"/>
                </a:cubicBezTo>
                <a:cubicBezTo>
                  <a:pt x="32239" y="55184"/>
                  <a:pt x="32508" y="55092"/>
                  <a:pt x="32755" y="55085"/>
                </a:cubicBezTo>
                <a:cubicBezTo>
                  <a:pt x="33279" y="55073"/>
                  <a:pt x="33826" y="55061"/>
                  <a:pt x="34362" y="54990"/>
                </a:cubicBezTo>
                <a:cubicBezTo>
                  <a:pt x="34475" y="54969"/>
                  <a:pt x="34587" y="54913"/>
                  <a:pt x="34692" y="54913"/>
                </a:cubicBezTo>
                <a:cubicBezTo>
                  <a:pt x="34710" y="54913"/>
                  <a:pt x="34726" y="54915"/>
                  <a:pt x="34743" y="54918"/>
                </a:cubicBezTo>
                <a:cubicBezTo>
                  <a:pt x="34818" y="54936"/>
                  <a:pt x="34892" y="54943"/>
                  <a:pt x="34964" y="54943"/>
                </a:cubicBezTo>
                <a:cubicBezTo>
                  <a:pt x="35336" y="54943"/>
                  <a:pt x="35672" y="54748"/>
                  <a:pt x="36041" y="54728"/>
                </a:cubicBezTo>
                <a:cubicBezTo>
                  <a:pt x="36094" y="54721"/>
                  <a:pt x="36137" y="54688"/>
                  <a:pt x="36174" y="54688"/>
                </a:cubicBezTo>
                <a:cubicBezTo>
                  <a:pt x="36203" y="54688"/>
                  <a:pt x="36229" y="54708"/>
                  <a:pt x="36255" y="54775"/>
                </a:cubicBezTo>
                <a:cubicBezTo>
                  <a:pt x="36277" y="54849"/>
                  <a:pt x="36318" y="54882"/>
                  <a:pt x="36371" y="54882"/>
                </a:cubicBezTo>
                <a:cubicBezTo>
                  <a:pt x="36403" y="54882"/>
                  <a:pt x="36441" y="54869"/>
                  <a:pt x="36481" y="54847"/>
                </a:cubicBezTo>
                <a:cubicBezTo>
                  <a:pt x="36412" y="54729"/>
                  <a:pt x="36431" y="54703"/>
                  <a:pt x="36476" y="54703"/>
                </a:cubicBezTo>
                <a:cubicBezTo>
                  <a:pt x="36514" y="54703"/>
                  <a:pt x="36570" y="54721"/>
                  <a:pt x="36608" y="54721"/>
                </a:cubicBezTo>
                <a:cubicBezTo>
                  <a:pt x="36627" y="54721"/>
                  <a:pt x="36642" y="54717"/>
                  <a:pt x="36648" y="54704"/>
                </a:cubicBezTo>
                <a:cubicBezTo>
                  <a:pt x="36714" y="54743"/>
                  <a:pt x="40394" y="54790"/>
                  <a:pt x="43702" y="54790"/>
                </a:cubicBezTo>
                <a:cubicBezTo>
                  <a:pt x="46394" y="54790"/>
                  <a:pt x="48840" y="54759"/>
                  <a:pt x="48888" y="54668"/>
                </a:cubicBezTo>
                <a:cubicBezTo>
                  <a:pt x="48904" y="54643"/>
                  <a:pt x="48977" y="54602"/>
                  <a:pt x="49064" y="54602"/>
                </a:cubicBezTo>
                <a:cubicBezTo>
                  <a:pt x="49103" y="54602"/>
                  <a:pt x="49145" y="54610"/>
                  <a:pt x="49185" y="54632"/>
                </a:cubicBezTo>
                <a:cubicBezTo>
                  <a:pt x="49265" y="54685"/>
                  <a:pt x="49349" y="54702"/>
                  <a:pt x="49436" y="54702"/>
                </a:cubicBezTo>
                <a:cubicBezTo>
                  <a:pt x="49605" y="54702"/>
                  <a:pt x="49783" y="54636"/>
                  <a:pt x="49957" y="54636"/>
                </a:cubicBezTo>
                <a:cubicBezTo>
                  <a:pt x="50039" y="54636"/>
                  <a:pt x="50119" y="54650"/>
                  <a:pt x="50197" y="54692"/>
                </a:cubicBezTo>
                <a:cubicBezTo>
                  <a:pt x="50198" y="54692"/>
                  <a:pt x="50199" y="54692"/>
                  <a:pt x="50199" y="54692"/>
                </a:cubicBezTo>
                <a:cubicBezTo>
                  <a:pt x="50223" y="54692"/>
                  <a:pt x="50182" y="54527"/>
                  <a:pt x="50269" y="54527"/>
                </a:cubicBezTo>
                <a:cubicBezTo>
                  <a:pt x="50293" y="54527"/>
                  <a:pt x="50328" y="54540"/>
                  <a:pt x="50376" y="54573"/>
                </a:cubicBezTo>
                <a:cubicBezTo>
                  <a:pt x="50428" y="54608"/>
                  <a:pt x="50479" y="54624"/>
                  <a:pt x="50533" y="54624"/>
                </a:cubicBezTo>
                <a:cubicBezTo>
                  <a:pt x="50625" y="54624"/>
                  <a:pt x="50724" y="54577"/>
                  <a:pt x="50852" y="54501"/>
                </a:cubicBezTo>
                <a:cubicBezTo>
                  <a:pt x="50885" y="54482"/>
                  <a:pt x="50940" y="54455"/>
                  <a:pt x="50989" y="54455"/>
                </a:cubicBezTo>
                <a:cubicBezTo>
                  <a:pt x="51028" y="54455"/>
                  <a:pt x="51062" y="54472"/>
                  <a:pt x="51078" y="54525"/>
                </a:cubicBezTo>
                <a:cubicBezTo>
                  <a:pt x="51099" y="54566"/>
                  <a:pt x="50987" y="54651"/>
                  <a:pt x="51092" y="54651"/>
                </a:cubicBezTo>
                <a:cubicBezTo>
                  <a:pt x="51109" y="54651"/>
                  <a:pt x="51132" y="54649"/>
                  <a:pt x="51162" y="54644"/>
                </a:cubicBezTo>
                <a:cubicBezTo>
                  <a:pt x="51369" y="54617"/>
                  <a:pt x="51549" y="54433"/>
                  <a:pt x="51759" y="54433"/>
                </a:cubicBezTo>
                <a:cubicBezTo>
                  <a:pt x="51826" y="54433"/>
                  <a:pt x="51896" y="54452"/>
                  <a:pt x="51971" y="54501"/>
                </a:cubicBezTo>
                <a:cubicBezTo>
                  <a:pt x="52027" y="54296"/>
                  <a:pt x="52145" y="54243"/>
                  <a:pt x="52277" y="54243"/>
                </a:cubicBezTo>
                <a:cubicBezTo>
                  <a:pt x="52414" y="54243"/>
                  <a:pt x="52567" y="54301"/>
                  <a:pt x="52679" y="54301"/>
                </a:cubicBezTo>
                <a:cubicBezTo>
                  <a:pt x="52690" y="54301"/>
                  <a:pt x="52700" y="54300"/>
                  <a:pt x="52710" y="54299"/>
                </a:cubicBezTo>
                <a:cubicBezTo>
                  <a:pt x="53233" y="54228"/>
                  <a:pt x="53650" y="53942"/>
                  <a:pt x="54091" y="53739"/>
                </a:cubicBezTo>
                <a:cubicBezTo>
                  <a:pt x="54650" y="53501"/>
                  <a:pt x="55138" y="53085"/>
                  <a:pt x="55650" y="52739"/>
                </a:cubicBezTo>
                <a:cubicBezTo>
                  <a:pt x="55972" y="52525"/>
                  <a:pt x="56305" y="52346"/>
                  <a:pt x="56567" y="52061"/>
                </a:cubicBezTo>
                <a:cubicBezTo>
                  <a:pt x="56984" y="51596"/>
                  <a:pt x="57163" y="51013"/>
                  <a:pt x="57365" y="50441"/>
                </a:cubicBezTo>
                <a:cubicBezTo>
                  <a:pt x="57698" y="49453"/>
                  <a:pt x="57841" y="48441"/>
                  <a:pt x="57936" y="47405"/>
                </a:cubicBezTo>
                <a:cubicBezTo>
                  <a:pt x="57972" y="46953"/>
                  <a:pt x="57948" y="46489"/>
                  <a:pt x="58044" y="46036"/>
                </a:cubicBezTo>
                <a:cubicBezTo>
                  <a:pt x="58127" y="45691"/>
                  <a:pt x="58020" y="45346"/>
                  <a:pt x="58079" y="44988"/>
                </a:cubicBezTo>
                <a:cubicBezTo>
                  <a:pt x="58139" y="44691"/>
                  <a:pt x="58032" y="44369"/>
                  <a:pt x="58044" y="44060"/>
                </a:cubicBezTo>
                <a:cubicBezTo>
                  <a:pt x="58055" y="43619"/>
                  <a:pt x="58175" y="43179"/>
                  <a:pt x="58139" y="42750"/>
                </a:cubicBezTo>
                <a:cubicBezTo>
                  <a:pt x="58091" y="42000"/>
                  <a:pt x="58175" y="41262"/>
                  <a:pt x="58151" y="40524"/>
                </a:cubicBezTo>
                <a:cubicBezTo>
                  <a:pt x="58151" y="40357"/>
                  <a:pt x="58067" y="40154"/>
                  <a:pt x="58091" y="40083"/>
                </a:cubicBezTo>
                <a:cubicBezTo>
                  <a:pt x="58317" y="39559"/>
                  <a:pt x="58115" y="39011"/>
                  <a:pt x="58163" y="38476"/>
                </a:cubicBezTo>
                <a:cubicBezTo>
                  <a:pt x="58210" y="37916"/>
                  <a:pt x="58079" y="37333"/>
                  <a:pt x="58103" y="36749"/>
                </a:cubicBezTo>
                <a:cubicBezTo>
                  <a:pt x="58127" y="36083"/>
                  <a:pt x="57925" y="35404"/>
                  <a:pt x="57948" y="34749"/>
                </a:cubicBezTo>
                <a:cubicBezTo>
                  <a:pt x="57972" y="33927"/>
                  <a:pt x="57782" y="33118"/>
                  <a:pt x="57853" y="32296"/>
                </a:cubicBezTo>
                <a:cubicBezTo>
                  <a:pt x="57913" y="31618"/>
                  <a:pt x="57805" y="30939"/>
                  <a:pt x="57805" y="30260"/>
                </a:cubicBezTo>
                <a:cubicBezTo>
                  <a:pt x="57794" y="29891"/>
                  <a:pt x="57770" y="29510"/>
                  <a:pt x="57794" y="29141"/>
                </a:cubicBezTo>
                <a:cubicBezTo>
                  <a:pt x="57829" y="28486"/>
                  <a:pt x="57805" y="27843"/>
                  <a:pt x="57746" y="27189"/>
                </a:cubicBezTo>
                <a:cubicBezTo>
                  <a:pt x="57710" y="26748"/>
                  <a:pt x="57591" y="26307"/>
                  <a:pt x="57829" y="25891"/>
                </a:cubicBezTo>
                <a:cubicBezTo>
                  <a:pt x="57877" y="25807"/>
                  <a:pt x="57817" y="25712"/>
                  <a:pt x="57746" y="25688"/>
                </a:cubicBezTo>
                <a:cubicBezTo>
                  <a:pt x="57603" y="25629"/>
                  <a:pt x="57674" y="25581"/>
                  <a:pt x="57698" y="25486"/>
                </a:cubicBezTo>
                <a:cubicBezTo>
                  <a:pt x="57734" y="25272"/>
                  <a:pt x="57698" y="25034"/>
                  <a:pt x="57758" y="24843"/>
                </a:cubicBezTo>
                <a:cubicBezTo>
                  <a:pt x="57865" y="24557"/>
                  <a:pt x="57591" y="24319"/>
                  <a:pt x="57674" y="24057"/>
                </a:cubicBezTo>
                <a:cubicBezTo>
                  <a:pt x="57817" y="23640"/>
                  <a:pt x="57722" y="23200"/>
                  <a:pt x="57782" y="22771"/>
                </a:cubicBezTo>
                <a:cubicBezTo>
                  <a:pt x="57841" y="22319"/>
                  <a:pt x="57853" y="21807"/>
                  <a:pt x="57746" y="21319"/>
                </a:cubicBezTo>
                <a:cubicBezTo>
                  <a:pt x="57686" y="21033"/>
                  <a:pt x="57674" y="20676"/>
                  <a:pt x="57782" y="20402"/>
                </a:cubicBezTo>
                <a:cubicBezTo>
                  <a:pt x="57925" y="20045"/>
                  <a:pt x="57758" y="19664"/>
                  <a:pt x="57913" y="19319"/>
                </a:cubicBezTo>
                <a:cubicBezTo>
                  <a:pt x="57496" y="18818"/>
                  <a:pt x="58055" y="18235"/>
                  <a:pt x="57746" y="17723"/>
                </a:cubicBezTo>
                <a:cubicBezTo>
                  <a:pt x="57984" y="17509"/>
                  <a:pt x="57936" y="17140"/>
                  <a:pt x="57901" y="16949"/>
                </a:cubicBezTo>
                <a:cubicBezTo>
                  <a:pt x="57817" y="16473"/>
                  <a:pt x="57948" y="16021"/>
                  <a:pt x="57877" y="15580"/>
                </a:cubicBezTo>
                <a:cubicBezTo>
                  <a:pt x="57758" y="14901"/>
                  <a:pt x="57925" y="14246"/>
                  <a:pt x="57913" y="13592"/>
                </a:cubicBezTo>
                <a:cubicBezTo>
                  <a:pt x="57901" y="13068"/>
                  <a:pt x="57960" y="12532"/>
                  <a:pt x="58032" y="12008"/>
                </a:cubicBezTo>
                <a:cubicBezTo>
                  <a:pt x="58091" y="11615"/>
                  <a:pt x="57889" y="11198"/>
                  <a:pt x="57996" y="10794"/>
                </a:cubicBezTo>
                <a:cubicBezTo>
                  <a:pt x="58139" y="10234"/>
                  <a:pt x="57996" y="9674"/>
                  <a:pt x="58091" y="9103"/>
                </a:cubicBezTo>
                <a:cubicBezTo>
                  <a:pt x="58163" y="8722"/>
                  <a:pt x="57817" y="8305"/>
                  <a:pt x="58115" y="7900"/>
                </a:cubicBezTo>
                <a:cubicBezTo>
                  <a:pt x="58127" y="7889"/>
                  <a:pt x="58103" y="7853"/>
                  <a:pt x="58091" y="7829"/>
                </a:cubicBezTo>
                <a:cubicBezTo>
                  <a:pt x="57853" y="7341"/>
                  <a:pt x="58079" y="6805"/>
                  <a:pt x="57925" y="6305"/>
                </a:cubicBezTo>
                <a:cubicBezTo>
                  <a:pt x="57698" y="5650"/>
                  <a:pt x="57698" y="4924"/>
                  <a:pt x="57282" y="4317"/>
                </a:cubicBezTo>
                <a:cubicBezTo>
                  <a:pt x="56984" y="3876"/>
                  <a:pt x="56579" y="3543"/>
                  <a:pt x="56258" y="3126"/>
                </a:cubicBezTo>
                <a:cubicBezTo>
                  <a:pt x="55900" y="2686"/>
                  <a:pt x="55424" y="2328"/>
                  <a:pt x="54972" y="2043"/>
                </a:cubicBezTo>
                <a:cubicBezTo>
                  <a:pt x="54561" y="1784"/>
                  <a:pt x="54184" y="1364"/>
                  <a:pt x="53626" y="1364"/>
                </a:cubicBezTo>
                <a:cubicBezTo>
                  <a:pt x="53618" y="1364"/>
                  <a:pt x="53610" y="1364"/>
                  <a:pt x="53603" y="1364"/>
                </a:cubicBezTo>
                <a:cubicBezTo>
                  <a:pt x="53567" y="1364"/>
                  <a:pt x="53519" y="1340"/>
                  <a:pt x="53495" y="1328"/>
                </a:cubicBezTo>
                <a:cubicBezTo>
                  <a:pt x="53055" y="1031"/>
                  <a:pt x="52555" y="876"/>
                  <a:pt x="52043" y="876"/>
                </a:cubicBezTo>
                <a:cubicBezTo>
                  <a:pt x="51209" y="876"/>
                  <a:pt x="50447" y="531"/>
                  <a:pt x="49626" y="519"/>
                </a:cubicBezTo>
                <a:cubicBezTo>
                  <a:pt x="49090" y="507"/>
                  <a:pt x="36660" y="304"/>
                  <a:pt x="36112" y="257"/>
                </a:cubicBezTo>
                <a:cubicBezTo>
                  <a:pt x="36099" y="255"/>
                  <a:pt x="36085" y="255"/>
                  <a:pt x="36071" y="255"/>
                </a:cubicBezTo>
                <a:cubicBezTo>
                  <a:pt x="35929" y="255"/>
                  <a:pt x="35776" y="314"/>
                  <a:pt x="35630" y="314"/>
                </a:cubicBezTo>
                <a:cubicBezTo>
                  <a:pt x="35517" y="314"/>
                  <a:pt x="35409" y="278"/>
                  <a:pt x="35315" y="150"/>
                </a:cubicBezTo>
                <a:cubicBezTo>
                  <a:pt x="35310" y="141"/>
                  <a:pt x="35299" y="138"/>
                  <a:pt x="35285" y="138"/>
                </a:cubicBezTo>
                <a:cubicBezTo>
                  <a:pt x="35270" y="138"/>
                  <a:pt x="35252" y="141"/>
                  <a:pt x="35234" y="141"/>
                </a:cubicBezTo>
                <a:cubicBezTo>
                  <a:pt x="35225" y="141"/>
                  <a:pt x="35215" y="140"/>
                  <a:pt x="35207" y="138"/>
                </a:cubicBezTo>
                <a:cubicBezTo>
                  <a:pt x="35016" y="115"/>
                  <a:pt x="34824" y="109"/>
                  <a:pt x="34633" y="109"/>
                </a:cubicBezTo>
                <a:cubicBezTo>
                  <a:pt x="34445" y="109"/>
                  <a:pt x="34258" y="114"/>
                  <a:pt x="34070" y="114"/>
                </a:cubicBezTo>
                <a:cubicBezTo>
                  <a:pt x="33759" y="114"/>
                  <a:pt x="33447" y="99"/>
                  <a:pt x="33136" y="19"/>
                </a:cubicBezTo>
                <a:cubicBezTo>
                  <a:pt x="33083" y="5"/>
                  <a:pt x="33026" y="0"/>
                  <a:pt x="32967" y="0"/>
                </a:cubicBezTo>
                <a:close/>
              </a:path>
            </a:pathLst>
          </a:custGeom>
          <a:solidFill>
            <a:srgbClr val="000000"/>
          </a:solidFill>
          <a:ln>
            <a:noFill/>
          </a:ln>
        </p:spPr>
        <p:txBody>
          <a:bodyPr spcFirstLastPara="1" wrap="square" lIns="182875" tIns="274300" rIns="182875" bIns="91425" anchor="ctr" anchorCtr="0">
            <a:noAutofit/>
          </a:bodyPr>
          <a:lstStyle/>
          <a:p>
            <a:pPr marL="0" lvl="0" indent="0" algn="ctr" rtl="0">
              <a:spcBef>
                <a:spcPts val="0"/>
              </a:spcBef>
              <a:spcAft>
                <a:spcPts val="0"/>
              </a:spcAft>
              <a:buClr>
                <a:schemeClr val="dk1"/>
              </a:buClr>
              <a:buSzPts val="1100"/>
              <a:buFont typeface="Arial"/>
              <a:buNone/>
            </a:pPr>
            <a:endParaRPr dirty="0">
              <a:solidFill>
                <a:schemeClr val="bg2">
                  <a:lumMod val="50000"/>
                </a:schemeClr>
              </a:solidFill>
            </a:endParaRPr>
          </a:p>
        </p:txBody>
      </p:sp>
      <p:sp>
        <p:nvSpPr>
          <p:cNvPr id="8" name="Google Shape;352;p21">
            <a:extLst>
              <a:ext uri="{FF2B5EF4-FFF2-40B4-BE49-F238E27FC236}">
                <a16:creationId xmlns:a16="http://schemas.microsoft.com/office/drawing/2014/main" id="{8A2058DC-6A17-4ABA-5CBD-AB4654AD2263}"/>
              </a:ext>
            </a:extLst>
          </p:cNvPr>
          <p:cNvSpPr/>
          <p:nvPr/>
        </p:nvSpPr>
        <p:spPr>
          <a:xfrm>
            <a:off x="1780207" y="1837658"/>
            <a:ext cx="2738089" cy="344265"/>
          </a:xfrm>
          <a:custGeom>
            <a:avLst/>
            <a:gdLst/>
            <a:ahLst/>
            <a:cxnLst/>
            <a:rect l="l" t="t" r="r" b="b"/>
            <a:pathLst>
              <a:path w="55738" h="12021" extrusionOk="0">
                <a:moveTo>
                  <a:pt x="32616" y="0"/>
                </a:moveTo>
                <a:cubicBezTo>
                  <a:pt x="32585" y="136"/>
                  <a:pt x="32526" y="271"/>
                  <a:pt x="32408" y="271"/>
                </a:cubicBezTo>
                <a:cubicBezTo>
                  <a:pt x="32392" y="271"/>
                  <a:pt x="32373" y="268"/>
                  <a:pt x="32354" y="262"/>
                </a:cubicBezTo>
                <a:cubicBezTo>
                  <a:pt x="32175" y="203"/>
                  <a:pt x="31997" y="197"/>
                  <a:pt x="31817" y="197"/>
                </a:cubicBezTo>
                <a:cubicBezTo>
                  <a:pt x="31772" y="197"/>
                  <a:pt x="31727" y="197"/>
                  <a:pt x="31681" y="197"/>
                </a:cubicBezTo>
                <a:cubicBezTo>
                  <a:pt x="31546" y="197"/>
                  <a:pt x="31409" y="194"/>
                  <a:pt x="31271" y="167"/>
                </a:cubicBezTo>
                <a:cubicBezTo>
                  <a:pt x="31185" y="146"/>
                  <a:pt x="31090" y="103"/>
                  <a:pt x="30985" y="103"/>
                </a:cubicBezTo>
                <a:cubicBezTo>
                  <a:pt x="30915" y="103"/>
                  <a:pt x="30839" y="122"/>
                  <a:pt x="30759" y="179"/>
                </a:cubicBezTo>
                <a:cubicBezTo>
                  <a:pt x="30719" y="208"/>
                  <a:pt x="30646" y="216"/>
                  <a:pt x="30558" y="216"/>
                </a:cubicBezTo>
                <a:cubicBezTo>
                  <a:pt x="30473" y="216"/>
                  <a:pt x="30374" y="209"/>
                  <a:pt x="30280" y="209"/>
                </a:cubicBezTo>
                <a:cubicBezTo>
                  <a:pt x="30235" y="209"/>
                  <a:pt x="30192" y="210"/>
                  <a:pt x="30151" y="215"/>
                </a:cubicBezTo>
                <a:cubicBezTo>
                  <a:pt x="30138" y="216"/>
                  <a:pt x="30125" y="217"/>
                  <a:pt x="30112" y="217"/>
                </a:cubicBezTo>
                <a:cubicBezTo>
                  <a:pt x="29962" y="217"/>
                  <a:pt x="29779" y="125"/>
                  <a:pt x="29650" y="125"/>
                </a:cubicBezTo>
                <a:cubicBezTo>
                  <a:pt x="29619" y="125"/>
                  <a:pt x="29591" y="130"/>
                  <a:pt x="29568" y="143"/>
                </a:cubicBezTo>
                <a:cubicBezTo>
                  <a:pt x="29327" y="282"/>
                  <a:pt x="29077" y="321"/>
                  <a:pt x="28831" y="321"/>
                </a:cubicBezTo>
                <a:cubicBezTo>
                  <a:pt x="28613" y="321"/>
                  <a:pt x="28400" y="291"/>
                  <a:pt x="28199" y="274"/>
                </a:cubicBezTo>
                <a:cubicBezTo>
                  <a:pt x="28065" y="261"/>
                  <a:pt x="27931" y="256"/>
                  <a:pt x="27798" y="256"/>
                </a:cubicBezTo>
                <a:cubicBezTo>
                  <a:pt x="27357" y="256"/>
                  <a:pt x="26918" y="311"/>
                  <a:pt x="26484" y="311"/>
                </a:cubicBezTo>
                <a:cubicBezTo>
                  <a:pt x="26453" y="311"/>
                  <a:pt x="26421" y="311"/>
                  <a:pt x="26389" y="310"/>
                </a:cubicBezTo>
                <a:cubicBezTo>
                  <a:pt x="26030" y="294"/>
                  <a:pt x="24254" y="286"/>
                  <a:pt x="22298" y="286"/>
                </a:cubicBezTo>
                <a:cubicBezTo>
                  <a:pt x="19772" y="286"/>
                  <a:pt x="16946" y="300"/>
                  <a:pt x="16483" y="334"/>
                </a:cubicBezTo>
                <a:cubicBezTo>
                  <a:pt x="16019" y="369"/>
                  <a:pt x="11089" y="369"/>
                  <a:pt x="10637" y="417"/>
                </a:cubicBezTo>
                <a:cubicBezTo>
                  <a:pt x="9958" y="488"/>
                  <a:pt x="9280" y="584"/>
                  <a:pt x="8589" y="631"/>
                </a:cubicBezTo>
                <a:cubicBezTo>
                  <a:pt x="8550" y="633"/>
                  <a:pt x="8510" y="634"/>
                  <a:pt x="8470" y="634"/>
                </a:cubicBezTo>
                <a:cubicBezTo>
                  <a:pt x="8210" y="634"/>
                  <a:pt x="7941" y="596"/>
                  <a:pt x="7687" y="596"/>
                </a:cubicBezTo>
                <a:cubicBezTo>
                  <a:pt x="7532" y="596"/>
                  <a:pt x="7383" y="610"/>
                  <a:pt x="7244" y="655"/>
                </a:cubicBezTo>
                <a:cubicBezTo>
                  <a:pt x="6613" y="858"/>
                  <a:pt x="5946" y="917"/>
                  <a:pt x="5315" y="1072"/>
                </a:cubicBezTo>
                <a:cubicBezTo>
                  <a:pt x="4803" y="1203"/>
                  <a:pt x="4243" y="1215"/>
                  <a:pt x="3719" y="1381"/>
                </a:cubicBezTo>
                <a:cubicBezTo>
                  <a:pt x="3196" y="1536"/>
                  <a:pt x="2696" y="1774"/>
                  <a:pt x="2219" y="2024"/>
                </a:cubicBezTo>
                <a:cubicBezTo>
                  <a:pt x="1457" y="2417"/>
                  <a:pt x="957" y="3096"/>
                  <a:pt x="636" y="3906"/>
                </a:cubicBezTo>
                <a:cubicBezTo>
                  <a:pt x="529" y="4168"/>
                  <a:pt x="588" y="4453"/>
                  <a:pt x="386" y="4727"/>
                </a:cubicBezTo>
                <a:cubicBezTo>
                  <a:pt x="219" y="4953"/>
                  <a:pt x="433" y="5394"/>
                  <a:pt x="124" y="5656"/>
                </a:cubicBezTo>
                <a:cubicBezTo>
                  <a:pt x="100" y="5680"/>
                  <a:pt x="112" y="5763"/>
                  <a:pt x="136" y="5811"/>
                </a:cubicBezTo>
                <a:cubicBezTo>
                  <a:pt x="207" y="6096"/>
                  <a:pt x="243" y="6406"/>
                  <a:pt x="231" y="6704"/>
                </a:cubicBezTo>
                <a:cubicBezTo>
                  <a:pt x="183" y="7489"/>
                  <a:pt x="207" y="8263"/>
                  <a:pt x="100" y="9049"/>
                </a:cubicBezTo>
                <a:cubicBezTo>
                  <a:pt x="5" y="9811"/>
                  <a:pt x="207" y="10585"/>
                  <a:pt x="64" y="11359"/>
                </a:cubicBezTo>
                <a:cubicBezTo>
                  <a:pt x="1" y="11731"/>
                  <a:pt x="214" y="12020"/>
                  <a:pt x="499" y="12020"/>
                </a:cubicBezTo>
                <a:cubicBezTo>
                  <a:pt x="587" y="12020"/>
                  <a:pt x="683" y="11992"/>
                  <a:pt x="779" y="11930"/>
                </a:cubicBezTo>
                <a:cubicBezTo>
                  <a:pt x="1033" y="11763"/>
                  <a:pt x="1298" y="11738"/>
                  <a:pt x="1566" y="11738"/>
                </a:cubicBezTo>
                <a:cubicBezTo>
                  <a:pt x="1678" y="11738"/>
                  <a:pt x="1791" y="11743"/>
                  <a:pt x="1904" y="11743"/>
                </a:cubicBezTo>
                <a:cubicBezTo>
                  <a:pt x="2077" y="11743"/>
                  <a:pt x="2251" y="11732"/>
                  <a:pt x="2422" y="11680"/>
                </a:cubicBezTo>
                <a:cubicBezTo>
                  <a:pt x="2922" y="11526"/>
                  <a:pt x="3565" y="11621"/>
                  <a:pt x="4124" y="11561"/>
                </a:cubicBezTo>
                <a:cubicBezTo>
                  <a:pt x="4874" y="11478"/>
                  <a:pt x="5636" y="11537"/>
                  <a:pt x="6375" y="11347"/>
                </a:cubicBezTo>
                <a:cubicBezTo>
                  <a:pt x="6450" y="11330"/>
                  <a:pt x="6580" y="11313"/>
                  <a:pt x="6683" y="11313"/>
                </a:cubicBezTo>
                <a:cubicBezTo>
                  <a:pt x="6725" y="11313"/>
                  <a:pt x="6763" y="11316"/>
                  <a:pt x="6791" y="11323"/>
                </a:cubicBezTo>
                <a:cubicBezTo>
                  <a:pt x="6925" y="11359"/>
                  <a:pt x="7059" y="11372"/>
                  <a:pt x="7192" y="11372"/>
                </a:cubicBezTo>
                <a:cubicBezTo>
                  <a:pt x="7548" y="11372"/>
                  <a:pt x="7902" y="11279"/>
                  <a:pt x="8259" y="11279"/>
                </a:cubicBezTo>
                <a:cubicBezTo>
                  <a:pt x="8349" y="11279"/>
                  <a:pt x="8439" y="11285"/>
                  <a:pt x="8530" y="11299"/>
                </a:cubicBezTo>
                <a:cubicBezTo>
                  <a:pt x="8598" y="11310"/>
                  <a:pt x="8667" y="11314"/>
                  <a:pt x="8737" y="11314"/>
                </a:cubicBezTo>
                <a:cubicBezTo>
                  <a:pt x="8989" y="11314"/>
                  <a:pt x="9249" y="11261"/>
                  <a:pt x="9500" y="11261"/>
                </a:cubicBezTo>
                <a:cubicBezTo>
                  <a:pt x="9571" y="11261"/>
                  <a:pt x="9640" y="11265"/>
                  <a:pt x="9708" y="11276"/>
                </a:cubicBezTo>
                <a:cubicBezTo>
                  <a:pt x="9970" y="11312"/>
                  <a:pt x="10872" y="11319"/>
                  <a:pt x="11928" y="11319"/>
                </a:cubicBezTo>
                <a:cubicBezTo>
                  <a:pt x="12605" y="11319"/>
                  <a:pt x="13345" y="11316"/>
                  <a:pt x="14021" y="11316"/>
                </a:cubicBezTo>
                <a:cubicBezTo>
                  <a:pt x="15077" y="11316"/>
                  <a:pt x="15976" y="11323"/>
                  <a:pt x="16233" y="11359"/>
                </a:cubicBezTo>
                <a:cubicBezTo>
                  <a:pt x="16396" y="11381"/>
                  <a:pt x="17282" y="11387"/>
                  <a:pt x="18441" y="11387"/>
                </a:cubicBezTo>
                <a:cubicBezTo>
                  <a:pt x="19850" y="11387"/>
                  <a:pt x="21662" y="11378"/>
                  <a:pt x="23069" y="11378"/>
                </a:cubicBezTo>
                <a:cubicBezTo>
                  <a:pt x="24227" y="11378"/>
                  <a:pt x="25111" y="11384"/>
                  <a:pt x="25270" y="11406"/>
                </a:cubicBezTo>
                <a:cubicBezTo>
                  <a:pt x="25969" y="11490"/>
                  <a:pt x="26687" y="11528"/>
                  <a:pt x="27391" y="11528"/>
                </a:cubicBezTo>
                <a:cubicBezTo>
                  <a:pt x="27490" y="11528"/>
                  <a:pt x="27589" y="11527"/>
                  <a:pt x="27687" y="11526"/>
                </a:cubicBezTo>
                <a:cubicBezTo>
                  <a:pt x="27893" y="11521"/>
                  <a:pt x="28098" y="11520"/>
                  <a:pt x="28304" y="11520"/>
                </a:cubicBezTo>
                <a:cubicBezTo>
                  <a:pt x="28814" y="11520"/>
                  <a:pt x="29324" y="11529"/>
                  <a:pt x="29834" y="11529"/>
                </a:cubicBezTo>
                <a:cubicBezTo>
                  <a:pt x="30238" y="11529"/>
                  <a:pt x="30641" y="11523"/>
                  <a:pt x="31044" y="11502"/>
                </a:cubicBezTo>
                <a:cubicBezTo>
                  <a:pt x="31445" y="11472"/>
                  <a:pt x="31849" y="11467"/>
                  <a:pt x="32255" y="11467"/>
                </a:cubicBezTo>
                <a:cubicBezTo>
                  <a:pt x="32462" y="11467"/>
                  <a:pt x="32671" y="11468"/>
                  <a:pt x="32878" y="11468"/>
                </a:cubicBezTo>
                <a:cubicBezTo>
                  <a:pt x="33241" y="11468"/>
                  <a:pt x="33603" y="11464"/>
                  <a:pt x="33961" y="11442"/>
                </a:cubicBezTo>
                <a:cubicBezTo>
                  <a:pt x="34102" y="11435"/>
                  <a:pt x="34719" y="11432"/>
                  <a:pt x="35621" y="11432"/>
                </a:cubicBezTo>
                <a:cubicBezTo>
                  <a:pt x="39231" y="11432"/>
                  <a:pt x="47413" y="11478"/>
                  <a:pt x="47975" y="11478"/>
                </a:cubicBezTo>
                <a:cubicBezTo>
                  <a:pt x="48324" y="11478"/>
                  <a:pt x="48684" y="11483"/>
                  <a:pt x="49037" y="11483"/>
                </a:cubicBezTo>
                <a:cubicBezTo>
                  <a:pt x="49213" y="11483"/>
                  <a:pt x="49388" y="11482"/>
                  <a:pt x="49559" y="11478"/>
                </a:cubicBezTo>
                <a:cubicBezTo>
                  <a:pt x="49606" y="11477"/>
                  <a:pt x="49653" y="11477"/>
                  <a:pt x="49700" y="11477"/>
                </a:cubicBezTo>
                <a:cubicBezTo>
                  <a:pt x="50096" y="11477"/>
                  <a:pt x="50491" y="11506"/>
                  <a:pt x="50883" y="11506"/>
                </a:cubicBezTo>
                <a:cubicBezTo>
                  <a:pt x="51034" y="11506"/>
                  <a:pt x="51183" y="11502"/>
                  <a:pt x="51333" y="11490"/>
                </a:cubicBezTo>
                <a:cubicBezTo>
                  <a:pt x="51486" y="11480"/>
                  <a:pt x="51655" y="11448"/>
                  <a:pt x="51820" y="11448"/>
                </a:cubicBezTo>
                <a:cubicBezTo>
                  <a:pt x="51860" y="11448"/>
                  <a:pt x="51900" y="11449"/>
                  <a:pt x="51940" y="11454"/>
                </a:cubicBezTo>
                <a:cubicBezTo>
                  <a:pt x="52511" y="11490"/>
                  <a:pt x="53071" y="11502"/>
                  <a:pt x="53642" y="11526"/>
                </a:cubicBezTo>
                <a:cubicBezTo>
                  <a:pt x="54095" y="11549"/>
                  <a:pt x="54547" y="11537"/>
                  <a:pt x="55000" y="11621"/>
                </a:cubicBezTo>
                <a:cubicBezTo>
                  <a:pt x="55073" y="11636"/>
                  <a:pt x="55162" y="11650"/>
                  <a:pt x="55250" y="11650"/>
                </a:cubicBezTo>
                <a:cubicBezTo>
                  <a:pt x="55433" y="11650"/>
                  <a:pt x="55607" y="11589"/>
                  <a:pt x="55607" y="11347"/>
                </a:cubicBezTo>
                <a:cubicBezTo>
                  <a:pt x="55607" y="11037"/>
                  <a:pt x="55678" y="10740"/>
                  <a:pt x="55655" y="10430"/>
                </a:cubicBezTo>
                <a:cubicBezTo>
                  <a:pt x="55631" y="9954"/>
                  <a:pt x="55547" y="9454"/>
                  <a:pt x="55631" y="9001"/>
                </a:cubicBezTo>
                <a:cubicBezTo>
                  <a:pt x="55738" y="8406"/>
                  <a:pt x="55643" y="7823"/>
                  <a:pt x="55666" y="7227"/>
                </a:cubicBezTo>
                <a:cubicBezTo>
                  <a:pt x="55702" y="6692"/>
                  <a:pt x="55464" y="6156"/>
                  <a:pt x="55559" y="5608"/>
                </a:cubicBezTo>
                <a:cubicBezTo>
                  <a:pt x="55559" y="5549"/>
                  <a:pt x="55559" y="5489"/>
                  <a:pt x="55464" y="5477"/>
                </a:cubicBezTo>
                <a:cubicBezTo>
                  <a:pt x="55309" y="5453"/>
                  <a:pt x="55345" y="5346"/>
                  <a:pt x="55369" y="5227"/>
                </a:cubicBezTo>
                <a:cubicBezTo>
                  <a:pt x="55393" y="5132"/>
                  <a:pt x="55488" y="5037"/>
                  <a:pt x="55428" y="4930"/>
                </a:cubicBezTo>
                <a:cubicBezTo>
                  <a:pt x="55190" y="4513"/>
                  <a:pt x="55143" y="4013"/>
                  <a:pt x="54797" y="3632"/>
                </a:cubicBezTo>
                <a:cubicBezTo>
                  <a:pt x="54559" y="3382"/>
                  <a:pt x="54321" y="3155"/>
                  <a:pt x="54047" y="2953"/>
                </a:cubicBezTo>
                <a:cubicBezTo>
                  <a:pt x="53690" y="2703"/>
                  <a:pt x="53392" y="2382"/>
                  <a:pt x="53047" y="2120"/>
                </a:cubicBezTo>
                <a:cubicBezTo>
                  <a:pt x="52714" y="1870"/>
                  <a:pt x="52392" y="1584"/>
                  <a:pt x="51940" y="1548"/>
                </a:cubicBezTo>
                <a:cubicBezTo>
                  <a:pt x="51868" y="1536"/>
                  <a:pt x="51904" y="1465"/>
                  <a:pt x="51880" y="1429"/>
                </a:cubicBezTo>
                <a:cubicBezTo>
                  <a:pt x="51838" y="1344"/>
                  <a:pt x="51801" y="1241"/>
                  <a:pt x="51723" y="1241"/>
                </a:cubicBezTo>
                <a:cubicBezTo>
                  <a:pt x="51692" y="1241"/>
                  <a:pt x="51654" y="1257"/>
                  <a:pt x="51606" y="1298"/>
                </a:cubicBezTo>
                <a:cubicBezTo>
                  <a:pt x="51559" y="1342"/>
                  <a:pt x="51520" y="1359"/>
                  <a:pt x="51488" y="1359"/>
                </a:cubicBezTo>
                <a:cubicBezTo>
                  <a:pt x="51415" y="1359"/>
                  <a:pt x="51374" y="1273"/>
                  <a:pt x="51333" y="1215"/>
                </a:cubicBezTo>
                <a:cubicBezTo>
                  <a:pt x="51273" y="1131"/>
                  <a:pt x="51249" y="1012"/>
                  <a:pt x="51106" y="977"/>
                </a:cubicBezTo>
                <a:lnTo>
                  <a:pt x="51106" y="977"/>
                </a:lnTo>
                <a:cubicBezTo>
                  <a:pt x="51130" y="1155"/>
                  <a:pt x="51071" y="1215"/>
                  <a:pt x="50868" y="1215"/>
                </a:cubicBezTo>
                <a:cubicBezTo>
                  <a:pt x="50689" y="1204"/>
                  <a:pt x="50605" y="1034"/>
                  <a:pt x="50486" y="1034"/>
                </a:cubicBezTo>
                <a:cubicBezTo>
                  <a:pt x="50479" y="1034"/>
                  <a:pt x="50471" y="1035"/>
                  <a:pt x="50463" y="1036"/>
                </a:cubicBezTo>
                <a:cubicBezTo>
                  <a:pt x="50403" y="1047"/>
                  <a:pt x="50345" y="1052"/>
                  <a:pt x="50288" y="1052"/>
                </a:cubicBezTo>
                <a:cubicBezTo>
                  <a:pt x="50097" y="1052"/>
                  <a:pt x="49918" y="999"/>
                  <a:pt x="49725" y="953"/>
                </a:cubicBezTo>
                <a:cubicBezTo>
                  <a:pt x="49284" y="851"/>
                  <a:pt x="48864" y="642"/>
                  <a:pt x="48394" y="642"/>
                </a:cubicBezTo>
                <a:cubicBezTo>
                  <a:pt x="48370" y="642"/>
                  <a:pt x="48345" y="642"/>
                  <a:pt x="48320" y="643"/>
                </a:cubicBezTo>
                <a:cubicBezTo>
                  <a:pt x="48307" y="644"/>
                  <a:pt x="48294" y="644"/>
                  <a:pt x="48280" y="644"/>
                </a:cubicBezTo>
                <a:cubicBezTo>
                  <a:pt x="47961" y="644"/>
                  <a:pt x="47653" y="512"/>
                  <a:pt x="47344" y="512"/>
                </a:cubicBezTo>
                <a:cubicBezTo>
                  <a:pt x="46951" y="500"/>
                  <a:pt x="34652" y="441"/>
                  <a:pt x="34259" y="417"/>
                </a:cubicBezTo>
                <a:cubicBezTo>
                  <a:pt x="34033" y="393"/>
                  <a:pt x="33818" y="358"/>
                  <a:pt x="33592" y="322"/>
                </a:cubicBezTo>
                <a:cubicBezTo>
                  <a:pt x="33411" y="303"/>
                  <a:pt x="33183" y="161"/>
                  <a:pt x="33045" y="161"/>
                </a:cubicBezTo>
                <a:cubicBezTo>
                  <a:pt x="33011" y="161"/>
                  <a:pt x="32982" y="170"/>
                  <a:pt x="32961" y="191"/>
                </a:cubicBezTo>
                <a:cubicBezTo>
                  <a:pt x="32864" y="294"/>
                  <a:pt x="32807" y="333"/>
                  <a:pt x="32771" y="333"/>
                </a:cubicBezTo>
                <a:cubicBezTo>
                  <a:pt x="32678" y="333"/>
                  <a:pt x="32727" y="77"/>
                  <a:pt x="32616" y="0"/>
                </a:cubicBezTo>
                <a:close/>
              </a:path>
            </a:pathLst>
          </a:custGeom>
          <a:solidFill>
            <a:schemeClr val="accent2">
              <a:lumMod val="75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dirty="0">
                <a:solidFill>
                  <a:schemeClr val="bg1"/>
                </a:solidFill>
                <a:latin typeface="Fira Sans Extra Condensed Medium"/>
                <a:sym typeface="Fira Sans Extra Condensed Medium"/>
              </a:rPr>
              <a:t>Economic</a:t>
            </a:r>
            <a:endParaRPr dirty="0">
              <a:solidFill>
                <a:schemeClr val="bg1"/>
              </a:solidFill>
            </a:endParaRPr>
          </a:p>
        </p:txBody>
      </p:sp>
      <p:grpSp>
        <p:nvGrpSpPr>
          <p:cNvPr id="14" name="Google Shape;366;p21">
            <a:extLst>
              <a:ext uri="{FF2B5EF4-FFF2-40B4-BE49-F238E27FC236}">
                <a16:creationId xmlns:a16="http://schemas.microsoft.com/office/drawing/2014/main" id="{AC8D45E8-A474-CCAB-E0C1-6011E95CA4D8}"/>
              </a:ext>
            </a:extLst>
          </p:cNvPr>
          <p:cNvGrpSpPr/>
          <p:nvPr/>
        </p:nvGrpSpPr>
        <p:grpSpPr>
          <a:xfrm>
            <a:off x="4581683" y="1345344"/>
            <a:ext cx="2556393" cy="2023101"/>
            <a:chOff x="4723067" y="2722084"/>
            <a:chExt cx="2014974" cy="1906519"/>
          </a:xfrm>
        </p:grpSpPr>
        <p:sp>
          <p:nvSpPr>
            <p:cNvPr id="15" name="Google Shape;367;p21">
              <a:extLst>
                <a:ext uri="{FF2B5EF4-FFF2-40B4-BE49-F238E27FC236}">
                  <a16:creationId xmlns:a16="http://schemas.microsoft.com/office/drawing/2014/main" id="{8AC01739-469D-E7BE-F5DF-BAF15E81D118}"/>
                </a:ext>
              </a:extLst>
            </p:cNvPr>
            <p:cNvSpPr/>
            <p:nvPr/>
          </p:nvSpPr>
          <p:spPr>
            <a:xfrm>
              <a:off x="4723067" y="3176490"/>
              <a:ext cx="2014974" cy="1452113"/>
            </a:xfrm>
            <a:custGeom>
              <a:avLst/>
              <a:gdLst/>
              <a:ahLst/>
              <a:cxnLst/>
              <a:rect l="l" t="t" r="r" b="b"/>
              <a:pathLst>
                <a:path w="59818" h="56585" extrusionOk="0">
                  <a:moveTo>
                    <a:pt x="33549" y="931"/>
                  </a:moveTo>
                  <a:cubicBezTo>
                    <a:pt x="33746" y="931"/>
                    <a:pt x="33943" y="954"/>
                    <a:pt x="34124" y="965"/>
                  </a:cubicBezTo>
                  <a:cubicBezTo>
                    <a:pt x="34374" y="983"/>
                    <a:pt x="34630" y="989"/>
                    <a:pt x="34885" y="989"/>
                  </a:cubicBezTo>
                  <a:cubicBezTo>
                    <a:pt x="35139" y="989"/>
                    <a:pt x="35392" y="983"/>
                    <a:pt x="35636" y="977"/>
                  </a:cubicBezTo>
                  <a:cubicBezTo>
                    <a:pt x="35905" y="977"/>
                    <a:pt x="41359" y="1084"/>
                    <a:pt x="44695" y="1084"/>
                  </a:cubicBezTo>
                  <a:cubicBezTo>
                    <a:pt x="46085" y="1084"/>
                    <a:pt x="47107" y="1065"/>
                    <a:pt x="47233" y="1013"/>
                  </a:cubicBezTo>
                  <a:cubicBezTo>
                    <a:pt x="47339" y="973"/>
                    <a:pt x="47465" y="953"/>
                    <a:pt x="47599" y="953"/>
                  </a:cubicBezTo>
                  <a:cubicBezTo>
                    <a:pt x="47828" y="953"/>
                    <a:pt x="48078" y="1012"/>
                    <a:pt x="48281" y="1132"/>
                  </a:cubicBezTo>
                  <a:cubicBezTo>
                    <a:pt x="48326" y="1164"/>
                    <a:pt x="48368" y="1174"/>
                    <a:pt x="48407" y="1174"/>
                  </a:cubicBezTo>
                  <a:cubicBezTo>
                    <a:pt x="48496" y="1174"/>
                    <a:pt x="48574" y="1119"/>
                    <a:pt x="48667" y="1119"/>
                  </a:cubicBezTo>
                  <a:cubicBezTo>
                    <a:pt x="48673" y="1119"/>
                    <a:pt x="48679" y="1120"/>
                    <a:pt x="48686" y="1120"/>
                  </a:cubicBezTo>
                  <a:cubicBezTo>
                    <a:pt x="49638" y="1239"/>
                    <a:pt x="50591" y="1358"/>
                    <a:pt x="51531" y="1525"/>
                  </a:cubicBezTo>
                  <a:cubicBezTo>
                    <a:pt x="52067" y="1620"/>
                    <a:pt x="52591" y="1715"/>
                    <a:pt x="53127" y="1811"/>
                  </a:cubicBezTo>
                  <a:cubicBezTo>
                    <a:pt x="53615" y="1894"/>
                    <a:pt x="54163" y="1942"/>
                    <a:pt x="54567" y="2299"/>
                  </a:cubicBezTo>
                  <a:cubicBezTo>
                    <a:pt x="54746" y="2465"/>
                    <a:pt x="55044" y="2430"/>
                    <a:pt x="55258" y="2596"/>
                  </a:cubicBezTo>
                  <a:cubicBezTo>
                    <a:pt x="55675" y="2930"/>
                    <a:pt x="55901" y="3358"/>
                    <a:pt x="56175" y="3763"/>
                  </a:cubicBezTo>
                  <a:cubicBezTo>
                    <a:pt x="56329" y="4001"/>
                    <a:pt x="56341" y="4323"/>
                    <a:pt x="56651" y="4490"/>
                  </a:cubicBezTo>
                  <a:cubicBezTo>
                    <a:pt x="56722" y="4525"/>
                    <a:pt x="56687" y="4656"/>
                    <a:pt x="56687" y="4751"/>
                  </a:cubicBezTo>
                  <a:cubicBezTo>
                    <a:pt x="56710" y="5002"/>
                    <a:pt x="56722" y="5252"/>
                    <a:pt x="56853" y="5513"/>
                  </a:cubicBezTo>
                  <a:cubicBezTo>
                    <a:pt x="56996" y="5775"/>
                    <a:pt x="56853" y="6097"/>
                    <a:pt x="56937" y="6406"/>
                  </a:cubicBezTo>
                  <a:cubicBezTo>
                    <a:pt x="57020" y="6752"/>
                    <a:pt x="57080" y="7109"/>
                    <a:pt x="57127" y="7478"/>
                  </a:cubicBezTo>
                  <a:cubicBezTo>
                    <a:pt x="57187" y="8014"/>
                    <a:pt x="57222" y="8561"/>
                    <a:pt x="57282" y="9097"/>
                  </a:cubicBezTo>
                  <a:cubicBezTo>
                    <a:pt x="57318" y="9478"/>
                    <a:pt x="57353" y="9871"/>
                    <a:pt x="57389" y="10252"/>
                  </a:cubicBezTo>
                  <a:cubicBezTo>
                    <a:pt x="57413" y="10621"/>
                    <a:pt x="57413" y="10990"/>
                    <a:pt x="57437" y="11359"/>
                  </a:cubicBezTo>
                  <a:cubicBezTo>
                    <a:pt x="57446" y="11515"/>
                    <a:pt x="57289" y="11584"/>
                    <a:pt x="57133" y="11584"/>
                  </a:cubicBezTo>
                  <a:cubicBezTo>
                    <a:pt x="57099" y="11584"/>
                    <a:pt x="57064" y="11580"/>
                    <a:pt x="57032" y="11574"/>
                  </a:cubicBezTo>
                  <a:cubicBezTo>
                    <a:pt x="56852" y="11539"/>
                    <a:pt x="56673" y="11527"/>
                    <a:pt x="56495" y="11527"/>
                  </a:cubicBezTo>
                  <a:cubicBezTo>
                    <a:pt x="56077" y="11527"/>
                    <a:pt x="55662" y="11593"/>
                    <a:pt x="55243" y="11593"/>
                  </a:cubicBezTo>
                  <a:cubicBezTo>
                    <a:pt x="55165" y="11593"/>
                    <a:pt x="55086" y="11591"/>
                    <a:pt x="55008" y="11586"/>
                  </a:cubicBezTo>
                  <a:cubicBezTo>
                    <a:pt x="54954" y="11586"/>
                    <a:pt x="54889" y="11576"/>
                    <a:pt x="54826" y="11576"/>
                  </a:cubicBezTo>
                  <a:cubicBezTo>
                    <a:pt x="54720" y="11576"/>
                    <a:pt x="54621" y="11604"/>
                    <a:pt x="54591" y="11752"/>
                  </a:cubicBezTo>
                  <a:cubicBezTo>
                    <a:pt x="54579" y="11776"/>
                    <a:pt x="54532" y="11800"/>
                    <a:pt x="54520" y="11800"/>
                  </a:cubicBezTo>
                  <a:cubicBezTo>
                    <a:pt x="54362" y="11743"/>
                    <a:pt x="54206" y="11722"/>
                    <a:pt x="54052" y="11722"/>
                  </a:cubicBezTo>
                  <a:cubicBezTo>
                    <a:pt x="53590" y="11722"/>
                    <a:pt x="53142" y="11916"/>
                    <a:pt x="52686" y="11943"/>
                  </a:cubicBezTo>
                  <a:cubicBezTo>
                    <a:pt x="51722" y="11979"/>
                    <a:pt x="50745" y="11943"/>
                    <a:pt x="49769" y="12038"/>
                  </a:cubicBezTo>
                  <a:cubicBezTo>
                    <a:pt x="49453" y="12074"/>
                    <a:pt x="49134" y="12084"/>
                    <a:pt x="48813" y="12084"/>
                  </a:cubicBezTo>
                  <a:cubicBezTo>
                    <a:pt x="48335" y="12084"/>
                    <a:pt x="47854" y="12061"/>
                    <a:pt x="47376" y="12061"/>
                  </a:cubicBezTo>
                  <a:cubicBezTo>
                    <a:pt x="47316" y="12061"/>
                    <a:pt x="47257" y="12061"/>
                    <a:pt x="47197" y="12062"/>
                  </a:cubicBezTo>
                  <a:cubicBezTo>
                    <a:pt x="46900" y="12062"/>
                    <a:pt x="36172" y="12074"/>
                    <a:pt x="35875" y="12074"/>
                  </a:cubicBezTo>
                  <a:cubicBezTo>
                    <a:pt x="35343" y="12074"/>
                    <a:pt x="34816" y="12069"/>
                    <a:pt x="34288" y="12069"/>
                  </a:cubicBezTo>
                  <a:cubicBezTo>
                    <a:pt x="34024" y="12069"/>
                    <a:pt x="33759" y="12070"/>
                    <a:pt x="33493" y="12074"/>
                  </a:cubicBezTo>
                  <a:cubicBezTo>
                    <a:pt x="33270" y="12077"/>
                    <a:pt x="33047" y="12078"/>
                    <a:pt x="32824" y="12078"/>
                  </a:cubicBezTo>
                  <a:cubicBezTo>
                    <a:pt x="32601" y="12078"/>
                    <a:pt x="32378" y="12077"/>
                    <a:pt x="32155" y="12077"/>
                  </a:cubicBezTo>
                  <a:cubicBezTo>
                    <a:pt x="31710" y="12077"/>
                    <a:pt x="31267" y="12080"/>
                    <a:pt x="30826" y="12098"/>
                  </a:cubicBezTo>
                  <a:cubicBezTo>
                    <a:pt x="30440" y="12114"/>
                    <a:pt x="30056" y="12119"/>
                    <a:pt x="29671" y="12119"/>
                  </a:cubicBezTo>
                  <a:cubicBezTo>
                    <a:pt x="29207" y="12119"/>
                    <a:pt x="28743" y="12112"/>
                    <a:pt x="28280" y="12112"/>
                  </a:cubicBezTo>
                  <a:cubicBezTo>
                    <a:pt x="27755" y="12112"/>
                    <a:pt x="27231" y="12121"/>
                    <a:pt x="26707" y="12157"/>
                  </a:cubicBezTo>
                  <a:cubicBezTo>
                    <a:pt x="26064" y="12193"/>
                    <a:pt x="25409" y="12229"/>
                    <a:pt x="24778" y="12288"/>
                  </a:cubicBezTo>
                  <a:cubicBezTo>
                    <a:pt x="23986" y="12361"/>
                    <a:pt x="15227" y="12398"/>
                    <a:pt x="12452" y="12398"/>
                  </a:cubicBezTo>
                  <a:cubicBezTo>
                    <a:pt x="12055" y="12398"/>
                    <a:pt x="11781" y="12397"/>
                    <a:pt x="11669" y="12395"/>
                  </a:cubicBezTo>
                  <a:cubicBezTo>
                    <a:pt x="10754" y="12377"/>
                    <a:pt x="9846" y="12316"/>
                    <a:pt x="8940" y="12316"/>
                  </a:cubicBezTo>
                  <a:cubicBezTo>
                    <a:pt x="8667" y="12316"/>
                    <a:pt x="8394" y="12322"/>
                    <a:pt x="8121" y="12336"/>
                  </a:cubicBezTo>
                  <a:cubicBezTo>
                    <a:pt x="7465" y="12365"/>
                    <a:pt x="6816" y="12386"/>
                    <a:pt x="6169" y="12386"/>
                  </a:cubicBezTo>
                  <a:cubicBezTo>
                    <a:pt x="6030" y="12386"/>
                    <a:pt x="5891" y="12385"/>
                    <a:pt x="5752" y="12383"/>
                  </a:cubicBezTo>
                  <a:cubicBezTo>
                    <a:pt x="5241" y="12373"/>
                    <a:pt x="4721" y="12293"/>
                    <a:pt x="4215" y="12293"/>
                  </a:cubicBezTo>
                  <a:cubicBezTo>
                    <a:pt x="4132" y="12293"/>
                    <a:pt x="4048" y="12295"/>
                    <a:pt x="3966" y="12300"/>
                  </a:cubicBezTo>
                  <a:cubicBezTo>
                    <a:pt x="3884" y="12305"/>
                    <a:pt x="3802" y="12308"/>
                    <a:pt x="3719" y="12308"/>
                  </a:cubicBezTo>
                  <a:cubicBezTo>
                    <a:pt x="3397" y="12308"/>
                    <a:pt x="3071" y="12274"/>
                    <a:pt x="2748" y="12274"/>
                  </a:cubicBezTo>
                  <a:cubicBezTo>
                    <a:pt x="2432" y="12274"/>
                    <a:pt x="2118" y="12306"/>
                    <a:pt x="1811" y="12431"/>
                  </a:cubicBezTo>
                  <a:cubicBezTo>
                    <a:pt x="1781" y="12444"/>
                    <a:pt x="1741" y="12452"/>
                    <a:pt x="1703" y="12452"/>
                  </a:cubicBezTo>
                  <a:cubicBezTo>
                    <a:pt x="1632" y="12452"/>
                    <a:pt x="1565" y="12425"/>
                    <a:pt x="1573" y="12348"/>
                  </a:cubicBezTo>
                  <a:cubicBezTo>
                    <a:pt x="1608" y="12169"/>
                    <a:pt x="1477" y="11967"/>
                    <a:pt x="1501" y="11883"/>
                  </a:cubicBezTo>
                  <a:cubicBezTo>
                    <a:pt x="1704" y="11383"/>
                    <a:pt x="1656" y="10871"/>
                    <a:pt x="1715" y="10371"/>
                  </a:cubicBezTo>
                  <a:cubicBezTo>
                    <a:pt x="1763" y="10085"/>
                    <a:pt x="2096" y="9824"/>
                    <a:pt x="1858" y="9538"/>
                  </a:cubicBezTo>
                  <a:cubicBezTo>
                    <a:pt x="1715" y="9347"/>
                    <a:pt x="1858" y="9121"/>
                    <a:pt x="1835" y="9073"/>
                  </a:cubicBezTo>
                  <a:cubicBezTo>
                    <a:pt x="1608" y="8764"/>
                    <a:pt x="2192" y="8490"/>
                    <a:pt x="1846" y="8192"/>
                  </a:cubicBezTo>
                  <a:cubicBezTo>
                    <a:pt x="1692" y="8073"/>
                    <a:pt x="2001" y="8073"/>
                    <a:pt x="1977" y="7883"/>
                  </a:cubicBezTo>
                  <a:cubicBezTo>
                    <a:pt x="1930" y="7514"/>
                    <a:pt x="1989" y="7121"/>
                    <a:pt x="2049" y="6740"/>
                  </a:cubicBezTo>
                  <a:cubicBezTo>
                    <a:pt x="2120" y="6240"/>
                    <a:pt x="2120" y="5728"/>
                    <a:pt x="2239" y="5228"/>
                  </a:cubicBezTo>
                  <a:cubicBezTo>
                    <a:pt x="2299" y="4942"/>
                    <a:pt x="2585" y="4751"/>
                    <a:pt x="2585" y="4442"/>
                  </a:cubicBezTo>
                  <a:cubicBezTo>
                    <a:pt x="2585" y="4061"/>
                    <a:pt x="2858" y="3751"/>
                    <a:pt x="2989" y="3418"/>
                  </a:cubicBezTo>
                  <a:cubicBezTo>
                    <a:pt x="3263" y="2751"/>
                    <a:pt x="3966" y="2632"/>
                    <a:pt x="4478" y="2275"/>
                  </a:cubicBezTo>
                  <a:cubicBezTo>
                    <a:pt x="4799" y="2049"/>
                    <a:pt x="5311" y="2037"/>
                    <a:pt x="5668" y="1799"/>
                  </a:cubicBezTo>
                  <a:cubicBezTo>
                    <a:pt x="5681" y="1789"/>
                    <a:pt x="5698" y="1786"/>
                    <a:pt x="5719" y="1786"/>
                  </a:cubicBezTo>
                  <a:cubicBezTo>
                    <a:pt x="5776" y="1786"/>
                    <a:pt x="5854" y="1814"/>
                    <a:pt x="5906" y="1823"/>
                  </a:cubicBezTo>
                  <a:cubicBezTo>
                    <a:pt x="6157" y="1799"/>
                    <a:pt x="6395" y="1846"/>
                    <a:pt x="6573" y="1596"/>
                  </a:cubicBezTo>
                  <a:cubicBezTo>
                    <a:pt x="6657" y="1494"/>
                    <a:pt x="6871" y="1457"/>
                    <a:pt x="7091" y="1457"/>
                  </a:cubicBezTo>
                  <a:cubicBezTo>
                    <a:pt x="7153" y="1457"/>
                    <a:pt x="7216" y="1460"/>
                    <a:pt x="7276" y="1465"/>
                  </a:cubicBezTo>
                  <a:cubicBezTo>
                    <a:pt x="7347" y="1472"/>
                    <a:pt x="7419" y="1476"/>
                    <a:pt x="7491" y="1476"/>
                  </a:cubicBezTo>
                  <a:cubicBezTo>
                    <a:pt x="7907" y="1476"/>
                    <a:pt x="8324" y="1370"/>
                    <a:pt x="8740" y="1299"/>
                  </a:cubicBezTo>
                  <a:cubicBezTo>
                    <a:pt x="8919" y="1272"/>
                    <a:pt x="9102" y="1264"/>
                    <a:pt x="9288" y="1264"/>
                  </a:cubicBezTo>
                  <a:cubicBezTo>
                    <a:pt x="9512" y="1264"/>
                    <a:pt x="9739" y="1275"/>
                    <a:pt x="9967" y="1275"/>
                  </a:cubicBezTo>
                  <a:cubicBezTo>
                    <a:pt x="10044" y="1275"/>
                    <a:pt x="10122" y="1281"/>
                    <a:pt x="10199" y="1281"/>
                  </a:cubicBezTo>
                  <a:cubicBezTo>
                    <a:pt x="10332" y="1281"/>
                    <a:pt x="10460" y="1262"/>
                    <a:pt x="10574" y="1156"/>
                  </a:cubicBezTo>
                  <a:cubicBezTo>
                    <a:pt x="10610" y="1120"/>
                    <a:pt x="10646" y="1106"/>
                    <a:pt x="10685" y="1106"/>
                  </a:cubicBezTo>
                  <a:cubicBezTo>
                    <a:pt x="10734" y="1106"/>
                    <a:pt x="10787" y="1129"/>
                    <a:pt x="10848" y="1156"/>
                  </a:cubicBezTo>
                  <a:cubicBezTo>
                    <a:pt x="10976" y="1228"/>
                    <a:pt x="11102" y="1253"/>
                    <a:pt x="11229" y="1253"/>
                  </a:cubicBezTo>
                  <a:cubicBezTo>
                    <a:pt x="11398" y="1253"/>
                    <a:pt x="11569" y="1208"/>
                    <a:pt x="11752" y="1168"/>
                  </a:cubicBezTo>
                  <a:cubicBezTo>
                    <a:pt x="11929" y="1129"/>
                    <a:pt x="16468" y="986"/>
                    <a:pt x="19737" y="986"/>
                  </a:cubicBezTo>
                  <a:cubicBezTo>
                    <a:pt x="21529" y="986"/>
                    <a:pt x="22938" y="1029"/>
                    <a:pt x="23040" y="1156"/>
                  </a:cubicBezTo>
                  <a:cubicBezTo>
                    <a:pt x="23147" y="1084"/>
                    <a:pt x="23257" y="1069"/>
                    <a:pt x="23368" y="1069"/>
                  </a:cubicBezTo>
                  <a:cubicBezTo>
                    <a:pt x="23448" y="1069"/>
                    <a:pt x="23529" y="1077"/>
                    <a:pt x="23609" y="1077"/>
                  </a:cubicBezTo>
                  <a:cubicBezTo>
                    <a:pt x="23642" y="1077"/>
                    <a:pt x="23674" y="1076"/>
                    <a:pt x="23706" y="1072"/>
                  </a:cubicBezTo>
                  <a:cubicBezTo>
                    <a:pt x="23776" y="1058"/>
                    <a:pt x="23834" y="1032"/>
                    <a:pt x="23894" y="1032"/>
                  </a:cubicBezTo>
                  <a:cubicBezTo>
                    <a:pt x="23936" y="1032"/>
                    <a:pt x="23979" y="1045"/>
                    <a:pt x="24028" y="1084"/>
                  </a:cubicBezTo>
                  <a:cubicBezTo>
                    <a:pt x="24083" y="1124"/>
                    <a:pt x="24148" y="1141"/>
                    <a:pt x="24212" y="1141"/>
                  </a:cubicBezTo>
                  <a:cubicBezTo>
                    <a:pt x="24300" y="1141"/>
                    <a:pt x="24384" y="1109"/>
                    <a:pt x="24433" y="1061"/>
                  </a:cubicBezTo>
                  <a:cubicBezTo>
                    <a:pt x="24481" y="1020"/>
                    <a:pt x="24521" y="1007"/>
                    <a:pt x="24557" y="1007"/>
                  </a:cubicBezTo>
                  <a:cubicBezTo>
                    <a:pt x="24620" y="1007"/>
                    <a:pt x="24668" y="1049"/>
                    <a:pt x="24718" y="1049"/>
                  </a:cubicBezTo>
                  <a:cubicBezTo>
                    <a:pt x="24722" y="1049"/>
                    <a:pt x="24726" y="1049"/>
                    <a:pt x="24730" y="1049"/>
                  </a:cubicBezTo>
                  <a:cubicBezTo>
                    <a:pt x="24872" y="1049"/>
                    <a:pt x="25037" y="1170"/>
                    <a:pt x="25182" y="1170"/>
                  </a:cubicBezTo>
                  <a:cubicBezTo>
                    <a:pt x="25268" y="1170"/>
                    <a:pt x="25347" y="1127"/>
                    <a:pt x="25409" y="989"/>
                  </a:cubicBezTo>
                  <a:cubicBezTo>
                    <a:pt x="25437" y="1015"/>
                    <a:pt x="25469" y="1024"/>
                    <a:pt x="25503" y="1024"/>
                  </a:cubicBezTo>
                  <a:cubicBezTo>
                    <a:pt x="25579" y="1024"/>
                    <a:pt x="25665" y="979"/>
                    <a:pt x="25746" y="979"/>
                  </a:cubicBezTo>
                  <a:cubicBezTo>
                    <a:pt x="25810" y="979"/>
                    <a:pt x="25870" y="1007"/>
                    <a:pt x="25921" y="1108"/>
                  </a:cubicBezTo>
                  <a:cubicBezTo>
                    <a:pt x="25937" y="1143"/>
                    <a:pt x="25948" y="1157"/>
                    <a:pt x="25957" y="1157"/>
                  </a:cubicBezTo>
                  <a:cubicBezTo>
                    <a:pt x="25989" y="1157"/>
                    <a:pt x="25993" y="994"/>
                    <a:pt x="26085" y="994"/>
                  </a:cubicBezTo>
                  <a:cubicBezTo>
                    <a:pt x="26103" y="994"/>
                    <a:pt x="26123" y="999"/>
                    <a:pt x="26147" y="1013"/>
                  </a:cubicBezTo>
                  <a:cubicBezTo>
                    <a:pt x="26208" y="1045"/>
                    <a:pt x="26273" y="1056"/>
                    <a:pt x="26340" y="1056"/>
                  </a:cubicBezTo>
                  <a:cubicBezTo>
                    <a:pt x="26505" y="1056"/>
                    <a:pt x="26683" y="987"/>
                    <a:pt x="26838" y="987"/>
                  </a:cubicBezTo>
                  <a:cubicBezTo>
                    <a:pt x="26854" y="987"/>
                    <a:pt x="26870" y="987"/>
                    <a:pt x="26885" y="989"/>
                  </a:cubicBezTo>
                  <a:cubicBezTo>
                    <a:pt x="26924" y="993"/>
                    <a:pt x="26964" y="995"/>
                    <a:pt x="27003" y="995"/>
                  </a:cubicBezTo>
                  <a:cubicBezTo>
                    <a:pt x="27153" y="995"/>
                    <a:pt x="27308" y="971"/>
                    <a:pt x="27461" y="971"/>
                  </a:cubicBezTo>
                  <a:cubicBezTo>
                    <a:pt x="27603" y="971"/>
                    <a:pt x="27742" y="992"/>
                    <a:pt x="27874" y="1072"/>
                  </a:cubicBezTo>
                  <a:cubicBezTo>
                    <a:pt x="27905" y="1094"/>
                    <a:pt x="27934" y="1103"/>
                    <a:pt x="27962" y="1103"/>
                  </a:cubicBezTo>
                  <a:cubicBezTo>
                    <a:pt x="28059" y="1103"/>
                    <a:pt x="28138" y="997"/>
                    <a:pt x="28243" y="997"/>
                  </a:cubicBezTo>
                  <a:cubicBezTo>
                    <a:pt x="28254" y="997"/>
                    <a:pt x="28266" y="998"/>
                    <a:pt x="28278" y="1001"/>
                  </a:cubicBezTo>
                  <a:cubicBezTo>
                    <a:pt x="28446" y="1032"/>
                    <a:pt x="28616" y="1039"/>
                    <a:pt x="28784" y="1039"/>
                  </a:cubicBezTo>
                  <a:cubicBezTo>
                    <a:pt x="28890" y="1039"/>
                    <a:pt x="28996" y="1036"/>
                    <a:pt x="29100" y="1036"/>
                  </a:cubicBezTo>
                  <a:cubicBezTo>
                    <a:pt x="29205" y="1036"/>
                    <a:pt x="29309" y="1039"/>
                    <a:pt x="29409" y="1049"/>
                  </a:cubicBezTo>
                  <a:cubicBezTo>
                    <a:pt x="29455" y="1053"/>
                    <a:pt x="29501" y="1055"/>
                    <a:pt x="29546" y="1055"/>
                  </a:cubicBezTo>
                  <a:cubicBezTo>
                    <a:pt x="29801" y="1055"/>
                    <a:pt x="30053" y="997"/>
                    <a:pt x="30266" y="997"/>
                  </a:cubicBezTo>
                  <a:cubicBezTo>
                    <a:pt x="30325" y="997"/>
                    <a:pt x="30381" y="1002"/>
                    <a:pt x="30433" y="1013"/>
                  </a:cubicBezTo>
                  <a:cubicBezTo>
                    <a:pt x="30518" y="1035"/>
                    <a:pt x="30600" y="1044"/>
                    <a:pt x="30680" y="1044"/>
                  </a:cubicBezTo>
                  <a:cubicBezTo>
                    <a:pt x="30919" y="1044"/>
                    <a:pt x="31139" y="969"/>
                    <a:pt x="31336" y="969"/>
                  </a:cubicBezTo>
                  <a:cubicBezTo>
                    <a:pt x="31390" y="969"/>
                    <a:pt x="31442" y="975"/>
                    <a:pt x="31493" y="989"/>
                  </a:cubicBezTo>
                  <a:cubicBezTo>
                    <a:pt x="31579" y="1015"/>
                    <a:pt x="31666" y="1024"/>
                    <a:pt x="31753" y="1024"/>
                  </a:cubicBezTo>
                  <a:cubicBezTo>
                    <a:pt x="31989" y="1024"/>
                    <a:pt x="32226" y="954"/>
                    <a:pt x="32453" y="954"/>
                  </a:cubicBezTo>
                  <a:cubicBezTo>
                    <a:pt x="32602" y="954"/>
                    <a:pt x="32747" y="984"/>
                    <a:pt x="32886" y="1084"/>
                  </a:cubicBezTo>
                  <a:cubicBezTo>
                    <a:pt x="33091" y="963"/>
                    <a:pt x="33320" y="931"/>
                    <a:pt x="33549" y="931"/>
                  </a:cubicBezTo>
                  <a:close/>
                  <a:moveTo>
                    <a:pt x="56971" y="12372"/>
                  </a:moveTo>
                  <a:cubicBezTo>
                    <a:pt x="57080" y="12372"/>
                    <a:pt x="57201" y="12571"/>
                    <a:pt x="57357" y="12571"/>
                  </a:cubicBezTo>
                  <a:cubicBezTo>
                    <a:pt x="57375" y="12571"/>
                    <a:pt x="57394" y="12568"/>
                    <a:pt x="57413" y="12562"/>
                  </a:cubicBezTo>
                  <a:cubicBezTo>
                    <a:pt x="57414" y="12562"/>
                    <a:pt x="57416" y="12561"/>
                    <a:pt x="57417" y="12561"/>
                  </a:cubicBezTo>
                  <a:cubicBezTo>
                    <a:pt x="57493" y="12561"/>
                    <a:pt x="57721" y="13147"/>
                    <a:pt x="57651" y="13205"/>
                  </a:cubicBezTo>
                  <a:cubicBezTo>
                    <a:pt x="57496" y="13336"/>
                    <a:pt x="57603" y="13467"/>
                    <a:pt x="57639" y="13574"/>
                  </a:cubicBezTo>
                  <a:cubicBezTo>
                    <a:pt x="57699" y="13836"/>
                    <a:pt x="57544" y="14134"/>
                    <a:pt x="57830" y="14348"/>
                  </a:cubicBezTo>
                  <a:cubicBezTo>
                    <a:pt x="57853" y="14360"/>
                    <a:pt x="57853" y="14419"/>
                    <a:pt x="57830" y="14455"/>
                  </a:cubicBezTo>
                  <a:cubicBezTo>
                    <a:pt x="57675" y="14753"/>
                    <a:pt x="57770" y="15062"/>
                    <a:pt x="57794" y="15372"/>
                  </a:cubicBezTo>
                  <a:cubicBezTo>
                    <a:pt x="57830" y="15777"/>
                    <a:pt x="57913" y="16193"/>
                    <a:pt x="57842" y="16610"/>
                  </a:cubicBezTo>
                  <a:cubicBezTo>
                    <a:pt x="57806" y="16848"/>
                    <a:pt x="58020" y="16979"/>
                    <a:pt x="58199" y="17110"/>
                  </a:cubicBezTo>
                  <a:cubicBezTo>
                    <a:pt x="58170" y="17154"/>
                    <a:pt x="58128" y="17166"/>
                    <a:pt x="58087" y="17166"/>
                  </a:cubicBezTo>
                  <a:cubicBezTo>
                    <a:pt x="58032" y="17166"/>
                    <a:pt x="57977" y="17145"/>
                    <a:pt x="57951" y="17145"/>
                  </a:cubicBezTo>
                  <a:cubicBezTo>
                    <a:pt x="57932" y="17145"/>
                    <a:pt x="57928" y="17156"/>
                    <a:pt x="57949" y="17193"/>
                  </a:cubicBezTo>
                  <a:cubicBezTo>
                    <a:pt x="58092" y="17432"/>
                    <a:pt x="57877" y="17694"/>
                    <a:pt x="58032" y="17836"/>
                  </a:cubicBezTo>
                  <a:cubicBezTo>
                    <a:pt x="58520" y="18336"/>
                    <a:pt x="57996" y="18884"/>
                    <a:pt x="58151" y="19408"/>
                  </a:cubicBezTo>
                  <a:cubicBezTo>
                    <a:pt x="58294" y="19920"/>
                    <a:pt x="58282" y="20480"/>
                    <a:pt x="58234" y="21015"/>
                  </a:cubicBezTo>
                  <a:cubicBezTo>
                    <a:pt x="58199" y="21492"/>
                    <a:pt x="58199" y="21980"/>
                    <a:pt x="58318" y="22397"/>
                  </a:cubicBezTo>
                  <a:cubicBezTo>
                    <a:pt x="58484" y="22944"/>
                    <a:pt x="58092" y="23492"/>
                    <a:pt x="58484" y="23992"/>
                  </a:cubicBezTo>
                  <a:cubicBezTo>
                    <a:pt x="58092" y="24290"/>
                    <a:pt x="58318" y="24671"/>
                    <a:pt x="58365" y="25016"/>
                  </a:cubicBezTo>
                  <a:cubicBezTo>
                    <a:pt x="58449" y="25575"/>
                    <a:pt x="58258" y="26159"/>
                    <a:pt x="58544" y="26695"/>
                  </a:cubicBezTo>
                  <a:cubicBezTo>
                    <a:pt x="58234" y="26909"/>
                    <a:pt x="58413" y="27195"/>
                    <a:pt x="58401" y="27457"/>
                  </a:cubicBezTo>
                  <a:cubicBezTo>
                    <a:pt x="58377" y="28207"/>
                    <a:pt x="58342" y="28957"/>
                    <a:pt x="58401" y="29707"/>
                  </a:cubicBezTo>
                  <a:cubicBezTo>
                    <a:pt x="58425" y="30064"/>
                    <a:pt x="58365" y="30421"/>
                    <a:pt x="58401" y="30778"/>
                  </a:cubicBezTo>
                  <a:cubicBezTo>
                    <a:pt x="58437" y="31100"/>
                    <a:pt x="58604" y="31493"/>
                    <a:pt x="58496" y="31743"/>
                  </a:cubicBezTo>
                  <a:cubicBezTo>
                    <a:pt x="58294" y="32172"/>
                    <a:pt x="58461" y="32564"/>
                    <a:pt x="58449" y="32969"/>
                  </a:cubicBezTo>
                  <a:cubicBezTo>
                    <a:pt x="58437" y="33779"/>
                    <a:pt x="58437" y="34588"/>
                    <a:pt x="58437" y="35398"/>
                  </a:cubicBezTo>
                  <a:cubicBezTo>
                    <a:pt x="58437" y="36029"/>
                    <a:pt x="58508" y="36672"/>
                    <a:pt x="58425" y="37279"/>
                  </a:cubicBezTo>
                  <a:cubicBezTo>
                    <a:pt x="58330" y="37886"/>
                    <a:pt x="58389" y="38470"/>
                    <a:pt x="58389" y="39065"/>
                  </a:cubicBezTo>
                  <a:cubicBezTo>
                    <a:pt x="58377" y="39637"/>
                    <a:pt x="58318" y="40196"/>
                    <a:pt x="58342" y="40768"/>
                  </a:cubicBezTo>
                  <a:cubicBezTo>
                    <a:pt x="58354" y="41280"/>
                    <a:pt x="58461" y="41804"/>
                    <a:pt x="58282" y="42304"/>
                  </a:cubicBezTo>
                  <a:cubicBezTo>
                    <a:pt x="57984" y="43161"/>
                    <a:pt x="58318" y="43994"/>
                    <a:pt x="58318" y="44828"/>
                  </a:cubicBezTo>
                  <a:cubicBezTo>
                    <a:pt x="58318" y="45780"/>
                    <a:pt x="58330" y="46733"/>
                    <a:pt x="58199" y="47685"/>
                  </a:cubicBezTo>
                  <a:cubicBezTo>
                    <a:pt x="58103" y="48388"/>
                    <a:pt x="58032" y="49102"/>
                    <a:pt x="57949" y="49793"/>
                  </a:cubicBezTo>
                  <a:cubicBezTo>
                    <a:pt x="57794" y="50900"/>
                    <a:pt x="57544" y="52019"/>
                    <a:pt x="56841" y="52995"/>
                  </a:cubicBezTo>
                  <a:cubicBezTo>
                    <a:pt x="56449" y="53519"/>
                    <a:pt x="55960" y="53972"/>
                    <a:pt x="55425" y="54341"/>
                  </a:cubicBezTo>
                  <a:cubicBezTo>
                    <a:pt x="55175" y="54508"/>
                    <a:pt x="54758" y="54579"/>
                    <a:pt x="54413" y="54674"/>
                  </a:cubicBezTo>
                  <a:cubicBezTo>
                    <a:pt x="53710" y="54889"/>
                    <a:pt x="52984" y="54793"/>
                    <a:pt x="52258" y="54841"/>
                  </a:cubicBezTo>
                  <a:cubicBezTo>
                    <a:pt x="51234" y="54924"/>
                    <a:pt x="50186" y="54877"/>
                    <a:pt x="49150" y="54984"/>
                  </a:cubicBezTo>
                  <a:cubicBezTo>
                    <a:pt x="48638" y="55043"/>
                    <a:pt x="48126" y="55151"/>
                    <a:pt x="47614" y="55198"/>
                  </a:cubicBezTo>
                  <a:cubicBezTo>
                    <a:pt x="46781" y="55270"/>
                    <a:pt x="35529" y="55270"/>
                    <a:pt x="34696" y="55341"/>
                  </a:cubicBezTo>
                  <a:cubicBezTo>
                    <a:pt x="34422" y="55359"/>
                    <a:pt x="34126" y="55385"/>
                    <a:pt x="33853" y="55385"/>
                  </a:cubicBezTo>
                  <a:cubicBezTo>
                    <a:pt x="33770" y="55385"/>
                    <a:pt x="33690" y="55382"/>
                    <a:pt x="33612" y="55377"/>
                  </a:cubicBezTo>
                  <a:cubicBezTo>
                    <a:pt x="33569" y="55375"/>
                    <a:pt x="33526" y="55374"/>
                    <a:pt x="33482" y="55374"/>
                  </a:cubicBezTo>
                  <a:cubicBezTo>
                    <a:pt x="33173" y="55374"/>
                    <a:pt x="32868" y="55424"/>
                    <a:pt x="32569" y="55424"/>
                  </a:cubicBezTo>
                  <a:cubicBezTo>
                    <a:pt x="32464" y="55424"/>
                    <a:pt x="32359" y="55417"/>
                    <a:pt x="32255" y="55401"/>
                  </a:cubicBezTo>
                  <a:cubicBezTo>
                    <a:pt x="32121" y="55381"/>
                    <a:pt x="31987" y="55373"/>
                    <a:pt x="31854" y="55373"/>
                  </a:cubicBezTo>
                  <a:cubicBezTo>
                    <a:pt x="31502" y="55373"/>
                    <a:pt x="31155" y="55429"/>
                    <a:pt x="30826" y="55472"/>
                  </a:cubicBezTo>
                  <a:cubicBezTo>
                    <a:pt x="29993" y="55591"/>
                    <a:pt x="29171" y="55579"/>
                    <a:pt x="28338" y="55674"/>
                  </a:cubicBezTo>
                  <a:cubicBezTo>
                    <a:pt x="28047" y="55705"/>
                    <a:pt x="27755" y="55715"/>
                    <a:pt x="27462" y="55715"/>
                  </a:cubicBezTo>
                  <a:cubicBezTo>
                    <a:pt x="26993" y="55715"/>
                    <a:pt x="26523" y="55691"/>
                    <a:pt x="26052" y="55691"/>
                  </a:cubicBezTo>
                  <a:cubicBezTo>
                    <a:pt x="25913" y="55691"/>
                    <a:pt x="25774" y="55693"/>
                    <a:pt x="25635" y="55698"/>
                  </a:cubicBezTo>
                  <a:cubicBezTo>
                    <a:pt x="25582" y="55701"/>
                    <a:pt x="25528" y="55702"/>
                    <a:pt x="25474" y="55702"/>
                  </a:cubicBezTo>
                  <a:cubicBezTo>
                    <a:pt x="25033" y="55702"/>
                    <a:pt x="24569" y="55623"/>
                    <a:pt x="24123" y="55591"/>
                  </a:cubicBezTo>
                  <a:cubicBezTo>
                    <a:pt x="23492" y="55543"/>
                    <a:pt x="12443" y="55424"/>
                    <a:pt x="11788" y="55424"/>
                  </a:cubicBezTo>
                  <a:cubicBezTo>
                    <a:pt x="11407" y="55412"/>
                    <a:pt x="11002" y="55305"/>
                    <a:pt x="10598" y="55258"/>
                  </a:cubicBezTo>
                  <a:cubicBezTo>
                    <a:pt x="9431" y="55091"/>
                    <a:pt x="8252" y="55055"/>
                    <a:pt x="7073" y="55043"/>
                  </a:cubicBezTo>
                  <a:cubicBezTo>
                    <a:pt x="6347" y="55031"/>
                    <a:pt x="5680" y="54889"/>
                    <a:pt x="5109" y="54496"/>
                  </a:cubicBezTo>
                  <a:cubicBezTo>
                    <a:pt x="4752" y="54246"/>
                    <a:pt x="4323" y="54091"/>
                    <a:pt x="3942" y="53900"/>
                  </a:cubicBezTo>
                  <a:cubicBezTo>
                    <a:pt x="3561" y="53698"/>
                    <a:pt x="3394" y="53388"/>
                    <a:pt x="3144" y="53138"/>
                  </a:cubicBezTo>
                  <a:cubicBezTo>
                    <a:pt x="3001" y="52995"/>
                    <a:pt x="3085" y="52686"/>
                    <a:pt x="2763" y="52626"/>
                  </a:cubicBezTo>
                  <a:cubicBezTo>
                    <a:pt x="2954" y="52257"/>
                    <a:pt x="2501" y="51960"/>
                    <a:pt x="2608" y="51638"/>
                  </a:cubicBezTo>
                  <a:cubicBezTo>
                    <a:pt x="2680" y="51436"/>
                    <a:pt x="2489" y="51424"/>
                    <a:pt x="2477" y="51364"/>
                  </a:cubicBezTo>
                  <a:cubicBezTo>
                    <a:pt x="2466" y="50924"/>
                    <a:pt x="2335" y="50531"/>
                    <a:pt x="2156" y="50114"/>
                  </a:cubicBezTo>
                  <a:cubicBezTo>
                    <a:pt x="2037" y="49840"/>
                    <a:pt x="2049" y="49424"/>
                    <a:pt x="2025" y="49078"/>
                  </a:cubicBezTo>
                  <a:cubicBezTo>
                    <a:pt x="2001" y="48840"/>
                    <a:pt x="2001" y="48602"/>
                    <a:pt x="1739" y="48447"/>
                  </a:cubicBezTo>
                  <a:cubicBezTo>
                    <a:pt x="1715" y="48424"/>
                    <a:pt x="1692" y="48304"/>
                    <a:pt x="1715" y="48304"/>
                  </a:cubicBezTo>
                  <a:cubicBezTo>
                    <a:pt x="2013" y="48126"/>
                    <a:pt x="1585" y="47792"/>
                    <a:pt x="1894" y="47638"/>
                  </a:cubicBezTo>
                  <a:cubicBezTo>
                    <a:pt x="1608" y="47197"/>
                    <a:pt x="1846" y="46685"/>
                    <a:pt x="1608" y="46221"/>
                  </a:cubicBezTo>
                  <a:cubicBezTo>
                    <a:pt x="1454" y="45935"/>
                    <a:pt x="1739" y="45578"/>
                    <a:pt x="1596" y="45233"/>
                  </a:cubicBezTo>
                  <a:cubicBezTo>
                    <a:pt x="1525" y="45042"/>
                    <a:pt x="1549" y="44828"/>
                    <a:pt x="1525" y="44625"/>
                  </a:cubicBezTo>
                  <a:cubicBezTo>
                    <a:pt x="1525" y="44590"/>
                    <a:pt x="1525" y="44542"/>
                    <a:pt x="1537" y="44506"/>
                  </a:cubicBezTo>
                  <a:cubicBezTo>
                    <a:pt x="1751" y="43935"/>
                    <a:pt x="1489" y="43351"/>
                    <a:pt x="1596" y="42780"/>
                  </a:cubicBezTo>
                  <a:cubicBezTo>
                    <a:pt x="1739" y="41982"/>
                    <a:pt x="1418" y="41208"/>
                    <a:pt x="1620" y="40399"/>
                  </a:cubicBezTo>
                  <a:cubicBezTo>
                    <a:pt x="1704" y="40089"/>
                    <a:pt x="1692" y="39684"/>
                    <a:pt x="1489" y="39351"/>
                  </a:cubicBezTo>
                  <a:cubicBezTo>
                    <a:pt x="1442" y="39268"/>
                    <a:pt x="1513" y="39244"/>
                    <a:pt x="1573" y="39196"/>
                  </a:cubicBezTo>
                  <a:cubicBezTo>
                    <a:pt x="1632" y="39149"/>
                    <a:pt x="1715" y="39065"/>
                    <a:pt x="1644" y="38994"/>
                  </a:cubicBezTo>
                  <a:cubicBezTo>
                    <a:pt x="1239" y="38518"/>
                    <a:pt x="1751" y="38017"/>
                    <a:pt x="1596" y="37529"/>
                  </a:cubicBezTo>
                  <a:cubicBezTo>
                    <a:pt x="1525" y="37291"/>
                    <a:pt x="1608" y="37017"/>
                    <a:pt x="1465" y="36791"/>
                  </a:cubicBezTo>
                  <a:cubicBezTo>
                    <a:pt x="1454" y="36767"/>
                    <a:pt x="1430" y="36720"/>
                    <a:pt x="1430" y="36720"/>
                  </a:cubicBezTo>
                  <a:cubicBezTo>
                    <a:pt x="1823" y="36303"/>
                    <a:pt x="1382" y="35815"/>
                    <a:pt x="1596" y="35362"/>
                  </a:cubicBezTo>
                  <a:cubicBezTo>
                    <a:pt x="1656" y="35231"/>
                    <a:pt x="1632" y="34910"/>
                    <a:pt x="1525" y="34672"/>
                  </a:cubicBezTo>
                  <a:cubicBezTo>
                    <a:pt x="1465" y="34541"/>
                    <a:pt x="1489" y="34327"/>
                    <a:pt x="1513" y="34196"/>
                  </a:cubicBezTo>
                  <a:cubicBezTo>
                    <a:pt x="1620" y="33803"/>
                    <a:pt x="1489" y="33434"/>
                    <a:pt x="1406" y="33064"/>
                  </a:cubicBezTo>
                  <a:cubicBezTo>
                    <a:pt x="1394" y="32981"/>
                    <a:pt x="1394" y="32910"/>
                    <a:pt x="1501" y="32874"/>
                  </a:cubicBezTo>
                  <a:cubicBezTo>
                    <a:pt x="1549" y="32862"/>
                    <a:pt x="1608" y="32767"/>
                    <a:pt x="1608" y="32767"/>
                  </a:cubicBezTo>
                  <a:cubicBezTo>
                    <a:pt x="1168" y="32350"/>
                    <a:pt x="1751" y="31838"/>
                    <a:pt x="1454" y="31410"/>
                  </a:cubicBezTo>
                  <a:cubicBezTo>
                    <a:pt x="1358" y="31267"/>
                    <a:pt x="1370" y="31040"/>
                    <a:pt x="1406" y="30874"/>
                  </a:cubicBezTo>
                  <a:cubicBezTo>
                    <a:pt x="1489" y="30481"/>
                    <a:pt x="1489" y="30136"/>
                    <a:pt x="1358" y="29731"/>
                  </a:cubicBezTo>
                  <a:cubicBezTo>
                    <a:pt x="1275" y="29457"/>
                    <a:pt x="1465" y="29100"/>
                    <a:pt x="1204" y="28802"/>
                  </a:cubicBezTo>
                  <a:cubicBezTo>
                    <a:pt x="1073" y="28659"/>
                    <a:pt x="1358" y="28564"/>
                    <a:pt x="1346" y="28338"/>
                  </a:cubicBezTo>
                  <a:cubicBezTo>
                    <a:pt x="1323" y="27897"/>
                    <a:pt x="1144" y="27421"/>
                    <a:pt x="1358" y="26968"/>
                  </a:cubicBezTo>
                  <a:cubicBezTo>
                    <a:pt x="953" y="26826"/>
                    <a:pt x="1573" y="26397"/>
                    <a:pt x="1132" y="26254"/>
                  </a:cubicBezTo>
                  <a:cubicBezTo>
                    <a:pt x="1120" y="26254"/>
                    <a:pt x="1227" y="26040"/>
                    <a:pt x="1227" y="25933"/>
                  </a:cubicBezTo>
                  <a:cubicBezTo>
                    <a:pt x="1215" y="25647"/>
                    <a:pt x="1227" y="25361"/>
                    <a:pt x="1132" y="25099"/>
                  </a:cubicBezTo>
                  <a:cubicBezTo>
                    <a:pt x="942" y="24587"/>
                    <a:pt x="1227" y="24111"/>
                    <a:pt x="1168" y="23611"/>
                  </a:cubicBezTo>
                  <a:cubicBezTo>
                    <a:pt x="1144" y="23397"/>
                    <a:pt x="1025" y="23194"/>
                    <a:pt x="1263" y="23004"/>
                  </a:cubicBezTo>
                  <a:cubicBezTo>
                    <a:pt x="977" y="22825"/>
                    <a:pt x="1204" y="22575"/>
                    <a:pt x="1156" y="22361"/>
                  </a:cubicBezTo>
                  <a:cubicBezTo>
                    <a:pt x="1108" y="22194"/>
                    <a:pt x="989" y="22016"/>
                    <a:pt x="1227" y="21861"/>
                  </a:cubicBezTo>
                  <a:cubicBezTo>
                    <a:pt x="1251" y="21837"/>
                    <a:pt x="1180" y="21539"/>
                    <a:pt x="1168" y="21373"/>
                  </a:cubicBezTo>
                  <a:cubicBezTo>
                    <a:pt x="1108" y="20884"/>
                    <a:pt x="1537" y="20384"/>
                    <a:pt x="1168" y="19884"/>
                  </a:cubicBezTo>
                  <a:cubicBezTo>
                    <a:pt x="1144" y="19860"/>
                    <a:pt x="1132" y="19610"/>
                    <a:pt x="1108" y="19468"/>
                  </a:cubicBezTo>
                  <a:cubicBezTo>
                    <a:pt x="1096" y="19384"/>
                    <a:pt x="1061" y="19301"/>
                    <a:pt x="1215" y="19301"/>
                  </a:cubicBezTo>
                  <a:cubicBezTo>
                    <a:pt x="1221" y="19302"/>
                    <a:pt x="1226" y="19302"/>
                    <a:pt x="1232" y="19302"/>
                  </a:cubicBezTo>
                  <a:cubicBezTo>
                    <a:pt x="1308" y="19302"/>
                    <a:pt x="1369" y="19226"/>
                    <a:pt x="1346" y="19182"/>
                  </a:cubicBezTo>
                  <a:cubicBezTo>
                    <a:pt x="1168" y="18741"/>
                    <a:pt x="1287" y="18313"/>
                    <a:pt x="1394" y="17884"/>
                  </a:cubicBezTo>
                  <a:cubicBezTo>
                    <a:pt x="1418" y="17801"/>
                    <a:pt x="1323" y="17682"/>
                    <a:pt x="1334" y="17670"/>
                  </a:cubicBezTo>
                  <a:cubicBezTo>
                    <a:pt x="1444" y="17582"/>
                    <a:pt x="1016" y="17331"/>
                    <a:pt x="1354" y="17331"/>
                  </a:cubicBezTo>
                  <a:cubicBezTo>
                    <a:pt x="1382" y="17331"/>
                    <a:pt x="1415" y="17333"/>
                    <a:pt x="1454" y="17336"/>
                  </a:cubicBezTo>
                  <a:cubicBezTo>
                    <a:pt x="1454" y="17229"/>
                    <a:pt x="1477" y="17122"/>
                    <a:pt x="1465" y="17015"/>
                  </a:cubicBezTo>
                  <a:cubicBezTo>
                    <a:pt x="1406" y="16372"/>
                    <a:pt x="1334" y="15741"/>
                    <a:pt x="1513" y="15098"/>
                  </a:cubicBezTo>
                  <a:cubicBezTo>
                    <a:pt x="1608" y="14765"/>
                    <a:pt x="1406" y="14372"/>
                    <a:pt x="1477" y="14038"/>
                  </a:cubicBezTo>
                  <a:cubicBezTo>
                    <a:pt x="1525" y="13824"/>
                    <a:pt x="1418" y="13669"/>
                    <a:pt x="1418" y="13503"/>
                  </a:cubicBezTo>
                  <a:cubicBezTo>
                    <a:pt x="1428" y="13294"/>
                    <a:pt x="1593" y="13186"/>
                    <a:pt x="1762" y="13186"/>
                  </a:cubicBezTo>
                  <a:cubicBezTo>
                    <a:pt x="1786" y="13186"/>
                    <a:pt x="1811" y="13189"/>
                    <a:pt x="1835" y="13193"/>
                  </a:cubicBezTo>
                  <a:cubicBezTo>
                    <a:pt x="1903" y="13204"/>
                    <a:pt x="1968" y="13209"/>
                    <a:pt x="2032" y="13209"/>
                  </a:cubicBezTo>
                  <a:cubicBezTo>
                    <a:pt x="2247" y="13209"/>
                    <a:pt x="2442" y="13156"/>
                    <a:pt x="2644" y="13110"/>
                  </a:cubicBezTo>
                  <a:cubicBezTo>
                    <a:pt x="2685" y="13102"/>
                    <a:pt x="2725" y="13099"/>
                    <a:pt x="2765" y="13099"/>
                  </a:cubicBezTo>
                  <a:cubicBezTo>
                    <a:pt x="2956" y="13099"/>
                    <a:pt x="3135" y="13172"/>
                    <a:pt x="3338" y="13172"/>
                  </a:cubicBezTo>
                  <a:cubicBezTo>
                    <a:pt x="3360" y="13172"/>
                    <a:pt x="3383" y="13171"/>
                    <a:pt x="3406" y="13169"/>
                  </a:cubicBezTo>
                  <a:cubicBezTo>
                    <a:pt x="3567" y="13150"/>
                    <a:pt x="3728" y="13142"/>
                    <a:pt x="3888" y="13142"/>
                  </a:cubicBezTo>
                  <a:cubicBezTo>
                    <a:pt x="4323" y="13142"/>
                    <a:pt x="4758" y="13200"/>
                    <a:pt x="5192" y="13253"/>
                  </a:cubicBezTo>
                  <a:cubicBezTo>
                    <a:pt x="5600" y="13304"/>
                    <a:pt x="6009" y="13327"/>
                    <a:pt x="6419" y="13327"/>
                  </a:cubicBezTo>
                  <a:cubicBezTo>
                    <a:pt x="6774" y="13327"/>
                    <a:pt x="7131" y="13309"/>
                    <a:pt x="7490" y="13276"/>
                  </a:cubicBezTo>
                  <a:cubicBezTo>
                    <a:pt x="7788" y="13241"/>
                    <a:pt x="8085" y="13324"/>
                    <a:pt x="8347" y="13122"/>
                  </a:cubicBezTo>
                  <a:cubicBezTo>
                    <a:pt x="8454" y="13229"/>
                    <a:pt x="8573" y="13260"/>
                    <a:pt x="8694" y="13260"/>
                  </a:cubicBezTo>
                  <a:cubicBezTo>
                    <a:pt x="8871" y="13260"/>
                    <a:pt x="9054" y="13194"/>
                    <a:pt x="9222" y="13194"/>
                  </a:cubicBezTo>
                  <a:cubicBezTo>
                    <a:pt x="9273" y="13194"/>
                    <a:pt x="9323" y="13200"/>
                    <a:pt x="9371" y="13217"/>
                  </a:cubicBezTo>
                  <a:cubicBezTo>
                    <a:pt x="9546" y="13283"/>
                    <a:pt x="9718" y="13300"/>
                    <a:pt x="9889" y="13300"/>
                  </a:cubicBezTo>
                  <a:cubicBezTo>
                    <a:pt x="10083" y="13300"/>
                    <a:pt x="10275" y="13278"/>
                    <a:pt x="10466" y="13278"/>
                  </a:cubicBezTo>
                  <a:cubicBezTo>
                    <a:pt x="10534" y="13278"/>
                    <a:pt x="10601" y="13281"/>
                    <a:pt x="10669" y="13288"/>
                  </a:cubicBezTo>
                  <a:cubicBezTo>
                    <a:pt x="10854" y="13313"/>
                    <a:pt x="11041" y="13317"/>
                    <a:pt x="11227" y="13317"/>
                  </a:cubicBezTo>
                  <a:cubicBezTo>
                    <a:pt x="11335" y="13317"/>
                    <a:pt x="11442" y="13316"/>
                    <a:pt x="11548" y="13316"/>
                  </a:cubicBezTo>
                  <a:cubicBezTo>
                    <a:pt x="11710" y="13316"/>
                    <a:pt x="11869" y="13319"/>
                    <a:pt x="12026" y="13336"/>
                  </a:cubicBezTo>
                  <a:cubicBezTo>
                    <a:pt x="12099" y="13346"/>
                    <a:pt x="12598" y="13349"/>
                    <a:pt x="13350" y="13349"/>
                  </a:cubicBezTo>
                  <a:cubicBezTo>
                    <a:pt x="16090" y="13349"/>
                    <a:pt x="22195" y="13299"/>
                    <a:pt x="23311" y="13299"/>
                  </a:cubicBezTo>
                  <a:cubicBezTo>
                    <a:pt x="23402" y="13299"/>
                    <a:pt x="23459" y="13299"/>
                    <a:pt x="23480" y="13300"/>
                  </a:cubicBezTo>
                  <a:cubicBezTo>
                    <a:pt x="24468" y="13300"/>
                    <a:pt x="25457" y="13217"/>
                    <a:pt x="26445" y="13157"/>
                  </a:cubicBezTo>
                  <a:cubicBezTo>
                    <a:pt x="26933" y="13122"/>
                    <a:pt x="27433" y="13062"/>
                    <a:pt x="27921" y="13026"/>
                  </a:cubicBezTo>
                  <a:cubicBezTo>
                    <a:pt x="27935" y="13025"/>
                    <a:pt x="27949" y="13025"/>
                    <a:pt x="27962" y="13025"/>
                  </a:cubicBezTo>
                  <a:cubicBezTo>
                    <a:pt x="28112" y="13025"/>
                    <a:pt x="28256" y="13075"/>
                    <a:pt x="28422" y="13075"/>
                  </a:cubicBezTo>
                  <a:cubicBezTo>
                    <a:pt x="28438" y="13075"/>
                    <a:pt x="28453" y="13075"/>
                    <a:pt x="28469" y="13074"/>
                  </a:cubicBezTo>
                  <a:cubicBezTo>
                    <a:pt x="28826" y="13050"/>
                    <a:pt x="29195" y="12979"/>
                    <a:pt x="29552" y="12979"/>
                  </a:cubicBezTo>
                  <a:cubicBezTo>
                    <a:pt x="29790" y="12979"/>
                    <a:pt x="30005" y="13062"/>
                    <a:pt x="30279" y="13062"/>
                  </a:cubicBezTo>
                  <a:cubicBezTo>
                    <a:pt x="30339" y="13059"/>
                    <a:pt x="30399" y="13058"/>
                    <a:pt x="30460" y="13058"/>
                  </a:cubicBezTo>
                  <a:cubicBezTo>
                    <a:pt x="30699" y="13058"/>
                    <a:pt x="30943" y="13076"/>
                    <a:pt x="31185" y="13076"/>
                  </a:cubicBezTo>
                  <a:cubicBezTo>
                    <a:pt x="31393" y="13076"/>
                    <a:pt x="31600" y="13063"/>
                    <a:pt x="31803" y="13014"/>
                  </a:cubicBezTo>
                  <a:cubicBezTo>
                    <a:pt x="31828" y="13009"/>
                    <a:pt x="31852" y="13007"/>
                    <a:pt x="31875" y="13007"/>
                  </a:cubicBezTo>
                  <a:cubicBezTo>
                    <a:pt x="32003" y="13007"/>
                    <a:pt x="32098" y="13079"/>
                    <a:pt x="32219" y="13110"/>
                  </a:cubicBezTo>
                  <a:cubicBezTo>
                    <a:pt x="32240" y="13113"/>
                    <a:pt x="32255" y="13117"/>
                    <a:pt x="32266" y="13117"/>
                  </a:cubicBezTo>
                  <a:cubicBezTo>
                    <a:pt x="32294" y="13117"/>
                    <a:pt x="32301" y="13096"/>
                    <a:pt x="32326" y="13002"/>
                  </a:cubicBezTo>
                  <a:cubicBezTo>
                    <a:pt x="32340" y="12953"/>
                    <a:pt x="32371" y="12937"/>
                    <a:pt x="32401" y="12937"/>
                  </a:cubicBezTo>
                  <a:cubicBezTo>
                    <a:pt x="32422" y="12937"/>
                    <a:pt x="32443" y="12945"/>
                    <a:pt x="32457" y="12955"/>
                  </a:cubicBezTo>
                  <a:cubicBezTo>
                    <a:pt x="32592" y="13022"/>
                    <a:pt x="32728" y="13042"/>
                    <a:pt x="32864" y="13042"/>
                  </a:cubicBezTo>
                  <a:cubicBezTo>
                    <a:pt x="33057" y="13042"/>
                    <a:pt x="33250" y="13002"/>
                    <a:pt x="33437" y="13002"/>
                  </a:cubicBezTo>
                  <a:cubicBezTo>
                    <a:pt x="33492" y="13002"/>
                    <a:pt x="33547" y="13006"/>
                    <a:pt x="33600" y="13014"/>
                  </a:cubicBezTo>
                  <a:cubicBezTo>
                    <a:pt x="33714" y="13026"/>
                    <a:pt x="33821" y="13029"/>
                    <a:pt x="33925" y="13029"/>
                  </a:cubicBezTo>
                  <a:cubicBezTo>
                    <a:pt x="34029" y="13029"/>
                    <a:pt x="34130" y="13026"/>
                    <a:pt x="34231" y="13026"/>
                  </a:cubicBezTo>
                  <a:cubicBezTo>
                    <a:pt x="34248" y="13027"/>
                    <a:pt x="34264" y="13027"/>
                    <a:pt x="34280" y="13027"/>
                  </a:cubicBezTo>
                  <a:cubicBezTo>
                    <a:pt x="34531" y="13027"/>
                    <a:pt x="34793" y="12962"/>
                    <a:pt x="35008" y="12962"/>
                  </a:cubicBezTo>
                  <a:cubicBezTo>
                    <a:pt x="35067" y="12962"/>
                    <a:pt x="35122" y="12967"/>
                    <a:pt x="35172" y="12979"/>
                  </a:cubicBezTo>
                  <a:cubicBezTo>
                    <a:pt x="35278" y="13003"/>
                    <a:pt x="35898" y="13011"/>
                    <a:pt x="36803" y="13011"/>
                  </a:cubicBezTo>
                  <a:cubicBezTo>
                    <a:pt x="39058" y="13011"/>
                    <a:pt x="43079" y="12958"/>
                    <a:pt x="45323" y="12958"/>
                  </a:cubicBezTo>
                  <a:cubicBezTo>
                    <a:pt x="46223" y="12958"/>
                    <a:pt x="46837" y="12967"/>
                    <a:pt x="46935" y="12991"/>
                  </a:cubicBezTo>
                  <a:cubicBezTo>
                    <a:pt x="46999" y="13004"/>
                    <a:pt x="47053" y="13013"/>
                    <a:pt x="47105" y="13013"/>
                  </a:cubicBezTo>
                  <a:cubicBezTo>
                    <a:pt x="47190" y="13013"/>
                    <a:pt x="47268" y="12990"/>
                    <a:pt x="47364" y="12931"/>
                  </a:cubicBezTo>
                  <a:cubicBezTo>
                    <a:pt x="47416" y="12903"/>
                    <a:pt x="47468" y="12892"/>
                    <a:pt x="47520" y="12892"/>
                  </a:cubicBezTo>
                  <a:cubicBezTo>
                    <a:pt x="47702" y="12892"/>
                    <a:pt x="47888" y="13026"/>
                    <a:pt x="48089" y="13026"/>
                  </a:cubicBezTo>
                  <a:cubicBezTo>
                    <a:pt x="48120" y="13026"/>
                    <a:pt x="48153" y="13022"/>
                    <a:pt x="48186" y="13014"/>
                  </a:cubicBezTo>
                  <a:cubicBezTo>
                    <a:pt x="48257" y="12994"/>
                    <a:pt x="48329" y="12987"/>
                    <a:pt x="48402" y="12987"/>
                  </a:cubicBezTo>
                  <a:cubicBezTo>
                    <a:pt x="48581" y="12987"/>
                    <a:pt x="48763" y="13031"/>
                    <a:pt x="48946" y="13031"/>
                  </a:cubicBezTo>
                  <a:cubicBezTo>
                    <a:pt x="49034" y="13031"/>
                    <a:pt x="49122" y="13021"/>
                    <a:pt x="49210" y="12991"/>
                  </a:cubicBezTo>
                  <a:cubicBezTo>
                    <a:pt x="49343" y="12942"/>
                    <a:pt x="49478" y="12928"/>
                    <a:pt x="49615" y="12928"/>
                  </a:cubicBezTo>
                  <a:cubicBezTo>
                    <a:pt x="49833" y="12928"/>
                    <a:pt x="50055" y="12965"/>
                    <a:pt x="50278" y="12965"/>
                  </a:cubicBezTo>
                  <a:cubicBezTo>
                    <a:pt x="50366" y="12965"/>
                    <a:pt x="50455" y="12959"/>
                    <a:pt x="50543" y="12943"/>
                  </a:cubicBezTo>
                  <a:cubicBezTo>
                    <a:pt x="50785" y="12900"/>
                    <a:pt x="51032" y="12894"/>
                    <a:pt x="51281" y="12894"/>
                  </a:cubicBezTo>
                  <a:cubicBezTo>
                    <a:pt x="51380" y="12894"/>
                    <a:pt x="51479" y="12895"/>
                    <a:pt x="51579" y="12895"/>
                  </a:cubicBezTo>
                  <a:cubicBezTo>
                    <a:pt x="51927" y="12895"/>
                    <a:pt x="52275" y="12883"/>
                    <a:pt x="52615" y="12776"/>
                  </a:cubicBezTo>
                  <a:cubicBezTo>
                    <a:pt x="52650" y="12776"/>
                    <a:pt x="52686" y="12752"/>
                    <a:pt x="52698" y="12752"/>
                  </a:cubicBezTo>
                  <a:cubicBezTo>
                    <a:pt x="52845" y="12831"/>
                    <a:pt x="52992" y="12859"/>
                    <a:pt x="53137" y="12859"/>
                  </a:cubicBezTo>
                  <a:cubicBezTo>
                    <a:pt x="53368" y="12859"/>
                    <a:pt x="53593" y="12787"/>
                    <a:pt x="53805" y="12729"/>
                  </a:cubicBezTo>
                  <a:cubicBezTo>
                    <a:pt x="53933" y="12689"/>
                    <a:pt x="54064" y="12679"/>
                    <a:pt x="54194" y="12679"/>
                  </a:cubicBezTo>
                  <a:cubicBezTo>
                    <a:pt x="54323" y="12679"/>
                    <a:pt x="54452" y="12688"/>
                    <a:pt x="54577" y="12688"/>
                  </a:cubicBezTo>
                  <a:cubicBezTo>
                    <a:pt x="54738" y="12688"/>
                    <a:pt x="54892" y="12672"/>
                    <a:pt x="55032" y="12598"/>
                  </a:cubicBezTo>
                  <a:cubicBezTo>
                    <a:pt x="55179" y="12524"/>
                    <a:pt x="55333" y="12509"/>
                    <a:pt x="55487" y="12509"/>
                  </a:cubicBezTo>
                  <a:cubicBezTo>
                    <a:pt x="55597" y="12509"/>
                    <a:pt x="55706" y="12516"/>
                    <a:pt x="55814" y="12516"/>
                  </a:cubicBezTo>
                  <a:cubicBezTo>
                    <a:pt x="55972" y="12516"/>
                    <a:pt x="56126" y="12500"/>
                    <a:pt x="56270" y="12419"/>
                  </a:cubicBezTo>
                  <a:cubicBezTo>
                    <a:pt x="56293" y="12408"/>
                    <a:pt x="56325" y="12402"/>
                    <a:pt x="56362" y="12402"/>
                  </a:cubicBezTo>
                  <a:cubicBezTo>
                    <a:pt x="56440" y="12402"/>
                    <a:pt x="56535" y="12426"/>
                    <a:pt x="56591" y="12467"/>
                  </a:cubicBezTo>
                  <a:cubicBezTo>
                    <a:pt x="56664" y="12509"/>
                    <a:pt x="56706" y="12546"/>
                    <a:pt x="56747" y="12546"/>
                  </a:cubicBezTo>
                  <a:cubicBezTo>
                    <a:pt x="56787" y="12546"/>
                    <a:pt x="56825" y="12512"/>
                    <a:pt x="56889" y="12419"/>
                  </a:cubicBezTo>
                  <a:cubicBezTo>
                    <a:pt x="56916" y="12385"/>
                    <a:pt x="56943" y="12372"/>
                    <a:pt x="56971" y="12372"/>
                  </a:cubicBezTo>
                  <a:close/>
                  <a:moveTo>
                    <a:pt x="34494" y="0"/>
                  </a:moveTo>
                  <a:cubicBezTo>
                    <a:pt x="34258" y="0"/>
                    <a:pt x="34023" y="4"/>
                    <a:pt x="33791" y="13"/>
                  </a:cubicBezTo>
                  <a:cubicBezTo>
                    <a:pt x="33423" y="32"/>
                    <a:pt x="33032" y="163"/>
                    <a:pt x="32678" y="163"/>
                  </a:cubicBezTo>
                  <a:cubicBezTo>
                    <a:pt x="32586" y="163"/>
                    <a:pt x="32496" y="154"/>
                    <a:pt x="32410" y="132"/>
                  </a:cubicBezTo>
                  <a:cubicBezTo>
                    <a:pt x="32243" y="88"/>
                    <a:pt x="32080" y="75"/>
                    <a:pt x="31919" y="75"/>
                  </a:cubicBezTo>
                  <a:cubicBezTo>
                    <a:pt x="31672" y="75"/>
                    <a:pt x="31428" y="106"/>
                    <a:pt x="31181" y="106"/>
                  </a:cubicBezTo>
                  <a:cubicBezTo>
                    <a:pt x="31107" y="106"/>
                    <a:pt x="31032" y="103"/>
                    <a:pt x="30957" y="96"/>
                  </a:cubicBezTo>
                  <a:cubicBezTo>
                    <a:pt x="30822" y="81"/>
                    <a:pt x="30686" y="75"/>
                    <a:pt x="30549" y="75"/>
                  </a:cubicBezTo>
                  <a:cubicBezTo>
                    <a:pt x="30046" y="75"/>
                    <a:pt x="29534" y="156"/>
                    <a:pt x="29028" y="156"/>
                  </a:cubicBezTo>
                  <a:cubicBezTo>
                    <a:pt x="29005" y="156"/>
                    <a:pt x="28981" y="156"/>
                    <a:pt x="28958" y="156"/>
                  </a:cubicBezTo>
                  <a:cubicBezTo>
                    <a:pt x="28482" y="156"/>
                    <a:pt x="28005" y="63"/>
                    <a:pt x="27522" y="63"/>
                  </a:cubicBezTo>
                  <a:cubicBezTo>
                    <a:pt x="27437" y="63"/>
                    <a:pt x="27352" y="65"/>
                    <a:pt x="27266" y="72"/>
                  </a:cubicBezTo>
                  <a:cubicBezTo>
                    <a:pt x="27097" y="88"/>
                    <a:pt x="26928" y="113"/>
                    <a:pt x="26753" y="113"/>
                  </a:cubicBezTo>
                  <a:cubicBezTo>
                    <a:pt x="26656" y="113"/>
                    <a:pt x="26558" y="105"/>
                    <a:pt x="26457" y="84"/>
                  </a:cubicBezTo>
                  <a:cubicBezTo>
                    <a:pt x="26241" y="40"/>
                    <a:pt x="25975" y="4"/>
                    <a:pt x="25744" y="4"/>
                  </a:cubicBezTo>
                  <a:cubicBezTo>
                    <a:pt x="25605" y="4"/>
                    <a:pt x="25479" y="17"/>
                    <a:pt x="25385" y="49"/>
                  </a:cubicBezTo>
                  <a:cubicBezTo>
                    <a:pt x="25185" y="110"/>
                    <a:pt x="24992" y="129"/>
                    <a:pt x="24802" y="129"/>
                  </a:cubicBezTo>
                  <a:cubicBezTo>
                    <a:pt x="24479" y="129"/>
                    <a:pt x="24166" y="73"/>
                    <a:pt x="23849" y="73"/>
                  </a:cubicBezTo>
                  <a:cubicBezTo>
                    <a:pt x="23774" y="73"/>
                    <a:pt x="23699" y="77"/>
                    <a:pt x="23623" y="84"/>
                  </a:cubicBezTo>
                  <a:cubicBezTo>
                    <a:pt x="23552" y="91"/>
                    <a:pt x="23092" y="94"/>
                    <a:pt x="22393" y="94"/>
                  </a:cubicBezTo>
                  <a:cubicBezTo>
                    <a:pt x="20636" y="94"/>
                    <a:pt x="17373" y="78"/>
                    <a:pt x="14986" y="78"/>
                  </a:cubicBezTo>
                  <a:cubicBezTo>
                    <a:pt x="13393" y="78"/>
                    <a:pt x="12190" y="85"/>
                    <a:pt x="12086" y="108"/>
                  </a:cubicBezTo>
                  <a:cubicBezTo>
                    <a:pt x="11865" y="156"/>
                    <a:pt x="11646" y="170"/>
                    <a:pt x="11427" y="170"/>
                  </a:cubicBezTo>
                  <a:cubicBezTo>
                    <a:pt x="11133" y="170"/>
                    <a:pt x="10840" y="145"/>
                    <a:pt x="10550" y="145"/>
                  </a:cubicBezTo>
                  <a:cubicBezTo>
                    <a:pt x="10358" y="145"/>
                    <a:pt x="10168" y="155"/>
                    <a:pt x="9978" y="191"/>
                  </a:cubicBezTo>
                  <a:cubicBezTo>
                    <a:pt x="9824" y="221"/>
                    <a:pt x="9672" y="221"/>
                    <a:pt x="9520" y="221"/>
                  </a:cubicBezTo>
                  <a:cubicBezTo>
                    <a:pt x="9368" y="221"/>
                    <a:pt x="9216" y="221"/>
                    <a:pt x="9062" y="251"/>
                  </a:cubicBezTo>
                  <a:cubicBezTo>
                    <a:pt x="8573" y="334"/>
                    <a:pt x="8121" y="501"/>
                    <a:pt x="7633" y="537"/>
                  </a:cubicBezTo>
                  <a:cubicBezTo>
                    <a:pt x="6811" y="608"/>
                    <a:pt x="5966" y="572"/>
                    <a:pt x="5228" y="1025"/>
                  </a:cubicBezTo>
                  <a:cubicBezTo>
                    <a:pt x="5190" y="1047"/>
                    <a:pt x="5143" y="1056"/>
                    <a:pt x="5095" y="1056"/>
                  </a:cubicBezTo>
                  <a:cubicBezTo>
                    <a:pt x="5067" y="1056"/>
                    <a:pt x="5040" y="1053"/>
                    <a:pt x="5014" y="1049"/>
                  </a:cubicBezTo>
                  <a:cubicBezTo>
                    <a:pt x="4962" y="1042"/>
                    <a:pt x="4912" y="1039"/>
                    <a:pt x="4862" y="1039"/>
                  </a:cubicBezTo>
                  <a:cubicBezTo>
                    <a:pt x="4375" y="1039"/>
                    <a:pt x="3983" y="1336"/>
                    <a:pt x="3561" y="1465"/>
                  </a:cubicBezTo>
                  <a:cubicBezTo>
                    <a:pt x="3085" y="1620"/>
                    <a:pt x="2644" y="1977"/>
                    <a:pt x="2323" y="2346"/>
                  </a:cubicBezTo>
                  <a:cubicBezTo>
                    <a:pt x="1858" y="2882"/>
                    <a:pt x="1549" y="3513"/>
                    <a:pt x="1263" y="4156"/>
                  </a:cubicBezTo>
                  <a:cubicBezTo>
                    <a:pt x="858" y="5132"/>
                    <a:pt x="751" y="6133"/>
                    <a:pt x="715" y="7145"/>
                  </a:cubicBezTo>
                  <a:cubicBezTo>
                    <a:pt x="703" y="7371"/>
                    <a:pt x="703" y="7597"/>
                    <a:pt x="668" y="7811"/>
                  </a:cubicBezTo>
                  <a:cubicBezTo>
                    <a:pt x="608" y="8300"/>
                    <a:pt x="572" y="8788"/>
                    <a:pt x="632" y="9288"/>
                  </a:cubicBezTo>
                  <a:cubicBezTo>
                    <a:pt x="668" y="9645"/>
                    <a:pt x="751" y="10038"/>
                    <a:pt x="644" y="10371"/>
                  </a:cubicBezTo>
                  <a:cubicBezTo>
                    <a:pt x="370" y="11193"/>
                    <a:pt x="489" y="12026"/>
                    <a:pt x="477" y="12848"/>
                  </a:cubicBezTo>
                  <a:cubicBezTo>
                    <a:pt x="465" y="13276"/>
                    <a:pt x="501" y="13753"/>
                    <a:pt x="453" y="14157"/>
                  </a:cubicBezTo>
                  <a:cubicBezTo>
                    <a:pt x="358" y="14812"/>
                    <a:pt x="394" y="15467"/>
                    <a:pt x="322" y="16110"/>
                  </a:cubicBezTo>
                  <a:cubicBezTo>
                    <a:pt x="287" y="16479"/>
                    <a:pt x="96" y="16860"/>
                    <a:pt x="191" y="17193"/>
                  </a:cubicBezTo>
                  <a:cubicBezTo>
                    <a:pt x="263" y="17503"/>
                    <a:pt x="275" y="17801"/>
                    <a:pt x="215" y="18063"/>
                  </a:cubicBezTo>
                  <a:cubicBezTo>
                    <a:pt x="72" y="18646"/>
                    <a:pt x="132" y="19241"/>
                    <a:pt x="144" y="19801"/>
                  </a:cubicBezTo>
                  <a:cubicBezTo>
                    <a:pt x="156" y="20587"/>
                    <a:pt x="96" y="21373"/>
                    <a:pt x="84" y="22158"/>
                  </a:cubicBezTo>
                  <a:cubicBezTo>
                    <a:pt x="84" y="22920"/>
                    <a:pt x="1" y="23706"/>
                    <a:pt x="1" y="24456"/>
                  </a:cubicBezTo>
                  <a:cubicBezTo>
                    <a:pt x="1" y="25325"/>
                    <a:pt x="13" y="26206"/>
                    <a:pt x="108" y="27076"/>
                  </a:cubicBezTo>
                  <a:cubicBezTo>
                    <a:pt x="227" y="28135"/>
                    <a:pt x="191" y="29183"/>
                    <a:pt x="287" y="30243"/>
                  </a:cubicBezTo>
                  <a:cubicBezTo>
                    <a:pt x="334" y="30719"/>
                    <a:pt x="239" y="31195"/>
                    <a:pt x="311" y="31695"/>
                  </a:cubicBezTo>
                  <a:cubicBezTo>
                    <a:pt x="358" y="31993"/>
                    <a:pt x="453" y="32338"/>
                    <a:pt x="382" y="32648"/>
                  </a:cubicBezTo>
                  <a:cubicBezTo>
                    <a:pt x="239" y="33243"/>
                    <a:pt x="430" y="33815"/>
                    <a:pt x="394" y="34398"/>
                  </a:cubicBezTo>
                  <a:cubicBezTo>
                    <a:pt x="358" y="35017"/>
                    <a:pt x="513" y="35636"/>
                    <a:pt x="477" y="36243"/>
                  </a:cubicBezTo>
                  <a:cubicBezTo>
                    <a:pt x="453" y="36684"/>
                    <a:pt x="442" y="37125"/>
                    <a:pt x="430" y="37541"/>
                  </a:cubicBezTo>
                  <a:cubicBezTo>
                    <a:pt x="418" y="38017"/>
                    <a:pt x="525" y="38518"/>
                    <a:pt x="513" y="39006"/>
                  </a:cubicBezTo>
                  <a:cubicBezTo>
                    <a:pt x="489" y="39720"/>
                    <a:pt x="430" y="40434"/>
                    <a:pt x="537" y="41149"/>
                  </a:cubicBezTo>
                  <a:cubicBezTo>
                    <a:pt x="549" y="41244"/>
                    <a:pt x="525" y="41339"/>
                    <a:pt x="525" y="41435"/>
                  </a:cubicBezTo>
                  <a:cubicBezTo>
                    <a:pt x="489" y="41887"/>
                    <a:pt x="525" y="42351"/>
                    <a:pt x="513" y="42804"/>
                  </a:cubicBezTo>
                  <a:cubicBezTo>
                    <a:pt x="501" y="43316"/>
                    <a:pt x="608" y="43828"/>
                    <a:pt x="549" y="44340"/>
                  </a:cubicBezTo>
                  <a:cubicBezTo>
                    <a:pt x="525" y="44518"/>
                    <a:pt x="346" y="44637"/>
                    <a:pt x="430" y="44864"/>
                  </a:cubicBezTo>
                  <a:cubicBezTo>
                    <a:pt x="549" y="45209"/>
                    <a:pt x="572" y="45590"/>
                    <a:pt x="608" y="45971"/>
                  </a:cubicBezTo>
                  <a:cubicBezTo>
                    <a:pt x="656" y="46423"/>
                    <a:pt x="561" y="46888"/>
                    <a:pt x="608" y="47316"/>
                  </a:cubicBezTo>
                  <a:cubicBezTo>
                    <a:pt x="680" y="47876"/>
                    <a:pt x="787" y="48459"/>
                    <a:pt x="811" y="48995"/>
                  </a:cubicBezTo>
                  <a:cubicBezTo>
                    <a:pt x="846" y="49578"/>
                    <a:pt x="1144" y="50055"/>
                    <a:pt x="1168" y="50626"/>
                  </a:cubicBezTo>
                  <a:cubicBezTo>
                    <a:pt x="1192" y="51079"/>
                    <a:pt x="1370" y="51543"/>
                    <a:pt x="1513" y="51995"/>
                  </a:cubicBezTo>
                  <a:cubicBezTo>
                    <a:pt x="1692" y="52543"/>
                    <a:pt x="1835" y="53115"/>
                    <a:pt x="2168" y="53615"/>
                  </a:cubicBezTo>
                  <a:cubicBezTo>
                    <a:pt x="2335" y="53888"/>
                    <a:pt x="2608" y="54079"/>
                    <a:pt x="2870" y="54305"/>
                  </a:cubicBezTo>
                  <a:cubicBezTo>
                    <a:pt x="3132" y="54531"/>
                    <a:pt x="3454" y="54734"/>
                    <a:pt x="3740" y="54829"/>
                  </a:cubicBezTo>
                  <a:cubicBezTo>
                    <a:pt x="4347" y="55031"/>
                    <a:pt x="4894" y="55353"/>
                    <a:pt x="5418" y="55639"/>
                  </a:cubicBezTo>
                  <a:cubicBezTo>
                    <a:pt x="5797" y="55842"/>
                    <a:pt x="6175" y="55872"/>
                    <a:pt x="6551" y="55872"/>
                  </a:cubicBezTo>
                  <a:cubicBezTo>
                    <a:pt x="6709" y="55872"/>
                    <a:pt x="6866" y="55867"/>
                    <a:pt x="7022" y="55867"/>
                  </a:cubicBezTo>
                  <a:cubicBezTo>
                    <a:pt x="7127" y="55867"/>
                    <a:pt x="7231" y="55869"/>
                    <a:pt x="7335" y="55877"/>
                  </a:cubicBezTo>
                  <a:cubicBezTo>
                    <a:pt x="7561" y="55897"/>
                    <a:pt x="7802" y="55957"/>
                    <a:pt x="8038" y="55957"/>
                  </a:cubicBezTo>
                  <a:cubicBezTo>
                    <a:pt x="8214" y="55957"/>
                    <a:pt x="8387" y="55924"/>
                    <a:pt x="8550" y="55817"/>
                  </a:cubicBezTo>
                  <a:cubicBezTo>
                    <a:pt x="9228" y="56127"/>
                    <a:pt x="9978" y="56020"/>
                    <a:pt x="10681" y="56103"/>
                  </a:cubicBezTo>
                  <a:cubicBezTo>
                    <a:pt x="11455" y="56210"/>
                    <a:pt x="22670" y="56294"/>
                    <a:pt x="23444" y="56377"/>
                  </a:cubicBezTo>
                  <a:cubicBezTo>
                    <a:pt x="24147" y="56448"/>
                    <a:pt x="24849" y="56460"/>
                    <a:pt x="25540" y="56567"/>
                  </a:cubicBezTo>
                  <a:cubicBezTo>
                    <a:pt x="25635" y="56579"/>
                    <a:pt x="25733" y="56584"/>
                    <a:pt x="25832" y="56584"/>
                  </a:cubicBezTo>
                  <a:cubicBezTo>
                    <a:pt x="26229" y="56584"/>
                    <a:pt x="26650" y="56508"/>
                    <a:pt x="27040" y="56508"/>
                  </a:cubicBezTo>
                  <a:cubicBezTo>
                    <a:pt x="27071" y="56507"/>
                    <a:pt x="27102" y="56507"/>
                    <a:pt x="27133" y="56507"/>
                  </a:cubicBezTo>
                  <a:cubicBezTo>
                    <a:pt x="27546" y="56507"/>
                    <a:pt x="27956" y="56548"/>
                    <a:pt x="28364" y="56548"/>
                  </a:cubicBezTo>
                  <a:cubicBezTo>
                    <a:pt x="28666" y="56548"/>
                    <a:pt x="28966" y="56526"/>
                    <a:pt x="29267" y="56448"/>
                  </a:cubicBezTo>
                  <a:cubicBezTo>
                    <a:pt x="29409" y="56410"/>
                    <a:pt x="29552" y="56399"/>
                    <a:pt x="29695" y="56399"/>
                  </a:cubicBezTo>
                  <a:cubicBezTo>
                    <a:pt x="29909" y="56399"/>
                    <a:pt x="30124" y="56424"/>
                    <a:pt x="30338" y="56424"/>
                  </a:cubicBezTo>
                  <a:cubicBezTo>
                    <a:pt x="30636" y="56424"/>
                    <a:pt x="30934" y="56261"/>
                    <a:pt x="31201" y="56261"/>
                  </a:cubicBezTo>
                  <a:cubicBezTo>
                    <a:pt x="31265" y="56261"/>
                    <a:pt x="31326" y="56271"/>
                    <a:pt x="31386" y="56294"/>
                  </a:cubicBezTo>
                  <a:cubicBezTo>
                    <a:pt x="31427" y="56311"/>
                    <a:pt x="31468" y="56318"/>
                    <a:pt x="31508" y="56318"/>
                  </a:cubicBezTo>
                  <a:cubicBezTo>
                    <a:pt x="31679" y="56318"/>
                    <a:pt x="31839" y="56189"/>
                    <a:pt x="31987" y="56189"/>
                  </a:cubicBezTo>
                  <a:cubicBezTo>
                    <a:pt x="32063" y="56189"/>
                    <a:pt x="32137" y="56224"/>
                    <a:pt x="32207" y="56329"/>
                  </a:cubicBezTo>
                  <a:cubicBezTo>
                    <a:pt x="32312" y="56202"/>
                    <a:pt x="32428" y="56163"/>
                    <a:pt x="32550" y="56163"/>
                  </a:cubicBezTo>
                  <a:cubicBezTo>
                    <a:pt x="32740" y="56163"/>
                    <a:pt x="32942" y="56258"/>
                    <a:pt x="33128" y="56258"/>
                  </a:cubicBezTo>
                  <a:cubicBezTo>
                    <a:pt x="33135" y="56258"/>
                    <a:pt x="33141" y="56258"/>
                    <a:pt x="33148" y="56258"/>
                  </a:cubicBezTo>
                  <a:cubicBezTo>
                    <a:pt x="33910" y="56198"/>
                    <a:pt x="34696" y="56246"/>
                    <a:pt x="35470" y="56174"/>
                  </a:cubicBezTo>
                  <a:cubicBezTo>
                    <a:pt x="35589" y="56163"/>
                    <a:pt x="35708" y="56163"/>
                    <a:pt x="35839" y="56151"/>
                  </a:cubicBezTo>
                  <a:cubicBezTo>
                    <a:pt x="36303" y="56127"/>
                    <a:pt x="47185" y="56127"/>
                    <a:pt x="47650" y="56079"/>
                  </a:cubicBezTo>
                  <a:cubicBezTo>
                    <a:pt x="48221" y="56020"/>
                    <a:pt x="48793" y="55960"/>
                    <a:pt x="49352" y="55865"/>
                  </a:cubicBezTo>
                  <a:cubicBezTo>
                    <a:pt x="49571" y="55828"/>
                    <a:pt x="49789" y="55818"/>
                    <a:pt x="50006" y="55818"/>
                  </a:cubicBezTo>
                  <a:cubicBezTo>
                    <a:pt x="50284" y="55818"/>
                    <a:pt x="50562" y="55835"/>
                    <a:pt x="50841" y="55835"/>
                  </a:cubicBezTo>
                  <a:cubicBezTo>
                    <a:pt x="50983" y="55835"/>
                    <a:pt x="51126" y="55831"/>
                    <a:pt x="51269" y="55817"/>
                  </a:cubicBezTo>
                  <a:cubicBezTo>
                    <a:pt x="51567" y="55782"/>
                    <a:pt x="51877" y="55710"/>
                    <a:pt x="52186" y="55698"/>
                  </a:cubicBezTo>
                  <a:cubicBezTo>
                    <a:pt x="52195" y="55698"/>
                    <a:pt x="52204" y="55698"/>
                    <a:pt x="52213" y="55698"/>
                  </a:cubicBezTo>
                  <a:cubicBezTo>
                    <a:pt x="52385" y="55698"/>
                    <a:pt x="52551" y="55777"/>
                    <a:pt x="52715" y="55777"/>
                  </a:cubicBezTo>
                  <a:cubicBezTo>
                    <a:pt x="52769" y="55777"/>
                    <a:pt x="52823" y="55768"/>
                    <a:pt x="52877" y="55746"/>
                  </a:cubicBezTo>
                  <a:cubicBezTo>
                    <a:pt x="53162" y="55615"/>
                    <a:pt x="53496" y="55651"/>
                    <a:pt x="53782" y="55639"/>
                  </a:cubicBezTo>
                  <a:cubicBezTo>
                    <a:pt x="54698" y="55591"/>
                    <a:pt x="55484" y="55281"/>
                    <a:pt x="56246" y="54865"/>
                  </a:cubicBezTo>
                  <a:cubicBezTo>
                    <a:pt x="56734" y="54591"/>
                    <a:pt x="57115" y="54198"/>
                    <a:pt x="57449" y="53805"/>
                  </a:cubicBezTo>
                  <a:cubicBezTo>
                    <a:pt x="57663" y="53531"/>
                    <a:pt x="57984" y="53329"/>
                    <a:pt x="58092" y="53019"/>
                  </a:cubicBezTo>
                  <a:cubicBezTo>
                    <a:pt x="58199" y="52698"/>
                    <a:pt x="58401" y="52424"/>
                    <a:pt x="58508" y="52103"/>
                  </a:cubicBezTo>
                  <a:cubicBezTo>
                    <a:pt x="58675" y="51638"/>
                    <a:pt x="58770" y="51162"/>
                    <a:pt x="58782" y="50662"/>
                  </a:cubicBezTo>
                  <a:cubicBezTo>
                    <a:pt x="58794" y="50489"/>
                    <a:pt x="58639" y="50173"/>
                    <a:pt x="59036" y="50173"/>
                  </a:cubicBezTo>
                  <a:cubicBezTo>
                    <a:pt x="59050" y="50173"/>
                    <a:pt x="59064" y="50173"/>
                    <a:pt x="59080" y="50174"/>
                  </a:cubicBezTo>
                  <a:cubicBezTo>
                    <a:pt x="59139" y="50031"/>
                    <a:pt x="58723" y="49971"/>
                    <a:pt x="58973" y="49864"/>
                  </a:cubicBezTo>
                  <a:cubicBezTo>
                    <a:pt x="59211" y="49769"/>
                    <a:pt x="59116" y="49578"/>
                    <a:pt x="59080" y="49555"/>
                  </a:cubicBezTo>
                  <a:cubicBezTo>
                    <a:pt x="58889" y="49400"/>
                    <a:pt x="58973" y="49305"/>
                    <a:pt x="59127" y="49209"/>
                  </a:cubicBezTo>
                  <a:cubicBezTo>
                    <a:pt x="59246" y="49138"/>
                    <a:pt x="59139" y="49031"/>
                    <a:pt x="59175" y="48971"/>
                  </a:cubicBezTo>
                  <a:cubicBezTo>
                    <a:pt x="59246" y="48805"/>
                    <a:pt x="59044" y="48614"/>
                    <a:pt x="59163" y="48507"/>
                  </a:cubicBezTo>
                  <a:cubicBezTo>
                    <a:pt x="59473" y="48233"/>
                    <a:pt x="59318" y="47876"/>
                    <a:pt x="59330" y="47602"/>
                  </a:cubicBezTo>
                  <a:cubicBezTo>
                    <a:pt x="59366" y="47102"/>
                    <a:pt x="59354" y="46590"/>
                    <a:pt x="59306" y="46090"/>
                  </a:cubicBezTo>
                  <a:cubicBezTo>
                    <a:pt x="59282" y="45876"/>
                    <a:pt x="59342" y="45697"/>
                    <a:pt x="59520" y="45554"/>
                  </a:cubicBezTo>
                  <a:cubicBezTo>
                    <a:pt x="59151" y="45399"/>
                    <a:pt x="59663" y="45030"/>
                    <a:pt x="59318" y="44875"/>
                  </a:cubicBezTo>
                  <a:cubicBezTo>
                    <a:pt x="59389" y="44280"/>
                    <a:pt x="59223" y="43685"/>
                    <a:pt x="59354" y="43078"/>
                  </a:cubicBezTo>
                  <a:cubicBezTo>
                    <a:pt x="59437" y="42709"/>
                    <a:pt x="59318" y="42304"/>
                    <a:pt x="59377" y="41923"/>
                  </a:cubicBezTo>
                  <a:cubicBezTo>
                    <a:pt x="59437" y="41518"/>
                    <a:pt x="59294" y="41101"/>
                    <a:pt x="59389" y="40732"/>
                  </a:cubicBezTo>
                  <a:cubicBezTo>
                    <a:pt x="59473" y="40458"/>
                    <a:pt x="59354" y="40161"/>
                    <a:pt x="59544" y="39875"/>
                  </a:cubicBezTo>
                  <a:cubicBezTo>
                    <a:pt x="59580" y="39827"/>
                    <a:pt x="59711" y="39577"/>
                    <a:pt x="59627" y="39434"/>
                  </a:cubicBezTo>
                  <a:cubicBezTo>
                    <a:pt x="59294" y="38899"/>
                    <a:pt x="59782" y="38339"/>
                    <a:pt x="59556" y="37815"/>
                  </a:cubicBezTo>
                  <a:cubicBezTo>
                    <a:pt x="59437" y="37553"/>
                    <a:pt x="59580" y="37303"/>
                    <a:pt x="59651" y="37136"/>
                  </a:cubicBezTo>
                  <a:cubicBezTo>
                    <a:pt x="59782" y="36803"/>
                    <a:pt x="59294" y="36541"/>
                    <a:pt x="59651" y="36184"/>
                  </a:cubicBezTo>
                  <a:cubicBezTo>
                    <a:pt x="59758" y="36077"/>
                    <a:pt x="59699" y="35624"/>
                    <a:pt x="59675" y="35327"/>
                  </a:cubicBezTo>
                  <a:cubicBezTo>
                    <a:pt x="59663" y="34958"/>
                    <a:pt x="59818" y="34541"/>
                    <a:pt x="59663" y="34231"/>
                  </a:cubicBezTo>
                  <a:cubicBezTo>
                    <a:pt x="59508" y="33898"/>
                    <a:pt x="59627" y="33588"/>
                    <a:pt x="59651" y="33326"/>
                  </a:cubicBezTo>
                  <a:cubicBezTo>
                    <a:pt x="59711" y="32886"/>
                    <a:pt x="59556" y="32457"/>
                    <a:pt x="59627" y="32017"/>
                  </a:cubicBezTo>
                  <a:cubicBezTo>
                    <a:pt x="59687" y="31624"/>
                    <a:pt x="59532" y="31195"/>
                    <a:pt x="59604" y="30802"/>
                  </a:cubicBezTo>
                  <a:cubicBezTo>
                    <a:pt x="59627" y="30588"/>
                    <a:pt x="59449" y="30457"/>
                    <a:pt x="59497" y="30314"/>
                  </a:cubicBezTo>
                  <a:cubicBezTo>
                    <a:pt x="59651" y="29909"/>
                    <a:pt x="59747" y="29493"/>
                    <a:pt x="59627" y="29100"/>
                  </a:cubicBezTo>
                  <a:cubicBezTo>
                    <a:pt x="59556" y="28850"/>
                    <a:pt x="59532" y="28588"/>
                    <a:pt x="59568" y="28397"/>
                  </a:cubicBezTo>
                  <a:cubicBezTo>
                    <a:pt x="59651" y="27707"/>
                    <a:pt x="59592" y="27040"/>
                    <a:pt x="59532" y="26349"/>
                  </a:cubicBezTo>
                  <a:cubicBezTo>
                    <a:pt x="59497" y="25968"/>
                    <a:pt x="59508" y="25516"/>
                    <a:pt x="59568" y="25135"/>
                  </a:cubicBezTo>
                  <a:cubicBezTo>
                    <a:pt x="59663" y="24516"/>
                    <a:pt x="59508" y="23920"/>
                    <a:pt x="59544" y="23313"/>
                  </a:cubicBezTo>
                  <a:cubicBezTo>
                    <a:pt x="59580" y="22789"/>
                    <a:pt x="59425" y="22182"/>
                    <a:pt x="59473" y="21658"/>
                  </a:cubicBezTo>
                  <a:cubicBezTo>
                    <a:pt x="59532" y="20861"/>
                    <a:pt x="59294" y="20099"/>
                    <a:pt x="59401" y="19301"/>
                  </a:cubicBezTo>
                  <a:cubicBezTo>
                    <a:pt x="59485" y="18682"/>
                    <a:pt x="59270" y="18027"/>
                    <a:pt x="59282" y="17372"/>
                  </a:cubicBezTo>
                  <a:cubicBezTo>
                    <a:pt x="59282" y="16801"/>
                    <a:pt x="59068" y="16241"/>
                    <a:pt x="59008" y="15658"/>
                  </a:cubicBezTo>
                  <a:cubicBezTo>
                    <a:pt x="58996" y="15491"/>
                    <a:pt x="59151" y="15408"/>
                    <a:pt x="59080" y="15241"/>
                  </a:cubicBezTo>
                  <a:cubicBezTo>
                    <a:pt x="58794" y="14491"/>
                    <a:pt x="58889" y="13705"/>
                    <a:pt x="58854" y="12943"/>
                  </a:cubicBezTo>
                  <a:cubicBezTo>
                    <a:pt x="58830" y="12288"/>
                    <a:pt x="58639" y="11657"/>
                    <a:pt x="58711" y="10990"/>
                  </a:cubicBezTo>
                  <a:cubicBezTo>
                    <a:pt x="58735" y="10645"/>
                    <a:pt x="58639" y="10252"/>
                    <a:pt x="58615" y="9883"/>
                  </a:cubicBezTo>
                  <a:cubicBezTo>
                    <a:pt x="58568" y="9276"/>
                    <a:pt x="58568" y="8645"/>
                    <a:pt x="58473" y="8050"/>
                  </a:cubicBezTo>
                  <a:cubicBezTo>
                    <a:pt x="58389" y="7621"/>
                    <a:pt x="58246" y="7192"/>
                    <a:pt x="58199" y="6752"/>
                  </a:cubicBezTo>
                  <a:cubicBezTo>
                    <a:pt x="58056" y="5585"/>
                    <a:pt x="57877" y="4442"/>
                    <a:pt x="57222" y="3370"/>
                  </a:cubicBezTo>
                  <a:cubicBezTo>
                    <a:pt x="56853" y="2763"/>
                    <a:pt x="56437" y="2251"/>
                    <a:pt x="55817" y="1834"/>
                  </a:cubicBezTo>
                  <a:cubicBezTo>
                    <a:pt x="55151" y="1370"/>
                    <a:pt x="54389" y="1061"/>
                    <a:pt x="53591" y="941"/>
                  </a:cubicBezTo>
                  <a:cubicBezTo>
                    <a:pt x="53304" y="895"/>
                    <a:pt x="53072" y="738"/>
                    <a:pt x="52809" y="738"/>
                  </a:cubicBezTo>
                  <a:cubicBezTo>
                    <a:pt x="52800" y="738"/>
                    <a:pt x="52791" y="739"/>
                    <a:pt x="52781" y="739"/>
                  </a:cubicBezTo>
                  <a:cubicBezTo>
                    <a:pt x="52718" y="744"/>
                    <a:pt x="52656" y="746"/>
                    <a:pt x="52594" y="746"/>
                  </a:cubicBezTo>
                  <a:cubicBezTo>
                    <a:pt x="51870" y="746"/>
                    <a:pt x="51207" y="451"/>
                    <a:pt x="50483" y="418"/>
                  </a:cubicBezTo>
                  <a:cubicBezTo>
                    <a:pt x="50472" y="417"/>
                    <a:pt x="50460" y="417"/>
                    <a:pt x="50448" y="417"/>
                  </a:cubicBezTo>
                  <a:cubicBezTo>
                    <a:pt x="50341" y="417"/>
                    <a:pt x="50223" y="442"/>
                    <a:pt x="50109" y="442"/>
                  </a:cubicBezTo>
                  <a:cubicBezTo>
                    <a:pt x="50026" y="442"/>
                    <a:pt x="49947" y="429"/>
                    <a:pt x="49876" y="382"/>
                  </a:cubicBezTo>
                  <a:cubicBezTo>
                    <a:pt x="49424" y="96"/>
                    <a:pt x="48888" y="168"/>
                    <a:pt x="48400" y="120"/>
                  </a:cubicBezTo>
                  <a:cubicBezTo>
                    <a:pt x="47674" y="60"/>
                    <a:pt x="36517" y="72"/>
                    <a:pt x="35779" y="37"/>
                  </a:cubicBezTo>
                  <a:cubicBezTo>
                    <a:pt x="35356" y="14"/>
                    <a:pt x="34924" y="0"/>
                    <a:pt x="34494" y="0"/>
                  </a:cubicBezTo>
                  <a:close/>
                </a:path>
              </a:pathLst>
            </a:custGeom>
            <a:solidFill>
              <a:srgbClr val="000000"/>
            </a:solidFill>
            <a:ln>
              <a:noFill/>
            </a:ln>
          </p:spPr>
          <p:txBody>
            <a:bodyPr spcFirstLastPara="1" wrap="square" lIns="182875" tIns="274300" rIns="182875" bIns="91425" anchor="ctr" anchorCtr="0">
              <a:noAutofit/>
            </a:bodyPr>
            <a:lstStyle/>
            <a:p>
              <a:pPr marL="0" lvl="0" indent="0" algn="ctr" rtl="0">
                <a:spcBef>
                  <a:spcPts val="0"/>
                </a:spcBef>
                <a:spcAft>
                  <a:spcPts val="0"/>
                </a:spcAft>
                <a:buClr>
                  <a:schemeClr val="dk1"/>
                </a:buClr>
                <a:buSzPts val="1100"/>
                <a:buFont typeface="Arial"/>
                <a:buNone/>
              </a:pPr>
              <a:endParaRPr sz="1200" dirty="0"/>
            </a:p>
          </p:txBody>
        </p:sp>
        <p:sp>
          <p:nvSpPr>
            <p:cNvPr id="16" name="Google Shape;369;p21">
              <a:extLst>
                <a:ext uri="{FF2B5EF4-FFF2-40B4-BE49-F238E27FC236}">
                  <a16:creationId xmlns:a16="http://schemas.microsoft.com/office/drawing/2014/main" id="{2F599968-EC15-5DC0-86CF-8BD44B621DEF}"/>
                </a:ext>
              </a:extLst>
            </p:cNvPr>
            <p:cNvSpPr/>
            <p:nvPr/>
          </p:nvSpPr>
          <p:spPr>
            <a:xfrm>
              <a:off x="5369178" y="2990296"/>
              <a:ext cx="3565" cy="2931"/>
            </a:xfrm>
            <a:custGeom>
              <a:avLst/>
              <a:gdLst/>
              <a:ahLst/>
              <a:cxnLst/>
              <a:rect l="l" t="t" r="r" b="b"/>
              <a:pathLst>
                <a:path w="180" h="148" extrusionOk="0">
                  <a:moveTo>
                    <a:pt x="90" y="0"/>
                  </a:moveTo>
                  <a:cubicBezTo>
                    <a:pt x="54" y="0"/>
                    <a:pt x="35" y="30"/>
                    <a:pt x="25" y="50"/>
                  </a:cubicBezTo>
                  <a:cubicBezTo>
                    <a:pt x="1" y="98"/>
                    <a:pt x="37" y="121"/>
                    <a:pt x="72" y="145"/>
                  </a:cubicBezTo>
                  <a:cubicBezTo>
                    <a:pt x="79" y="147"/>
                    <a:pt x="85" y="148"/>
                    <a:pt x="90" y="148"/>
                  </a:cubicBezTo>
                  <a:cubicBezTo>
                    <a:pt x="126" y="148"/>
                    <a:pt x="145" y="117"/>
                    <a:pt x="156" y="86"/>
                  </a:cubicBezTo>
                  <a:cubicBezTo>
                    <a:pt x="180" y="50"/>
                    <a:pt x="144" y="14"/>
                    <a:pt x="108" y="2"/>
                  </a:cubicBezTo>
                  <a:cubicBezTo>
                    <a:pt x="102" y="1"/>
                    <a:pt x="96" y="0"/>
                    <a:pt x="90" y="0"/>
                  </a:cubicBezTo>
                  <a:close/>
                </a:path>
              </a:pathLst>
            </a:custGeom>
            <a:solidFill>
              <a:srgbClr val="FCBD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 name="Google Shape;372;p21">
              <a:extLst>
                <a:ext uri="{FF2B5EF4-FFF2-40B4-BE49-F238E27FC236}">
                  <a16:creationId xmlns:a16="http://schemas.microsoft.com/office/drawing/2014/main" id="{701012F2-69F7-0208-A352-33EF298507AB}"/>
                </a:ext>
              </a:extLst>
            </p:cNvPr>
            <p:cNvSpPr/>
            <p:nvPr/>
          </p:nvSpPr>
          <p:spPr>
            <a:xfrm>
              <a:off x="5507717" y="2722084"/>
              <a:ext cx="13448" cy="7466"/>
            </a:xfrm>
            <a:custGeom>
              <a:avLst/>
              <a:gdLst/>
              <a:ahLst/>
              <a:cxnLst/>
              <a:rect l="l" t="t" r="r" b="b"/>
              <a:pathLst>
                <a:path w="679" h="377" extrusionOk="0">
                  <a:moveTo>
                    <a:pt x="272" y="1"/>
                  </a:moveTo>
                  <a:cubicBezTo>
                    <a:pt x="213" y="1"/>
                    <a:pt x="156" y="16"/>
                    <a:pt x="107" y="55"/>
                  </a:cubicBezTo>
                  <a:cubicBezTo>
                    <a:pt x="0" y="126"/>
                    <a:pt x="131" y="245"/>
                    <a:pt x="143" y="352"/>
                  </a:cubicBezTo>
                  <a:cubicBezTo>
                    <a:pt x="143" y="364"/>
                    <a:pt x="167" y="364"/>
                    <a:pt x="191" y="376"/>
                  </a:cubicBezTo>
                  <a:cubicBezTo>
                    <a:pt x="226" y="315"/>
                    <a:pt x="222" y="189"/>
                    <a:pt x="294" y="189"/>
                  </a:cubicBezTo>
                  <a:cubicBezTo>
                    <a:pt x="320" y="189"/>
                    <a:pt x="355" y="205"/>
                    <a:pt x="405" y="245"/>
                  </a:cubicBezTo>
                  <a:cubicBezTo>
                    <a:pt x="456" y="282"/>
                    <a:pt x="511" y="296"/>
                    <a:pt x="569" y="296"/>
                  </a:cubicBezTo>
                  <a:cubicBezTo>
                    <a:pt x="605" y="296"/>
                    <a:pt x="642" y="290"/>
                    <a:pt x="679" y="281"/>
                  </a:cubicBezTo>
                  <a:cubicBezTo>
                    <a:pt x="667" y="174"/>
                    <a:pt x="595" y="102"/>
                    <a:pt x="524" y="67"/>
                  </a:cubicBezTo>
                  <a:cubicBezTo>
                    <a:pt x="447" y="32"/>
                    <a:pt x="357" y="1"/>
                    <a:pt x="272" y="1"/>
                  </a:cubicBezTo>
                  <a:close/>
                </a:path>
              </a:pathLst>
            </a:custGeom>
            <a:solidFill>
              <a:srgbClr val="FCBD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 name="Google Shape;373;p21">
              <a:extLst>
                <a:ext uri="{FF2B5EF4-FFF2-40B4-BE49-F238E27FC236}">
                  <a16:creationId xmlns:a16="http://schemas.microsoft.com/office/drawing/2014/main" id="{AFB13A74-3899-B232-17B1-11F267292B05}"/>
                </a:ext>
              </a:extLst>
            </p:cNvPr>
            <p:cNvSpPr/>
            <p:nvPr/>
          </p:nvSpPr>
          <p:spPr>
            <a:xfrm>
              <a:off x="5529167" y="2732363"/>
              <a:ext cx="1426" cy="1010"/>
            </a:xfrm>
            <a:custGeom>
              <a:avLst/>
              <a:gdLst/>
              <a:ahLst/>
              <a:cxnLst/>
              <a:rect l="l" t="t" r="r" b="b"/>
              <a:pathLst>
                <a:path w="72" h="51" extrusionOk="0">
                  <a:moveTo>
                    <a:pt x="48" y="0"/>
                  </a:moveTo>
                  <a:cubicBezTo>
                    <a:pt x="12" y="12"/>
                    <a:pt x="1" y="36"/>
                    <a:pt x="36" y="48"/>
                  </a:cubicBezTo>
                  <a:cubicBezTo>
                    <a:pt x="36" y="50"/>
                    <a:pt x="37" y="51"/>
                    <a:pt x="39" y="51"/>
                  </a:cubicBezTo>
                  <a:cubicBezTo>
                    <a:pt x="45" y="51"/>
                    <a:pt x="62" y="36"/>
                    <a:pt x="72" y="36"/>
                  </a:cubicBezTo>
                  <a:cubicBezTo>
                    <a:pt x="60" y="24"/>
                    <a:pt x="48" y="0"/>
                    <a:pt x="48" y="0"/>
                  </a:cubicBezTo>
                  <a:close/>
                </a:path>
              </a:pathLst>
            </a:custGeom>
            <a:solidFill>
              <a:srgbClr val="FCBD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 name="Google Shape;374;p21">
              <a:extLst>
                <a:ext uri="{FF2B5EF4-FFF2-40B4-BE49-F238E27FC236}">
                  <a16:creationId xmlns:a16="http://schemas.microsoft.com/office/drawing/2014/main" id="{03787A6A-6170-D622-D547-2A3823D871F8}"/>
                </a:ext>
              </a:extLst>
            </p:cNvPr>
            <p:cNvSpPr/>
            <p:nvPr/>
          </p:nvSpPr>
          <p:spPr>
            <a:xfrm>
              <a:off x="5523046" y="2731888"/>
              <a:ext cx="1188" cy="951"/>
            </a:xfrm>
            <a:custGeom>
              <a:avLst/>
              <a:gdLst/>
              <a:ahLst/>
              <a:cxnLst/>
              <a:rect l="l" t="t" r="r" b="b"/>
              <a:pathLst>
                <a:path w="60" h="48" extrusionOk="0">
                  <a:moveTo>
                    <a:pt x="36" y="0"/>
                  </a:moveTo>
                  <a:cubicBezTo>
                    <a:pt x="24" y="0"/>
                    <a:pt x="12" y="12"/>
                    <a:pt x="0" y="12"/>
                  </a:cubicBezTo>
                  <a:cubicBezTo>
                    <a:pt x="12" y="24"/>
                    <a:pt x="24" y="36"/>
                    <a:pt x="24" y="48"/>
                  </a:cubicBezTo>
                  <a:cubicBezTo>
                    <a:pt x="36" y="36"/>
                    <a:pt x="48" y="36"/>
                    <a:pt x="60" y="24"/>
                  </a:cubicBezTo>
                  <a:cubicBezTo>
                    <a:pt x="48" y="12"/>
                    <a:pt x="48" y="0"/>
                    <a:pt x="36" y="0"/>
                  </a:cubicBezTo>
                  <a:close/>
                </a:path>
              </a:pathLst>
            </a:custGeom>
            <a:solidFill>
              <a:srgbClr val="FCBD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20" name="Google Shape;358;p21">
            <a:extLst>
              <a:ext uri="{FF2B5EF4-FFF2-40B4-BE49-F238E27FC236}">
                <a16:creationId xmlns:a16="http://schemas.microsoft.com/office/drawing/2014/main" id="{E3811AC0-331C-B63B-93A4-492410E6425C}"/>
              </a:ext>
            </a:extLst>
          </p:cNvPr>
          <p:cNvGrpSpPr/>
          <p:nvPr/>
        </p:nvGrpSpPr>
        <p:grpSpPr>
          <a:xfrm>
            <a:off x="7201292" y="1376066"/>
            <a:ext cx="2597220" cy="1956549"/>
            <a:chOff x="6638831" y="2703268"/>
            <a:chExt cx="1481316" cy="1913368"/>
          </a:xfrm>
        </p:grpSpPr>
        <p:sp>
          <p:nvSpPr>
            <p:cNvPr id="21" name="Google Shape;362;p21">
              <a:extLst>
                <a:ext uri="{FF2B5EF4-FFF2-40B4-BE49-F238E27FC236}">
                  <a16:creationId xmlns:a16="http://schemas.microsoft.com/office/drawing/2014/main" id="{02816FB4-9230-55A9-FE49-DA00ADF2AA8D}"/>
                </a:ext>
              </a:extLst>
            </p:cNvPr>
            <p:cNvSpPr/>
            <p:nvPr/>
          </p:nvSpPr>
          <p:spPr>
            <a:xfrm>
              <a:off x="7386449" y="2703268"/>
              <a:ext cx="11824" cy="11784"/>
            </a:xfrm>
            <a:custGeom>
              <a:avLst/>
              <a:gdLst/>
              <a:ahLst/>
              <a:cxnLst/>
              <a:rect l="l" t="t" r="r" b="b"/>
              <a:pathLst>
                <a:path w="597" h="595" extrusionOk="0">
                  <a:moveTo>
                    <a:pt x="322" y="0"/>
                  </a:moveTo>
                  <a:cubicBezTo>
                    <a:pt x="239" y="0"/>
                    <a:pt x="196" y="74"/>
                    <a:pt x="144" y="147"/>
                  </a:cubicBezTo>
                  <a:cubicBezTo>
                    <a:pt x="1" y="350"/>
                    <a:pt x="239" y="409"/>
                    <a:pt x="275" y="552"/>
                  </a:cubicBezTo>
                  <a:cubicBezTo>
                    <a:pt x="275" y="584"/>
                    <a:pt x="306" y="595"/>
                    <a:pt x="345" y="595"/>
                  </a:cubicBezTo>
                  <a:cubicBezTo>
                    <a:pt x="365" y="595"/>
                    <a:pt x="386" y="592"/>
                    <a:pt x="406" y="588"/>
                  </a:cubicBezTo>
                  <a:cubicBezTo>
                    <a:pt x="465" y="588"/>
                    <a:pt x="477" y="540"/>
                    <a:pt x="489" y="493"/>
                  </a:cubicBezTo>
                  <a:cubicBezTo>
                    <a:pt x="501" y="397"/>
                    <a:pt x="489" y="314"/>
                    <a:pt x="525" y="219"/>
                  </a:cubicBezTo>
                  <a:cubicBezTo>
                    <a:pt x="596" y="40"/>
                    <a:pt x="560" y="5"/>
                    <a:pt x="358" y="5"/>
                  </a:cubicBezTo>
                  <a:cubicBezTo>
                    <a:pt x="345" y="2"/>
                    <a:pt x="334" y="0"/>
                    <a:pt x="322" y="0"/>
                  </a:cubicBezTo>
                  <a:close/>
                </a:path>
              </a:pathLst>
            </a:custGeom>
            <a:solidFill>
              <a:srgbClr val="69E7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 name="Google Shape;364;p21">
              <a:extLst>
                <a:ext uri="{FF2B5EF4-FFF2-40B4-BE49-F238E27FC236}">
                  <a16:creationId xmlns:a16="http://schemas.microsoft.com/office/drawing/2014/main" id="{C6110388-DA2A-68A1-DDEB-D9E32F017643}"/>
                </a:ext>
              </a:extLst>
            </p:cNvPr>
            <p:cNvSpPr/>
            <p:nvPr/>
          </p:nvSpPr>
          <p:spPr>
            <a:xfrm>
              <a:off x="6638831" y="3167552"/>
              <a:ext cx="1481316" cy="1449084"/>
            </a:xfrm>
            <a:custGeom>
              <a:avLst/>
              <a:gdLst/>
              <a:ahLst/>
              <a:cxnLst/>
              <a:rect l="l" t="t" r="r" b="b"/>
              <a:pathLst>
                <a:path w="57723" h="56467" extrusionOk="0">
                  <a:moveTo>
                    <a:pt x="31631" y="993"/>
                  </a:moveTo>
                  <a:cubicBezTo>
                    <a:pt x="32098" y="993"/>
                    <a:pt x="32560" y="1044"/>
                    <a:pt x="33017" y="1175"/>
                  </a:cubicBezTo>
                  <a:cubicBezTo>
                    <a:pt x="33037" y="1181"/>
                    <a:pt x="33057" y="1183"/>
                    <a:pt x="33076" y="1183"/>
                  </a:cubicBezTo>
                  <a:cubicBezTo>
                    <a:pt x="33167" y="1183"/>
                    <a:pt x="33234" y="1127"/>
                    <a:pt x="33299" y="1127"/>
                  </a:cubicBezTo>
                  <a:cubicBezTo>
                    <a:pt x="33304" y="1127"/>
                    <a:pt x="33309" y="1127"/>
                    <a:pt x="33314" y="1128"/>
                  </a:cubicBezTo>
                  <a:cubicBezTo>
                    <a:pt x="33850" y="1163"/>
                    <a:pt x="34398" y="1151"/>
                    <a:pt x="34934" y="1247"/>
                  </a:cubicBezTo>
                  <a:cubicBezTo>
                    <a:pt x="35029" y="1265"/>
                    <a:pt x="35139" y="1273"/>
                    <a:pt x="35246" y="1273"/>
                  </a:cubicBezTo>
                  <a:cubicBezTo>
                    <a:pt x="35353" y="1273"/>
                    <a:pt x="35457" y="1265"/>
                    <a:pt x="35541" y="1247"/>
                  </a:cubicBezTo>
                  <a:cubicBezTo>
                    <a:pt x="35662" y="1220"/>
                    <a:pt x="35783" y="1210"/>
                    <a:pt x="35901" y="1210"/>
                  </a:cubicBezTo>
                  <a:cubicBezTo>
                    <a:pt x="36155" y="1210"/>
                    <a:pt x="36401" y="1254"/>
                    <a:pt x="36636" y="1270"/>
                  </a:cubicBezTo>
                  <a:cubicBezTo>
                    <a:pt x="37231" y="1330"/>
                    <a:pt x="49745" y="1247"/>
                    <a:pt x="50340" y="1413"/>
                  </a:cubicBezTo>
                  <a:cubicBezTo>
                    <a:pt x="50506" y="1462"/>
                    <a:pt x="50720" y="1503"/>
                    <a:pt x="50923" y="1503"/>
                  </a:cubicBezTo>
                  <a:cubicBezTo>
                    <a:pt x="50968" y="1503"/>
                    <a:pt x="51012" y="1501"/>
                    <a:pt x="51055" y="1497"/>
                  </a:cubicBezTo>
                  <a:cubicBezTo>
                    <a:pt x="51171" y="1479"/>
                    <a:pt x="51287" y="1471"/>
                    <a:pt x="51403" y="1471"/>
                  </a:cubicBezTo>
                  <a:cubicBezTo>
                    <a:pt x="51831" y="1471"/>
                    <a:pt x="52255" y="1574"/>
                    <a:pt x="52686" y="1640"/>
                  </a:cubicBezTo>
                  <a:cubicBezTo>
                    <a:pt x="53150" y="1711"/>
                    <a:pt x="53626" y="1735"/>
                    <a:pt x="54079" y="1973"/>
                  </a:cubicBezTo>
                  <a:cubicBezTo>
                    <a:pt x="54829" y="2366"/>
                    <a:pt x="55281" y="2997"/>
                    <a:pt x="55567" y="3759"/>
                  </a:cubicBezTo>
                  <a:cubicBezTo>
                    <a:pt x="55710" y="4140"/>
                    <a:pt x="55758" y="4557"/>
                    <a:pt x="55853" y="4961"/>
                  </a:cubicBezTo>
                  <a:cubicBezTo>
                    <a:pt x="55960" y="5438"/>
                    <a:pt x="55948" y="5938"/>
                    <a:pt x="56008" y="6438"/>
                  </a:cubicBezTo>
                  <a:cubicBezTo>
                    <a:pt x="56091" y="7033"/>
                    <a:pt x="56055" y="7628"/>
                    <a:pt x="56127" y="8224"/>
                  </a:cubicBezTo>
                  <a:cubicBezTo>
                    <a:pt x="56174" y="8664"/>
                    <a:pt x="56127" y="9117"/>
                    <a:pt x="56174" y="9569"/>
                  </a:cubicBezTo>
                  <a:cubicBezTo>
                    <a:pt x="56186" y="9688"/>
                    <a:pt x="56043" y="9795"/>
                    <a:pt x="55912" y="9795"/>
                  </a:cubicBezTo>
                  <a:cubicBezTo>
                    <a:pt x="55781" y="9795"/>
                    <a:pt x="55648" y="9788"/>
                    <a:pt x="55518" y="9788"/>
                  </a:cubicBezTo>
                  <a:cubicBezTo>
                    <a:pt x="55245" y="9788"/>
                    <a:pt x="54979" y="9820"/>
                    <a:pt x="54746" y="10022"/>
                  </a:cubicBezTo>
                  <a:cubicBezTo>
                    <a:pt x="54738" y="10029"/>
                    <a:pt x="54720" y="10032"/>
                    <a:pt x="54701" y="10032"/>
                  </a:cubicBezTo>
                  <a:cubicBezTo>
                    <a:pt x="54662" y="10032"/>
                    <a:pt x="54615" y="10022"/>
                    <a:pt x="54615" y="10022"/>
                  </a:cubicBezTo>
                  <a:cubicBezTo>
                    <a:pt x="54615" y="9830"/>
                    <a:pt x="54558" y="9776"/>
                    <a:pt x="54483" y="9776"/>
                  </a:cubicBezTo>
                  <a:cubicBezTo>
                    <a:pt x="54385" y="9776"/>
                    <a:pt x="54255" y="9867"/>
                    <a:pt x="54174" y="9867"/>
                  </a:cubicBezTo>
                  <a:cubicBezTo>
                    <a:pt x="54095" y="9865"/>
                    <a:pt x="54016" y="9865"/>
                    <a:pt x="53937" y="9865"/>
                  </a:cubicBezTo>
                  <a:cubicBezTo>
                    <a:pt x="53528" y="9865"/>
                    <a:pt x="53115" y="9880"/>
                    <a:pt x="52704" y="9880"/>
                  </a:cubicBezTo>
                  <a:cubicBezTo>
                    <a:pt x="52511" y="9880"/>
                    <a:pt x="52318" y="9877"/>
                    <a:pt x="52126" y="9867"/>
                  </a:cubicBezTo>
                  <a:cubicBezTo>
                    <a:pt x="52032" y="9860"/>
                    <a:pt x="51939" y="9858"/>
                    <a:pt x="51845" y="9858"/>
                  </a:cubicBezTo>
                  <a:cubicBezTo>
                    <a:pt x="51451" y="9858"/>
                    <a:pt x="51057" y="9904"/>
                    <a:pt x="50670" y="9904"/>
                  </a:cubicBezTo>
                  <a:cubicBezTo>
                    <a:pt x="50636" y="9904"/>
                    <a:pt x="50601" y="9903"/>
                    <a:pt x="50566" y="9902"/>
                  </a:cubicBezTo>
                  <a:cubicBezTo>
                    <a:pt x="50374" y="9897"/>
                    <a:pt x="50167" y="9883"/>
                    <a:pt x="49964" y="9883"/>
                  </a:cubicBezTo>
                  <a:cubicBezTo>
                    <a:pt x="49741" y="9883"/>
                    <a:pt x="49521" y="9900"/>
                    <a:pt x="49328" y="9962"/>
                  </a:cubicBezTo>
                  <a:cubicBezTo>
                    <a:pt x="49197" y="10007"/>
                    <a:pt x="47896" y="10021"/>
                    <a:pt x="46162" y="10021"/>
                  </a:cubicBezTo>
                  <a:cubicBezTo>
                    <a:pt x="43112" y="10021"/>
                    <a:pt x="38722" y="9977"/>
                    <a:pt x="37001" y="9977"/>
                  </a:cubicBezTo>
                  <a:cubicBezTo>
                    <a:pt x="36589" y="9977"/>
                    <a:pt x="36329" y="9979"/>
                    <a:pt x="36279" y="9986"/>
                  </a:cubicBezTo>
                  <a:cubicBezTo>
                    <a:pt x="35791" y="10033"/>
                    <a:pt x="35303" y="10057"/>
                    <a:pt x="34814" y="10093"/>
                  </a:cubicBezTo>
                  <a:cubicBezTo>
                    <a:pt x="34683" y="10106"/>
                    <a:pt x="34551" y="10110"/>
                    <a:pt x="34420" y="10110"/>
                  </a:cubicBezTo>
                  <a:cubicBezTo>
                    <a:pt x="34207" y="10110"/>
                    <a:pt x="33995" y="10100"/>
                    <a:pt x="33785" y="10100"/>
                  </a:cubicBezTo>
                  <a:cubicBezTo>
                    <a:pt x="33655" y="10100"/>
                    <a:pt x="33526" y="10104"/>
                    <a:pt x="33398" y="10117"/>
                  </a:cubicBezTo>
                  <a:cubicBezTo>
                    <a:pt x="33255" y="10128"/>
                    <a:pt x="33113" y="10133"/>
                    <a:pt x="32971" y="10133"/>
                  </a:cubicBezTo>
                  <a:cubicBezTo>
                    <a:pt x="32552" y="10133"/>
                    <a:pt x="32133" y="10095"/>
                    <a:pt x="31717" y="10095"/>
                  </a:cubicBezTo>
                  <a:cubicBezTo>
                    <a:pt x="31554" y="10095"/>
                    <a:pt x="31392" y="10101"/>
                    <a:pt x="31231" y="10117"/>
                  </a:cubicBezTo>
                  <a:cubicBezTo>
                    <a:pt x="31185" y="10122"/>
                    <a:pt x="31139" y="10124"/>
                    <a:pt x="31093" y="10124"/>
                  </a:cubicBezTo>
                  <a:cubicBezTo>
                    <a:pt x="30949" y="10124"/>
                    <a:pt x="30808" y="10103"/>
                    <a:pt x="30670" y="10103"/>
                  </a:cubicBezTo>
                  <a:cubicBezTo>
                    <a:pt x="30569" y="10103"/>
                    <a:pt x="30471" y="10114"/>
                    <a:pt x="30373" y="10152"/>
                  </a:cubicBezTo>
                  <a:cubicBezTo>
                    <a:pt x="30245" y="10201"/>
                    <a:pt x="30118" y="10217"/>
                    <a:pt x="29990" y="10217"/>
                  </a:cubicBezTo>
                  <a:cubicBezTo>
                    <a:pt x="29731" y="10217"/>
                    <a:pt x="29472" y="10150"/>
                    <a:pt x="29208" y="10150"/>
                  </a:cubicBezTo>
                  <a:cubicBezTo>
                    <a:pt x="29121" y="10150"/>
                    <a:pt x="29033" y="10157"/>
                    <a:pt x="28945" y="10176"/>
                  </a:cubicBezTo>
                  <a:cubicBezTo>
                    <a:pt x="28848" y="10198"/>
                    <a:pt x="28741" y="10205"/>
                    <a:pt x="28628" y="10205"/>
                  </a:cubicBezTo>
                  <a:cubicBezTo>
                    <a:pt x="28364" y="10205"/>
                    <a:pt x="28068" y="10164"/>
                    <a:pt x="27802" y="10164"/>
                  </a:cubicBezTo>
                  <a:cubicBezTo>
                    <a:pt x="27516" y="10164"/>
                    <a:pt x="27224" y="10129"/>
                    <a:pt x="26948" y="10129"/>
                  </a:cubicBezTo>
                  <a:cubicBezTo>
                    <a:pt x="26832" y="10129"/>
                    <a:pt x="26720" y="10135"/>
                    <a:pt x="26611" y="10152"/>
                  </a:cubicBezTo>
                  <a:cubicBezTo>
                    <a:pt x="26369" y="10185"/>
                    <a:pt x="26134" y="10204"/>
                    <a:pt x="25900" y="10204"/>
                  </a:cubicBezTo>
                  <a:cubicBezTo>
                    <a:pt x="25709" y="10204"/>
                    <a:pt x="25518" y="10191"/>
                    <a:pt x="25325" y="10164"/>
                  </a:cubicBezTo>
                  <a:cubicBezTo>
                    <a:pt x="25313" y="10163"/>
                    <a:pt x="25302" y="10163"/>
                    <a:pt x="25290" y="10163"/>
                  </a:cubicBezTo>
                  <a:cubicBezTo>
                    <a:pt x="25113" y="10163"/>
                    <a:pt x="25007" y="10306"/>
                    <a:pt x="24812" y="10306"/>
                  </a:cubicBezTo>
                  <a:cubicBezTo>
                    <a:pt x="24783" y="10306"/>
                    <a:pt x="24752" y="10303"/>
                    <a:pt x="24718" y="10295"/>
                  </a:cubicBezTo>
                  <a:cubicBezTo>
                    <a:pt x="24574" y="10258"/>
                    <a:pt x="24423" y="10245"/>
                    <a:pt x="24270" y="10245"/>
                  </a:cubicBezTo>
                  <a:cubicBezTo>
                    <a:pt x="24030" y="10245"/>
                    <a:pt x="23784" y="10278"/>
                    <a:pt x="23551" y="10307"/>
                  </a:cubicBezTo>
                  <a:cubicBezTo>
                    <a:pt x="23536" y="10309"/>
                    <a:pt x="23521" y="10309"/>
                    <a:pt x="23505" y="10309"/>
                  </a:cubicBezTo>
                  <a:cubicBezTo>
                    <a:pt x="23399" y="10309"/>
                    <a:pt x="23281" y="10279"/>
                    <a:pt x="23174" y="10279"/>
                  </a:cubicBezTo>
                  <a:cubicBezTo>
                    <a:pt x="23046" y="10279"/>
                    <a:pt x="22933" y="10322"/>
                    <a:pt x="22872" y="10510"/>
                  </a:cubicBezTo>
                  <a:cubicBezTo>
                    <a:pt x="22864" y="10527"/>
                    <a:pt x="22842" y="10538"/>
                    <a:pt x="22827" y="10538"/>
                  </a:cubicBezTo>
                  <a:cubicBezTo>
                    <a:pt x="22821" y="10538"/>
                    <a:pt x="22816" y="10537"/>
                    <a:pt x="22813" y="10533"/>
                  </a:cubicBezTo>
                  <a:cubicBezTo>
                    <a:pt x="22627" y="10492"/>
                    <a:pt x="20918" y="10479"/>
                    <a:pt x="18876" y="10479"/>
                  </a:cubicBezTo>
                  <a:cubicBezTo>
                    <a:pt x="15698" y="10479"/>
                    <a:pt x="11714" y="10510"/>
                    <a:pt x="11395" y="10510"/>
                  </a:cubicBezTo>
                  <a:cubicBezTo>
                    <a:pt x="11157" y="10510"/>
                    <a:pt x="10978" y="10522"/>
                    <a:pt x="10800" y="10653"/>
                  </a:cubicBezTo>
                  <a:cubicBezTo>
                    <a:pt x="10783" y="10661"/>
                    <a:pt x="10766" y="10669"/>
                    <a:pt x="10749" y="10669"/>
                  </a:cubicBezTo>
                  <a:cubicBezTo>
                    <a:pt x="10742" y="10669"/>
                    <a:pt x="10735" y="10668"/>
                    <a:pt x="10728" y="10664"/>
                  </a:cubicBezTo>
                  <a:cubicBezTo>
                    <a:pt x="10427" y="10587"/>
                    <a:pt x="9960" y="10555"/>
                    <a:pt x="9542" y="10555"/>
                  </a:cubicBezTo>
                  <a:cubicBezTo>
                    <a:pt x="9316" y="10555"/>
                    <a:pt x="9105" y="10564"/>
                    <a:pt x="8942" y="10581"/>
                  </a:cubicBezTo>
                  <a:cubicBezTo>
                    <a:pt x="8466" y="10641"/>
                    <a:pt x="7966" y="10569"/>
                    <a:pt x="7525" y="10688"/>
                  </a:cubicBezTo>
                  <a:cubicBezTo>
                    <a:pt x="7306" y="10747"/>
                    <a:pt x="7086" y="10771"/>
                    <a:pt x="6880" y="10771"/>
                  </a:cubicBezTo>
                  <a:cubicBezTo>
                    <a:pt x="6795" y="10771"/>
                    <a:pt x="6712" y="10767"/>
                    <a:pt x="6632" y="10760"/>
                  </a:cubicBezTo>
                  <a:cubicBezTo>
                    <a:pt x="6517" y="10751"/>
                    <a:pt x="6401" y="10748"/>
                    <a:pt x="6285" y="10748"/>
                  </a:cubicBezTo>
                  <a:cubicBezTo>
                    <a:pt x="5897" y="10748"/>
                    <a:pt x="5505" y="10784"/>
                    <a:pt x="5120" y="10784"/>
                  </a:cubicBezTo>
                  <a:cubicBezTo>
                    <a:pt x="5103" y="10784"/>
                    <a:pt x="5086" y="10784"/>
                    <a:pt x="5070" y="10784"/>
                  </a:cubicBezTo>
                  <a:cubicBezTo>
                    <a:pt x="4707" y="10784"/>
                    <a:pt x="4338" y="10687"/>
                    <a:pt x="3986" y="10687"/>
                  </a:cubicBezTo>
                  <a:cubicBezTo>
                    <a:pt x="3915" y="10687"/>
                    <a:pt x="3844" y="10691"/>
                    <a:pt x="3775" y="10700"/>
                  </a:cubicBezTo>
                  <a:cubicBezTo>
                    <a:pt x="3593" y="10722"/>
                    <a:pt x="3414" y="10726"/>
                    <a:pt x="3235" y="10726"/>
                  </a:cubicBezTo>
                  <a:cubicBezTo>
                    <a:pt x="3132" y="10726"/>
                    <a:pt x="3030" y="10725"/>
                    <a:pt x="2928" y="10725"/>
                  </a:cubicBezTo>
                  <a:cubicBezTo>
                    <a:pt x="2730" y="10725"/>
                    <a:pt x="2532" y="10730"/>
                    <a:pt x="2334" y="10760"/>
                  </a:cubicBezTo>
                  <a:cubicBezTo>
                    <a:pt x="2310" y="10760"/>
                    <a:pt x="2275" y="10760"/>
                    <a:pt x="2251" y="10772"/>
                  </a:cubicBezTo>
                  <a:cubicBezTo>
                    <a:pt x="2200" y="10834"/>
                    <a:pt x="2141" y="10848"/>
                    <a:pt x="2079" y="10848"/>
                  </a:cubicBezTo>
                  <a:cubicBezTo>
                    <a:pt x="2029" y="10848"/>
                    <a:pt x="1977" y="10838"/>
                    <a:pt x="1926" y="10838"/>
                  </a:cubicBezTo>
                  <a:cubicBezTo>
                    <a:pt x="1907" y="10838"/>
                    <a:pt x="1888" y="10840"/>
                    <a:pt x="1870" y="10843"/>
                  </a:cubicBezTo>
                  <a:cubicBezTo>
                    <a:pt x="1789" y="10858"/>
                    <a:pt x="1717" y="10864"/>
                    <a:pt x="1655" y="10864"/>
                  </a:cubicBezTo>
                  <a:cubicBezTo>
                    <a:pt x="1356" y="10864"/>
                    <a:pt x="1257" y="10708"/>
                    <a:pt x="1346" y="10462"/>
                  </a:cubicBezTo>
                  <a:cubicBezTo>
                    <a:pt x="1394" y="9319"/>
                    <a:pt x="1417" y="8331"/>
                    <a:pt x="1536" y="7355"/>
                  </a:cubicBezTo>
                  <a:cubicBezTo>
                    <a:pt x="1584" y="6926"/>
                    <a:pt x="1584" y="6485"/>
                    <a:pt x="1656" y="6057"/>
                  </a:cubicBezTo>
                  <a:cubicBezTo>
                    <a:pt x="1798" y="5176"/>
                    <a:pt x="1870" y="4259"/>
                    <a:pt x="2334" y="3509"/>
                  </a:cubicBezTo>
                  <a:cubicBezTo>
                    <a:pt x="2560" y="3140"/>
                    <a:pt x="2834" y="2723"/>
                    <a:pt x="3311" y="2449"/>
                  </a:cubicBezTo>
                  <a:cubicBezTo>
                    <a:pt x="3692" y="2235"/>
                    <a:pt x="4239" y="2294"/>
                    <a:pt x="4477" y="1830"/>
                  </a:cubicBezTo>
                  <a:cubicBezTo>
                    <a:pt x="4477" y="1818"/>
                    <a:pt x="4501" y="1806"/>
                    <a:pt x="4501" y="1806"/>
                  </a:cubicBezTo>
                  <a:cubicBezTo>
                    <a:pt x="4572" y="1871"/>
                    <a:pt x="4635" y="1896"/>
                    <a:pt x="4694" y="1896"/>
                  </a:cubicBezTo>
                  <a:cubicBezTo>
                    <a:pt x="4870" y="1896"/>
                    <a:pt x="5004" y="1672"/>
                    <a:pt x="5192" y="1663"/>
                  </a:cubicBezTo>
                  <a:cubicBezTo>
                    <a:pt x="5416" y="1653"/>
                    <a:pt x="5711" y="1520"/>
                    <a:pt x="5888" y="1520"/>
                  </a:cubicBezTo>
                  <a:cubicBezTo>
                    <a:pt x="5917" y="1520"/>
                    <a:pt x="5944" y="1524"/>
                    <a:pt x="5966" y="1532"/>
                  </a:cubicBezTo>
                  <a:cubicBezTo>
                    <a:pt x="6068" y="1569"/>
                    <a:pt x="6167" y="1583"/>
                    <a:pt x="6264" y="1583"/>
                  </a:cubicBezTo>
                  <a:cubicBezTo>
                    <a:pt x="6617" y="1583"/>
                    <a:pt x="6946" y="1395"/>
                    <a:pt x="7305" y="1395"/>
                  </a:cubicBezTo>
                  <a:cubicBezTo>
                    <a:pt x="7365" y="1395"/>
                    <a:pt x="7427" y="1401"/>
                    <a:pt x="7490" y="1413"/>
                  </a:cubicBezTo>
                  <a:cubicBezTo>
                    <a:pt x="7523" y="1419"/>
                    <a:pt x="7558" y="1421"/>
                    <a:pt x="7595" y="1421"/>
                  </a:cubicBezTo>
                  <a:cubicBezTo>
                    <a:pt x="7876" y="1421"/>
                    <a:pt x="8259" y="1277"/>
                    <a:pt x="8585" y="1235"/>
                  </a:cubicBezTo>
                  <a:cubicBezTo>
                    <a:pt x="8775" y="1207"/>
                    <a:pt x="8981" y="1162"/>
                    <a:pt x="9190" y="1162"/>
                  </a:cubicBezTo>
                  <a:cubicBezTo>
                    <a:pt x="9334" y="1162"/>
                    <a:pt x="9480" y="1183"/>
                    <a:pt x="9621" y="1247"/>
                  </a:cubicBezTo>
                  <a:cubicBezTo>
                    <a:pt x="9651" y="1262"/>
                    <a:pt x="9680" y="1268"/>
                    <a:pt x="9707" y="1268"/>
                  </a:cubicBezTo>
                  <a:cubicBezTo>
                    <a:pt x="9810" y="1268"/>
                    <a:pt x="9896" y="1185"/>
                    <a:pt x="9990" y="1175"/>
                  </a:cubicBezTo>
                  <a:cubicBezTo>
                    <a:pt x="10037" y="1171"/>
                    <a:pt x="10085" y="1170"/>
                    <a:pt x="10132" y="1170"/>
                  </a:cubicBezTo>
                  <a:cubicBezTo>
                    <a:pt x="10340" y="1170"/>
                    <a:pt x="10550" y="1199"/>
                    <a:pt x="10760" y="1199"/>
                  </a:cubicBezTo>
                  <a:cubicBezTo>
                    <a:pt x="10961" y="1199"/>
                    <a:pt x="11161" y="1172"/>
                    <a:pt x="11359" y="1068"/>
                  </a:cubicBezTo>
                  <a:cubicBezTo>
                    <a:pt x="11415" y="1037"/>
                    <a:pt x="12375" y="1025"/>
                    <a:pt x="13707" y="1025"/>
                  </a:cubicBezTo>
                  <a:cubicBezTo>
                    <a:pt x="16914" y="1025"/>
                    <a:pt x="22282" y="1094"/>
                    <a:pt x="22408" y="1128"/>
                  </a:cubicBezTo>
                  <a:cubicBezTo>
                    <a:pt x="22474" y="1146"/>
                    <a:pt x="22538" y="1153"/>
                    <a:pt x="22600" y="1153"/>
                  </a:cubicBezTo>
                  <a:cubicBezTo>
                    <a:pt x="22816" y="1153"/>
                    <a:pt x="23009" y="1063"/>
                    <a:pt x="23194" y="1044"/>
                  </a:cubicBezTo>
                  <a:cubicBezTo>
                    <a:pt x="23600" y="1013"/>
                    <a:pt x="24003" y="997"/>
                    <a:pt x="24404" y="997"/>
                  </a:cubicBezTo>
                  <a:cubicBezTo>
                    <a:pt x="24909" y="997"/>
                    <a:pt x="25411" y="1022"/>
                    <a:pt x="25909" y="1068"/>
                  </a:cubicBezTo>
                  <a:cubicBezTo>
                    <a:pt x="25960" y="1072"/>
                    <a:pt x="26010" y="1074"/>
                    <a:pt x="26060" y="1074"/>
                  </a:cubicBezTo>
                  <a:cubicBezTo>
                    <a:pt x="26352" y="1074"/>
                    <a:pt x="26625" y="1010"/>
                    <a:pt x="26903" y="1010"/>
                  </a:cubicBezTo>
                  <a:cubicBezTo>
                    <a:pt x="26964" y="1010"/>
                    <a:pt x="27026" y="1013"/>
                    <a:pt x="27087" y="1020"/>
                  </a:cubicBezTo>
                  <a:cubicBezTo>
                    <a:pt x="27448" y="1060"/>
                    <a:pt x="27812" y="1077"/>
                    <a:pt x="28172" y="1077"/>
                  </a:cubicBezTo>
                  <a:cubicBezTo>
                    <a:pt x="28465" y="1077"/>
                    <a:pt x="28756" y="1066"/>
                    <a:pt x="29040" y="1044"/>
                  </a:cubicBezTo>
                  <a:cubicBezTo>
                    <a:pt x="29173" y="1034"/>
                    <a:pt x="29305" y="1030"/>
                    <a:pt x="29437" y="1030"/>
                  </a:cubicBezTo>
                  <a:cubicBezTo>
                    <a:pt x="29763" y="1030"/>
                    <a:pt x="30087" y="1053"/>
                    <a:pt x="30409" y="1053"/>
                  </a:cubicBezTo>
                  <a:cubicBezTo>
                    <a:pt x="30564" y="1053"/>
                    <a:pt x="30719" y="1047"/>
                    <a:pt x="30873" y="1032"/>
                  </a:cubicBezTo>
                  <a:cubicBezTo>
                    <a:pt x="31128" y="1007"/>
                    <a:pt x="31380" y="993"/>
                    <a:pt x="31631" y="993"/>
                  </a:cubicBezTo>
                  <a:close/>
                  <a:moveTo>
                    <a:pt x="55811" y="10810"/>
                  </a:moveTo>
                  <a:cubicBezTo>
                    <a:pt x="55898" y="10810"/>
                    <a:pt x="55984" y="10814"/>
                    <a:pt x="56067" y="10819"/>
                  </a:cubicBezTo>
                  <a:cubicBezTo>
                    <a:pt x="56198" y="10819"/>
                    <a:pt x="56293" y="10867"/>
                    <a:pt x="56281" y="11057"/>
                  </a:cubicBezTo>
                  <a:cubicBezTo>
                    <a:pt x="56258" y="11438"/>
                    <a:pt x="56174" y="11867"/>
                    <a:pt x="56305" y="12212"/>
                  </a:cubicBezTo>
                  <a:cubicBezTo>
                    <a:pt x="56424" y="12546"/>
                    <a:pt x="56341" y="12843"/>
                    <a:pt x="56341" y="13153"/>
                  </a:cubicBezTo>
                  <a:cubicBezTo>
                    <a:pt x="56353" y="13962"/>
                    <a:pt x="56543" y="14760"/>
                    <a:pt x="56496" y="15570"/>
                  </a:cubicBezTo>
                  <a:cubicBezTo>
                    <a:pt x="56472" y="16022"/>
                    <a:pt x="56412" y="16510"/>
                    <a:pt x="56436" y="16939"/>
                  </a:cubicBezTo>
                  <a:cubicBezTo>
                    <a:pt x="56484" y="17832"/>
                    <a:pt x="56460" y="18713"/>
                    <a:pt x="56436" y="19594"/>
                  </a:cubicBezTo>
                  <a:cubicBezTo>
                    <a:pt x="56424" y="20416"/>
                    <a:pt x="56472" y="21225"/>
                    <a:pt x="56436" y="22059"/>
                  </a:cubicBezTo>
                  <a:cubicBezTo>
                    <a:pt x="56400" y="22773"/>
                    <a:pt x="56353" y="23499"/>
                    <a:pt x="56389" y="24214"/>
                  </a:cubicBezTo>
                  <a:cubicBezTo>
                    <a:pt x="56400" y="24726"/>
                    <a:pt x="56484" y="25261"/>
                    <a:pt x="56400" y="25762"/>
                  </a:cubicBezTo>
                  <a:cubicBezTo>
                    <a:pt x="56305" y="26238"/>
                    <a:pt x="56353" y="26726"/>
                    <a:pt x="56281" y="27202"/>
                  </a:cubicBezTo>
                  <a:cubicBezTo>
                    <a:pt x="56234" y="27452"/>
                    <a:pt x="56329" y="27786"/>
                    <a:pt x="56293" y="28048"/>
                  </a:cubicBezTo>
                  <a:cubicBezTo>
                    <a:pt x="56210" y="28810"/>
                    <a:pt x="56198" y="29572"/>
                    <a:pt x="56174" y="30334"/>
                  </a:cubicBezTo>
                  <a:cubicBezTo>
                    <a:pt x="56150" y="30786"/>
                    <a:pt x="56210" y="31286"/>
                    <a:pt x="56222" y="31762"/>
                  </a:cubicBezTo>
                  <a:cubicBezTo>
                    <a:pt x="56234" y="32131"/>
                    <a:pt x="56246" y="32512"/>
                    <a:pt x="56198" y="32893"/>
                  </a:cubicBezTo>
                  <a:cubicBezTo>
                    <a:pt x="56174" y="33048"/>
                    <a:pt x="56365" y="33286"/>
                    <a:pt x="56305" y="33513"/>
                  </a:cubicBezTo>
                  <a:cubicBezTo>
                    <a:pt x="56186" y="33989"/>
                    <a:pt x="56341" y="34465"/>
                    <a:pt x="56305" y="34953"/>
                  </a:cubicBezTo>
                  <a:cubicBezTo>
                    <a:pt x="56270" y="35275"/>
                    <a:pt x="56508" y="35644"/>
                    <a:pt x="56448" y="35989"/>
                  </a:cubicBezTo>
                  <a:cubicBezTo>
                    <a:pt x="56365" y="36501"/>
                    <a:pt x="56508" y="37013"/>
                    <a:pt x="56472" y="37525"/>
                  </a:cubicBezTo>
                  <a:cubicBezTo>
                    <a:pt x="56448" y="37858"/>
                    <a:pt x="56436" y="38204"/>
                    <a:pt x="56496" y="38549"/>
                  </a:cubicBezTo>
                  <a:cubicBezTo>
                    <a:pt x="56543" y="38930"/>
                    <a:pt x="56579" y="39287"/>
                    <a:pt x="56520" y="39680"/>
                  </a:cubicBezTo>
                  <a:cubicBezTo>
                    <a:pt x="56460" y="40049"/>
                    <a:pt x="56567" y="40442"/>
                    <a:pt x="56639" y="40823"/>
                  </a:cubicBezTo>
                  <a:cubicBezTo>
                    <a:pt x="56686" y="41037"/>
                    <a:pt x="56746" y="41204"/>
                    <a:pt x="56615" y="41418"/>
                  </a:cubicBezTo>
                  <a:cubicBezTo>
                    <a:pt x="56520" y="41573"/>
                    <a:pt x="56603" y="41799"/>
                    <a:pt x="56686" y="41918"/>
                  </a:cubicBezTo>
                  <a:cubicBezTo>
                    <a:pt x="56853" y="42192"/>
                    <a:pt x="56853" y="42430"/>
                    <a:pt x="56770" y="42728"/>
                  </a:cubicBezTo>
                  <a:cubicBezTo>
                    <a:pt x="56710" y="42918"/>
                    <a:pt x="56781" y="43157"/>
                    <a:pt x="56817" y="43371"/>
                  </a:cubicBezTo>
                  <a:cubicBezTo>
                    <a:pt x="56960" y="44121"/>
                    <a:pt x="56924" y="44871"/>
                    <a:pt x="56841" y="45609"/>
                  </a:cubicBezTo>
                  <a:cubicBezTo>
                    <a:pt x="56805" y="45895"/>
                    <a:pt x="56865" y="46169"/>
                    <a:pt x="56841" y="46455"/>
                  </a:cubicBezTo>
                  <a:cubicBezTo>
                    <a:pt x="56746" y="47217"/>
                    <a:pt x="56722" y="47990"/>
                    <a:pt x="56615" y="48741"/>
                  </a:cubicBezTo>
                  <a:cubicBezTo>
                    <a:pt x="56543" y="49205"/>
                    <a:pt x="56531" y="49669"/>
                    <a:pt x="56484" y="50122"/>
                  </a:cubicBezTo>
                  <a:cubicBezTo>
                    <a:pt x="56472" y="50300"/>
                    <a:pt x="56353" y="50431"/>
                    <a:pt x="56270" y="50574"/>
                  </a:cubicBezTo>
                  <a:cubicBezTo>
                    <a:pt x="56091" y="50896"/>
                    <a:pt x="56091" y="51300"/>
                    <a:pt x="55793" y="51574"/>
                  </a:cubicBezTo>
                  <a:cubicBezTo>
                    <a:pt x="55734" y="51622"/>
                    <a:pt x="55793" y="51681"/>
                    <a:pt x="55853" y="51729"/>
                  </a:cubicBezTo>
                  <a:cubicBezTo>
                    <a:pt x="55912" y="51753"/>
                    <a:pt x="55900" y="51824"/>
                    <a:pt x="55853" y="51848"/>
                  </a:cubicBezTo>
                  <a:cubicBezTo>
                    <a:pt x="55317" y="52134"/>
                    <a:pt x="55210" y="52812"/>
                    <a:pt x="54793" y="53122"/>
                  </a:cubicBezTo>
                  <a:cubicBezTo>
                    <a:pt x="54281" y="53515"/>
                    <a:pt x="53745" y="53932"/>
                    <a:pt x="53091" y="54075"/>
                  </a:cubicBezTo>
                  <a:cubicBezTo>
                    <a:pt x="52483" y="54217"/>
                    <a:pt x="51900" y="54420"/>
                    <a:pt x="51293" y="54515"/>
                  </a:cubicBezTo>
                  <a:cubicBezTo>
                    <a:pt x="50233" y="54682"/>
                    <a:pt x="37291" y="54979"/>
                    <a:pt x="36196" y="55003"/>
                  </a:cubicBezTo>
                  <a:cubicBezTo>
                    <a:pt x="35707" y="55003"/>
                    <a:pt x="35184" y="55146"/>
                    <a:pt x="34672" y="55194"/>
                  </a:cubicBezTo>
                  <a:cubicBezTo>
                    <a:pt x="33966" y="55252"/>
                    <a:pt x="33272" y="55444"/>
                    <a:pt x="32567" y="55444"/>
                  </a:cubicBezTo>
                  <a:cubicBezTo>
                    <a:pt x="32546" y="55444"/>
                    <a:pt x="32525" y="55444"/>
                    <a:pt x="32505" y="55444"/>
                  </a:cubicBezTo>
                  <a:cubicBezTo>
                    <a:pt x="31659" y="55444"/>
                    <a:pt x="30802" y="55408"/>
                    <a:pt x="29957" y="55396"/>
                  </a:cubicBezTo>
                  <a:cubicBezTo>
                    <a:pt x="29918" y="55395"/>
                    <a:pt x="29879" y="55395"/>
                    <a:pt x="29841" y="55395"/>
                  </a:cubicBezTo>
                  <a:cubicBezTo>
                    <a:pt x="29409" y="55395"/>
                    <a:pt x="28971" y="55441"/>
                    <a:pt x="28538" y="55441"/>
                  </a:cubicBezTo>
                  <a:cubicBezTo>
                    <a:pt x="28435" y="55441"/>
                    <a:pt x="28332" y="55438"/>
                    <a:pt x="28230" y="55432"/>
                  </a:cubicBezTo>
                  <a:cubicBezTo>
                    <a:pt x="28081" y="55422"/>
                    <a:pt x="27933" y="55417"/>
                    <a:pt x="27785" y="55417"/>
                  </a:cubicBezTo>
                  <a:cubicBezTo>
                    <a:pt x="27246" y="55417"/>
                    <a:pt x="26712" y="55473"/>
                    <a:pt x="26171" y="55491"/>
                  </a:cubicBezTo>
                  <a:cubicBezTo>
                    <a:pt x="25756" y="55508"/>
                    <a:pt x="25336" y="55530"/>
                    <a:pt x="24918" y="55530"/>
                  </a:cubicBezTo>
                  <a:cubicBezTo>
                    <a:pt x="24736" y="55530"/>
                    <a:pt x="24554" y="55526"/>
                    <a:pt x="24373" y="55515"/>
                  </a:cubicBezTo>
                  <a:cubicBezTo>
                    <a:pt x="23587" y="55468"/>
                    <a:pt x="12359" y="55539"/>
                    <a:pt x="11573" y="55372"/>
                  </a:cubicBezTo>
                  <a:cubicBezTo>
                    <a:pt x="11050" y="55277"/>
                    <a:pt x="10514" y="55313"/>
                    <a:pt x="9990" y="55229"/>
                  </a:cubicBezTo>
                  <a:cubicBezTo>
                    <a:pt x="8966" y="55039"/>
                    <a:pt x="7930" y="54884"/>
                    <a:pt x="6894" y="54717"/>
                  </a:cubicBezTo>
                  <a:cubicBezTo>
                    <a:pt x="6323" y="54622"/>
                    <a:pt x="5727" y="54539"/>
                    <a:pt x="5156" y="54420"/>
                  </a:cubicBezTo>
                  <a:cubicBezTo>
                    <a:pt x="4799" y="54360"/>
                    <a:pt x="4406" y="54325"/>
                    <a:pt x="4096" y="54063"/>
                  </a:cubicBezTo>
                  <a:cubicBezTo>
                    <a:pt x="4011" y="53996"/>
                    <a:pt x="3925" y="53899"/>
                    <a:pt x="3791" y="53899"/>
                  </a:cubicBezTo>
                  <a:cubicBezTo>
                    <a:pt x="3757" y="53899"/>
                    <a:pt x="3720" y="53905"/>
                    <a:pt x="3680" y="53920"/>
                  </a:cubicBezTo>
                  <a:cubicBezTo>
                    <a:pt x="3647" y="53931"/>
                    <a:pt x="3621" y="53935"/>
                    <a:pt x="3598" y="53935"/>
                  </a:cubicBezTo>
                  <a:cubicBezTo>
                    <a:pt x="3448" y="53935"/>
                    <a:pt x="3502" y="53717"/>
                    <a:pt x="3430" y="53634"/>
                  </a:cubicBezTo>
                  <a:cubicBezTo>
                    <a:pt x="2703" y="52777"/>
                    <a:pt x="2358" y="51777"/>
                    <a:pt x="2263" y="50669"/>
                  </a:cubicBezTo>
                  <a:cubicBezTo>
                    <a:pt x="2239" y="50360"/>
                    <a:pt x="2156" y="50050"/>
                    <a:pt x="2096" y="49741"/>
                  </a:cubicBezTo>
                  <a:cubicBezTo>
                    <a:pt x="1917" y="48895"/>
                    <a:pt x="1965" y="48038"/>
                    <a:pt x="1989" y="47205"/>
                  </a:cubicBezTo>
                  <a:cubicBezTo>
                    <a:pt x="2013" y="45895"/>
                    <a:pt x="1775" y="44621"/>
                    <a:pt x="1715" y="43323"/>
                  </a:cubicBezTo>
                  <a:cubicBezTo>
                    <a:pt x="1644" y="41930"/>
                    <a:pt x="1429" y="40549"/>
                    <a:pt x="1346" y="39156"/>
                  </a:cubicBezTo>
                  <a:cubicBezTo>
                    <a:pt x="1310" y="38442"/>
                    <a:pt x="1239" y="37739"/>
                    <a:pt x="1167" y="37037"/>
                  </a:cubicBezTo>
                  <a:cubicBezTo>
                    <a:pt x="1096" y="36275"/>
                    <a:pt x="1120" y="35513"/>
                    <a:pt x="989" y="34763"/>
                  </a:cubicBezTo>
                  <a:cubicBezTo>
                    <a:pt x="858" y="34024"/>
                    <a:pt x="929" y="33274"/>
                    <a:pt x="882" y="32536"/>
                  </a:cubicBezTo>
                  <a:cubicBezTo>
                    <a:pt x="834" y="31929"/>
                    <a:pt x="882" y="31322"/>
                    <a:pt x="882" y="30715"/>
                  </a:cubicBezTo>
                  <a:cubicBezTo>
                    <a:pt x="882" y="29941"/>
                    <a:pt x="834" y="29179"/>
                    <a:pt x="858" y="28417"/>
                  </a:cubicBezTo>
                  <a:cubicBezTo>
                    <a:pt x="894" y="27202"/>
                    <a:pt x="917" y="25976"/>
                    <a:pt x="941" y="24761"/>
                  </a:cubicBezTo>
                  <a:cubicBezTo>
                    <a:pt x="965" y="24011"/>
                    <a:pt x="1036" y="23273"/>
                    <a:pt x="1025" y="22523"/>
                  </a:cubicBezTo>
                  <a:cubicBezTo>
                    <a:pt x="989" y="21428"/>
                    <a:pt x="1072" y="20332"/>
                    <a:pt x="1203" y="19249"/>
                  </a:cubicBezTo>
                  <a:cubicBezTo>
                    <a:pt x="1275" y="18523"/>
                    <a:pt x="1275" y="17784"/>
                    <a:pt x="1358" y="17046"/>
                  </a:cubicBezTo>
                  <a:cubicBezTo>
                    <a:pt x="1429" y="16475"/>
                    <a:pt x="1394" y="15867"/>
                    <a:pt x="1417" y="15272"/>
                  </a:cubicBezTo>
                  <a:cubicBezTo>
                    <a:pt x="1441" y="14498"/>
                    <a:pt x="1334" y="13736"/>
                    <a:pt x="1429" y="12962"/>
                  </a:cubicBezTo>
                  <a:cubicBezTo>
                    <a:pt x="1465" y="12736"/>
                    <a:pt x="1406" y="12498"/>
                    <a:pt x="1417" y="12260"/>
                  </a:cubicBezTo>
                  <a:cubicBezTo>
                    <a:pt x="1417" y="11922"/>
                    <a:pt x="1637" y="11743"/>
                    <a:pt x="1967" y="11743"/>
                  </a:cubicBezTo>
                  <a:cubicBezTo>
                    <a:pt x="1997" y="11743"/>
                    <a:pt x="2028" y="11745"/>
                    <a:pt x="2060" y="11748"/>
                  </a:cubicBezTo>
                  <a:cubicBezTo>
                    <a:pt x="2354" y="11780"/>
                    <a:pt x="2648" y="11801"/>
                    <a:pt x="2945" y="11801"/>
                  </a:cubicBezTo>
                  <a:cubicBezTo>
                    <a:pt x="3094" y="11801"/>
                    <a:pt x="3243" y="11796"/>
                    <a:pt x="3394" y="11784"/>
                  </a:cubicBezTo>
                  <a:cubicBezTo>
                    <a:pt x="3564" y="11770"/>
                    <a:pt x="3737" y="11758"/>
                    <a:pt x="3911" y="11758"/>
                  </a:cubicBezTo>
                  <a:cubicBezTo>
                    <a:pt x="4189" y="11758"/>
                    <a:pt x="4469" y="11788"/>
                    <a:pt x="4739" y="11891"/>
                  </a:cubicBezTo>
                  <a:cubicBezTo>
                    <a:pt x="4765" y="11899"/>
                    <a:pt x="4796" y="11908"/>
                    <a:pt x="4820" y="11908"/>
                  </a:cubicBezTo>
                  <a:cubicBezTo>
                    <a:pt x="4830" y="11908"/>
                    <a:pt x="4839" y="11906"/>
                    <a:pt x="4846" y="11903"/>
                  </a:cubicBezTo>
                  <a:cubicBezTo>
                    <a:pt x="5011" y="11780"/>
                    <a:pt x="5183" y="11744"/>
                    <a:pt x="5360" y="11744"/>
                  </a:cubicBezTo>
                  <a:cubicBezTo>
                    <a:pt x="5606" y="11744"/>
                    <a:pt x="5861" y="11813"/>
                    <a:pt x="6110" y="11813"/>
                  </a:cubicBezTo>
                  <a:cubicBezTo>
                    <a:pt x="6149" y="11813"/>
                    <a:pt x="6188" y="11811"/>
                    <a:pt x="6228" y="11807"/>
                  </a:cubicBezTo>
                  <a:cubicBezTo>
                    <a:pt x="6518" y="11782"/>
                    <a:pt x="6826" y="11732"/>
                    <a:pt x="7144" y="11732"/>
                  </a:cubicBezTo>
                  <a:cubicBezTo>
                    <a:pt x="7270" y="11732"/>
                    <a:pt x="7397" y="11740"/>
                    <a:pt x="7525" y="11760"/>
                  </a:cubicBezTo>
                  <a:cubicBezTo>
                    <a:pt x="7651" y="11783"/>
                    <a:pt x="7777" y="11793"/>
                    <a:pt x="7903" y="11793"/>
                  </a:cubicBezTo>
                  <a:cubicBezTo>
                    <a:pt x="8424" y="11793"/>
                    <a:pt x="8951" y="11629"/>
                    <a:pt x="9478" y="11581"/>
                  </a:cubicBezTo>
                  <a:cubicBezTo>
                    <a:pt x="10085" y="11522"/>
                    <a:pt x="10716" y="11510"/>
                    <a:pt x="11323" y="11438"/>
                  </a:cubicBezTo>
                  <a:cubicBezTo>
                    <a:pt x="11352" y="11435"/>
                    <a:pt x="11381" y="11434"/>
                    <a:pt x="11409" y="11434"/>
                  </a:cubicBezTo>
                  <a:cubicBezTo>
                    <a:pt x="11577" y="11434"/>
                    <a:pt x="11733" y="11486"/>
                    <a:pt x="11907" y="11486"/>
                  </a:cubicBezTo>
                  <a:cubicBezTo>
                    <a:pt x="12431" y="11462"/>
                    <a:pt x="23373" y="11403"/>
                    <a:pt x="23885" y="11367"/>
                  </a:cubicBezTo>
                  <a:cubicBezTo>
                    <a:pt x="24789" y="11295"/>
                    <a:pt x="25694" y="11343"/>
                    <a:pt x="26611" y="11236"/>
                  </a:cubicBezTo>
                  <a:cubicBezTo>
                    <a:pt x="26806" y="11217"/>
                    <a:pt x="27009" y="11207"/>
                    <a:pt x="27215" y="11207"/>
                  </a:cubicBezTo>
                  <a:cubicBezTo>
                    <a:pt x="27524" y="11207"/>
                    <a:pt x="27840" y="11229"/>
                    <a:pt x="28147" y="11272"/>
                  </a:cubicBezTo>
                  <a:cubicBezTo>
                    <a:pt x="28191" y="11276"/>
                    <a:pt x="28235" y="11278"/>
                    <a:pt x="28279" y="11278"/>
                  </a:cubicBezTo>
                  <a:cubicBezTo>
                    <a:pt x="28525" y="11278"/>
                    <a:pt x="28772" y="11220"/>
                    <a:pt x="29027" y="11220"/>
                  </a:cubicBezTo>
                  <a:cubicBezTo>
                    <a:pt x="29098" y="11220"/>
                    <a:pt x="29170" y="11225"/>
                    <a:pt x="29242" y="11236"/>
                  </a:cubicBezTo>
                  <a:cubicBezTo>
                    <a:pt x="29504" y="11284"/>
                    <a:pt x="29778" y="11304"/>
                    <a:pt x="30053" y="11304"/>
                  </a:cubicBezTo>
                  <a:cubicBezTo>
                    <a:pt x="30329" y="11304"/>
                    <a:pt x="30606" y="11284"/>
                    <a:pt x="30873" y="11248"/>
                  </a:cubicBezTo>
                  <a:cubicBezTo>
                    <a:pt x="31063" y="11226"/>
                    <a:pt x="31253" y="11219"/>
                    <a:pt x="31443" y="11219"/>
                  </a:cubicBezTo>
                  <a:cubicBezTo>
                    <a:pt x="31829" y="11219"/>
                    <a:pt x="32213" y="11249"/>
                    <a:pt x="32594" y="11249"/>
                  </a:cubicBezTo>
                  <a:cubicBezTo>
                    <a:pt x="32635" y="11249"/>
                    <a:pt x="32677" y="11249"/>
                    <a:pt x="32719" y="11248"/>
                  </a:cubicBezTo>
                  <a:cubicBezTo>
                    <a:pt x="32882" y="11244"/>
                    <a:pt x="33044" y="11244"/>
                    <a:pt x="33208" y="11244"/>
                  </a:cubicBezTo>
                  <a:lnTo>
                    <a:pt x="33208" y="11244"/>
                  </a:lnTo>
                  <a:cubicBezTo>
                    <a:pt x="33534" y="11244"/>
                    <a:pt x="33862" y="11244"/>
                    <a:pt x="34195" y="11212"/>
                  </a:cubicBezTo>
                  <a:cubicBezTo>
                    <a:pt x="34313" y="11198"/>
                    <a:pt x="34448" y="11136"/>
                    <a:pt x="34579" y="11136"/>
                  </a:cubicBezTo>
                  <a:cubicBezTo>
                    <a:pt x="34673" y="11136"/>
                    <a:pt x="34766" y="11168"/>
                    <a:pt x="34850" y="11272"/>
                  </a:cubicBezTo>
                  <a:cubicBezTo>
                    <a:pt x="34989" y="11148"/>
                    <a:pt x="35140" y="11115"/>
                    <a:pt x="35295" y="11115"/>
                  </a:cubicBezTo>
                  <a:cubicBezTo>
                    <a:pt x="35476" y="11115"/>
                    <a:pt x="35662" y="11159"/>
                    <a:pt x="35843" y="11159"/>
                  </a:cubicBezTo>
                  <a:cubicBezTo>
                    <a:pt x="35882" y="11159"/>
                    <a:pt x="35920" y="11157"/>
                    <a:pt x="35957" y="11153"/>
                  </a:cubicBezTo>
                  <a:cubicBezTo>
                    <a:pt x="36422" y="11081"/>
                    <a:pt x="48804" y="11045"/>
                    <a:pt x="49269" y="11022"/>
                  </a:cubicBezTo>
                  <a:cubicBezTo>
                    <a:pt x="49876" y="10998"/>
                    <a:pt x="50483" y="10986"/>
                    <a:pt x="51078" y="10938"/>
                  </a:cubicBezTo>
                  <a:cubicBezTo>
                    <a:pt x="51191" y="10932"/>
                    <a:pt x="51304" y="10929"/>
                    <a:pt x="51418" y="10929"/>
                  </a:cubicBezTo>
                  <a:cubicBezTo>
                    <a:pt x="51735" y="10929"/>
                    <a:pt x="52055" y="10949"/>
                    <a:pt x="52373" y="10949"/>
                  </a:cubicBezTo>
                  <a:cubicBezTo>
                    <a:pt x="52541" y="10949"/>
                    <a:pt x="52709" y="10943"/>
                    <a:pt x="52876" y="10926"/>
                  </a:cubicBezTo>
                  <a:cubicBezTo>
                    <a:pt x="53003" y="10914"/>
                    <a:pt x="53130" y="10909"/>
                    <a:pt x="53256" y="10909"/>
                  </a:cubicBezTo>
                  <a:cubicBezTo>
                    <a:pt x="53694" y="10909"/>
                    <a:pt x="54131" y="10966"/>
                    <a:pt x="54568" y="10966"/>
                  </a:cubicBezTo>
                  <a:cubicBezTo>
                    <a:pt x="54861" y="10966"/>
                    <a:pt x="55155" y="10941"/>
                    <a:pt x="55448" y="10855"/>
                  </a:cubicBezTo>
                  <a:cubicBezTo>
                    <a:pt x="55561" y="10820"/>
                    <a:pt x="55686" y="10810"/>
                    <a:pt x="55811" y="10810"/>
                  </a:cubicBezTo>
                  <a:close/>
                  <a:moveTo>
                    <a:pt x="30610" y="0"/>
                  </a:moveTo>
                  <a:cubicBezTo>
                    <a:pt x="30338" y="0"/>
                    <a:pt x="30060" y="22"/>
                    <a:pt x="29790" y="44"/>
                  </a:cubicBezTo>
                  <a:cubicBezTo>
                    <a:pt x="28873" y="116"/>
                    <a:pt x="27956" y="104"/>
                    <a:pt x="27040" y="139"/>
                  </a:cubicBezTo>
                  <a:cubicBezTo>
                    <a:pt x="26820" y="149"/>
                    <a:pt x="26599" y="152"/>
                    <a:pt x="26378" y="152"/>
                  </a:cubicBezTo>
                  <a:cubicBezTo>
                    <a:pt x="25738" y="152"/>
                    <a:pt x="25096" y="121"/>
                    <a:pt x="24468" y="104"/>
                  </a:cubicBezTo>
                  <a:cubicBezTo>
                    <a:pt x="24342" y="101"/>
                    <a:pt x="24216" y="100"/>
                    <a:pt x="24091" y="100"/>
                  </a:cubicBezTo>
                  <a:cubicBezTo>
                    <a:pt x="23589" y="100"/>
                    <a:pt x="23094" y="116"/>
                    <a:pt x="22599" y="116"/>
                  </a:cubicBezTo>
                  <a:cubicBezTo>
                    <a:pt x="21849" y="116"/>
                    <a:pt x="10692" y="235"/>
                    <a:pt x="9942" y="258"/>
                  </a:cubicBezTo>
                  <a:cubicBezTo>
                    <a:pt x="8787" y="294"/>
                    <a:pt x="7621" y="294"/>
                    <a:pt x="6478" y="544"/>
                  </a:cubicBezTo>
                  <a:cubicBezTo>
                    <a:pt x="5561" y="735"/>
                    <a:pt x="4608" y="794"/>
                    <a:pt x="3751" y="1223"/>
                  </a:cubicBezTo>
                  <a:cubicBezTo>
                    <a:pt x="3682" y="1254"/>
                    <a:pt x="3604" y="1289"/>
                    <a:pt x="3524" y="1289"/>
                  </a:cubicBezTo>
                  <a:cubicBezTo>
                    <a:pt x="3452" y="1289"/>
                    <a:pt x="3378" y="1260"/>
                    <a:pt x="3311" y="1175"/>
                  </a:cubicBezTo>
                  <a:cubicBezTo>
                    <a:pt x="3267" y="1110"/>
                    <a:pt x="3216" y="1082"/>
                    <a:pt x="3164" y="1082"/>
                  </a:cubicBezTo>
                  <a:cubicBezTo>
                    <a:pt x="3101" y="1082"/>
                    <a:pt x="3036" y="1122"/>
                    <a:pt x="2977" y="1187"/>
                  </a:cubicBezTo>
                  <a:cubicBezTo>
                    <a:pt x="2572" y="1628"/>
                    <a:pt x="2120" y="2021"/>
                    <a:pt x="1798" y="2521"/>
                  </a:cubicBezTo>
                  <a:cubicBezTo>
                    <a:pt x="1489" y="2997"/>
                    <a:pt x="1286" y="3556"/>
                    <a:pt x="1108" y="4104"/>
                  </a:cubicBezTo>
                  <a:cubicBezTo>
                    <a:pt x="917" y="4676"/>
                    <a:pt x="751" y="5247"/>
                    <a:pt x="727" y="5890"/>
                  </a:cubicBezTo>
                  <a:cubicBezTo>
                    <a:pt x="703" y="6652"/>
                    <a:pt x="667" y="7438"/>
                    <a:pt x="608" y="8212"/>
                  </a:cubicBezTo>
                  <a:cubicBezTo>
                    <a:pt x="572" y="8676"/>
                    <a:pt x="501" y="9152"/>
                    <a:pt x="513" y="9617"/>
                  </a:cubicBezTo>
                  <a:cubicBezTo>
                    <a:pt x="513" y="10045"/>
                    <a:pt x="489" y="10462"/>
                    <a:pt x="513" y="10891"/>
                  </a:cubicBezTo>
                  <a:cubicBezTo>
                    <a:pt x="536" y="11462"/>
                    <a:pt x="560" y="12057"/>
                    <a:pt x="584" y="12641"/>
                  </a:cubicBezTo>
                  <a:cubicBezTo>
                    <a:pt x="608" y="13177"/>
                    <a:pt x="572" y="13736"/>
                    <a:pt x="548" y="14284"/>
                  </a:cubicBezTo>
                  <a:cubicBezTo>
                    <a:pt x="524" y="14832"/>
                    <a:pt x="703" y="15391"/>
                    <a:pt x="477" y="15927"/>
                  </a:cubicBezTo>
                  <a:cubicBezTo>
                    <a:pt x="465" y="15963"/>
                    <a:pt x="501" y="15998"/>
                    <a:pt x="513" y="16034"/>
                  </a:cubicBezTo>
                  <a:cubicBezTo>
                    <a:pt x="632" y="16308"/>
                    <a:pt x="524" y="16582"/>
                    <a:pt x="501" y="16832"/>
                  </a:cubicBezTo>
                  <a:cubicBezTo>
                    <a:pt x="465" y="17308"/>
                    <a:pt x="393" y="17784"/>
                    <a:pt x="405" y="18261"/>
                  </a:cubicBezTo>
                  <a:cubicBezTo>
                    <a:pt x="417" y="18796"/>
                    <a:pt x="298" y="19308"/>
                    <a:pt x="263" y="19832"/>
                  </a:cubicBezTo>
                  <a:cubicBezTo>
                    <a:pt x="251" y="20023"/>
                    <a:pt x="393" y="20201"/>
                    <a:pt x="286" y="20380"/>
                  </a:cubicBezTo>
                  <a:cubicBezTo>
                    <a:pt x="48" y="20737"/>
                    <a:pt x="108" y="21201"/>
                    <a:pt x="143" y="21535"/>
                  </a:cubicBezTo>
                  <a:cubicBezTo>
                    <a:pt x="227" y="22261"/>
                    <a:pt x="84" y="22964"/>
                    <a:pt x="132" y="23678"/>
                  </a:cubicBezTo>
                  <a:cubicBezTo>
                    <a:pt x="191" y="24273"/>
                    <a:pt x="72" y="24869"/>
                    <a:pt x="84" y="25464"/>
                  </a:cubicBezTo>
                  <a:cubicBezTo>
                    <a:pt x="84" y="25988"/>
                    <a:pt x="132" y="26524"/>
                    <a:pt x="72" y="27036"/>
                  </a:cubicBezTo>
                  <a:cubicBezTo>
                    <a:pt x="1" y="27726"/>
                    <a:pt x="48" y="28417"/>
                    <a:pt x="48" y="29107"/>
                  </a:cubicBezTo>
                  <a:cubicBezTo>
                    <a:pt x="60" y="30214"/>
                    <a:pt x="60" y="31334"/>
                    <a:pt x="108" y="32441"/>
                  </a:cubicBezTo>
                  <a:cubicBezTo>
                    <a:pt x="132" y="32905"/>
                    <a:pt x="72" y="33382"/>
                    <a:pt x="120" y="33846"/>
                  </a:cubicBezTo>
                  <a:cubicBezTo>
                    <a:pt x="203" y="34703"/>
                    <a:pt x="251" y="35560"/>
                    <a:pt x="370" y="36406"/>
                  </a:cubicBezTo>
                  <a:cubicBezTo>
                    <a:pt x="405" y="36727"/>
                    <a:pt x="358" y="37013"/>
                    <a:pt x="382" y="37323"/>
                  </a:cubicBezTo>
                  <a:cubicBezTo>
                    <a:pt x="429" y="37799"/>
                    <a:pt x="560" y="38263"/>
                    <a:pt x="560" y="38751"/>
                  </a:cubicBezTo>
                  <a:cubicBezTo>
                    <a:pt x="560" y="39430"/>
                    <a:pt x="655" y="40109"/>
                    <a:pt x="703" y="40799"/>
                  </a:cubicBezTo>
                  <a:cubicBezTo>
                    <a:pt x="751" y="41371"/>
                    <a:pt x="941" y="41954"/>
                    <a:pt x="917" y="42514"/>
                  </a:cubicBezTo>
                  <a:cubicBezTo>
                    <a:pt x="894" y="43085"/>
                    <a:pt x="1025" y="43645"/>
                    <a:pt x="1013" y="44216"/>
                  </a:cubicBezTo>
                  <a:cubicBezTo>
                    <a:pt x="1013" y="44645"/>
                    <a:pt x="1096" y="45109"/>
                    <a:pt x="1144" y="45550"/>
                  </a:cubicBezTo>
                  <a:cubicBezTo>
                    <a:pt x="1275" y="46812"/>
                    <a:pt x="1191" y="48074"/>
                    <a:pt x="1275" y="49622"/>
                  </a:cubicBezTo>
                  <a:cubicBezTo>
                    <a:pt x="1346" y="50003"/>
                    <a:pt x="1489" y="50669"/>
                    <a:pt x="1620" y="51336"/>
                  </a:cubicBezTo>
                  <a:cubicBezTo>
                    <a:pt x="1679" y="51646"/>
                    <a:pt x="1667" y="51979"/>
                    <a:pt x="1787" y="52265"/>
                  </a:cubicBezTo>
                  <a:cubicBezTo>
                    <a:pt x="2013" y="52860"/>
                    <a:pt x="2275" y="53455"/>
                    <a:pt x="2715" y="53955"/>
                  </a:cubicBezTo>
                  <a:cubicBezTo>
                    <a:pt x="3263" y="54575"/>
                    <a:pt x="3953" y="54908"/>
                    <a:pt x="4739" y="55134"/>
                  </a:cubicBezTo>
                  <a:cubicBezTo>
                    <a:pt x="5061" y="55229"/>
                    <a:pt x="5382" y="55325"/>
                    <a:pt x="5727" y="55372"/>
                  </a:cubicBezTo>
                  <a:cubicBezTo>
                    <a:pt x="6047" y="55419"/>
                    <a:pt x="6359" y="55578"/>
                    <a:pt x="6694" y="55578"/>
                  </a:cubicBezTo>
                  <a:cubicBezTo>
                    <a:pt x="6783" y="55578"/>
                    <a:pt x="6873" y="55567"/>
                    <a:pt x="6966" y="55539"/>
                  </a:cubicBezTo>
                  <a:cubicBezTo>
                    <a:pt x="6982" y="55534"/>
                    <a:pt x="6998" y="55533"/>
                    <a:pt x="7016" y="55533"/>
                  </a:cubicBezTo>
                  <a:cubicBezTo>
                    <a:pt x="7089" y="55533"/>
                    <a:pt x="7172" y="55567"/>
                    <a:pt x="7240" y="55587"/>
                  </a:cubicBezTo>
                  <a:cubicBezTo>
                    <a:pt x="7561" y="55670"/>
                    <a:pt x="7883" y="55706"/>
                    <a:pt x="8204" y="55777"/>
                  </a:cubicBezTo>
                  <a:cubicBezTo>
                    <a:pt x="8859" y="55908"/>
                    <a:pt x="9526" y="56087"/>
                    <a:pt x="10204" y="56111"/>
                  </a:cubicBezTo>
                  <a:cubicBezTo>
                    <a:pt x="10603" y="56121"/>
                    <a:pt x="11001" y="56254"/>
                    <a:pt x="11384" y="56254"/>
                  </a:cubicBezTo>
                  <a:cubicBezTo>
                    <a:pt x="11448" y="56254"/>
                    <a:pt x="11511" y="56250"/>
                    <a:pt x="11573" y="56241"/>
                  </a:cubicBezTo>
                  <a:cubicBezTo>
                    <a:pt x="11672" y="56225"/>
                    <a:pt x="12561" y="56219"/>
                    <a:pt x="13803" y="56219"/>
                  </a:cubicBezTo>
                  <a:cubicBezTo>
                    <a:pt x="17070" y="56219"/>
                    <a:pt x="22779" y="56263"/>
                    <a:pt x="23003" y="56289"/>
                  </a:cubicBezTo>
                  <a:cubicBezTo>
                    <a:pt x="23539" y="56337"/>
                    <a:pt x="24099" y="56337"/>
                    <a:pt x="24635" y="56408"/>
                  </a:cubicBezTo>
                  <a:cubicBezTo>
                    <a:pt x="24850" y="56437"/>
                    <a:pt x="25082" y="56466"/>
                    <a:pt x="25318" y="56466"/>
                  </a:cubicBezTo>
                  <a:cubicBezTo>
                    <a:pt x="25566" y="56466"/>
                    <a:pt x="25819" y="56434"/>
                    <a:pt x="26063" y="56337"/>
                  </a:cubicBezTo>
                  <a:cubicBezTo>
                    <a:pt x="26159" y="56301"/>
                    <a:pt x="26275" y="56283"/>
                    <a:pt x="26392" y="56283"/>
                  </a:cubicBezTo>
                  <a:cubicBezTo>
                    <a:pt x="26510" y="56283"/>
                    <a:pt x="26629" y="56301"/>
                    <a:pt x="26730" y="56337"/>
                  </a:cubicBezTo>
                  <a:cubicBezTo>
                    <a:pt x="26816" y="56371"/>
                    <a:pt x="26904" y="56382"/>
                    <a:pt x="26991" y="56382"/>
                  </a:cubicBezTo>
                  <a:cubicBezTo>
                    <a:pt x="27167" y="56382"/>
                    <a:pt x="27342" y="56336"/>
                    <a:pt x="27503" y="56336"/>
                  </a:cubicBezTo>
                  <a:cubicBezTo>
                    <a:pt x="27515" y="56336"/>
                    <a:pt x="27528" y="56336"/>
                    <a:pt x="27540" y="56337"/>
                  </a:cubicBezTo>
                  <a:cubicBezTo>
                    <a:pt x="28082" y="56337"/>
                    <a:pt x="28625" y="56256"/>
                    <a:pt x="29167" y="56256"/>
                  </a:cubicBezTo>
                  <a:cubicBezTo>
                    <a:pt x="29315" y="56256"/>
                    <a:pt x="29463" y="56262"/>
                    <a:pt x="29611" y="56277"/>
                  </a:cubicBezTo>
                  <a:cubicBezTo>
                    <a:pt x="29627" y="56280"/>
                    <a:pt x="29642" y="56281"/>
                    <a:pt x="29657" y="56281"/>
                  </a:cubicBezTo>
                  <a:cubicBezTo>
                    <a:pt x="29810" y="56281"/>
                    <a:pt x="29934" y="56161"/>
                    <a:pt x="30086" y="56161"/>
                  </a:cubicBezTo>
                  <a:cubicBezTo>
                    <a:pt x="30134" y="56161"/>
                    <a:pt x="30186" y="56174"/>
                    <a:pt x="30242" y="56206"/>
                  </a:cubicBezTo>
                  <a:cubicBezTo>
                    <a:pt x="30383" y="56291"/>
                    <a:pt x="30549" y="56320"/>
                    <a:pt x="30715" y="56320"/>
                  </a:cubicBezTo>
                  <a:cubicBezTo>
                    <a:pt x="30873" y="56320"/>
                    <a:pt x="31032" y="56294"/>
                    <a:pt x="31171" y="56265"/>
                  </a:cubicBezTo>
                  <a:cubicBezTo>
                    <a:pt x="31279" y="56244"/>
                    <a:pt x="31386" y="56237"/>
                    <a:pt x="31492" y="56237"/>
                  </a:cubicBezTo>
                  <a:cubicBezTo>
                    <a:pt x="31785" y="56237"/>
                    <a:pt x="32075" y="56295"/>
                    <a:pt x="32369" y="56295"/>
                  </a:cubicBezTo>
                  <a:cubicBezTo>
                    <a:pt x="32453" y="56295"/>
                    <a:pt x="32538" y="56290"/>
                    <a:pt x="32624" y="56277"/>
                  </a:cubicBezTo>
                  <a:cubicBezTo>
                    <a:pt x="32813" y="56254"/>
                    <a:pt x="33039" y="56167"/>
                    <a:pt x="33264" y="56167"/>
                  </a:cubicBezTo>
                  <a:cubicBezTo>
                    <a:pt x="33378" y="56167"/>
                    <a:pt x="33492" y="56189"/>
                    <a:pt x="33600" y="56253"/>
                  </a:cubicBezTo>
                  <a:cubicBezTo>
                    <a:pt x="33633" y="56171"/>
                    <a:pt x="33677" y="56147"/>
                    <a:pt x="33728" y="56147"/>
                  </a:cubicBezTo>
                  <a:cubicBezTo>
                    <a:pt x="33799" y="56147"/>
                    <a:pt x="33881" y="56193"/>
                    <a:pt x="33963" y="56193"/>
                  </a:cubicBezTo>
                  <a:cubicBezTo>
                    <a:pt x="33993" y="56193"/>
                    <a:pt x="34023" y="56187"/>
                    <a:pt x="34052" y="56170"/>
                  </a:cubicBezTo>
                  <a:cubicBezTo>
                    <a:pt x="34386" y="55968"/>
                    <a:pt x="34826" y="56087"/>
                    <a:pt x="35219" y="56015"/>
                  </a:cubicBezTo>
                  <a:cubicBezTo>
                    <a:pt x="35612" y="55956"/>
                    <a:pt x="36053" y="55884"/>
                    <a:pt x="36481" y="55884"/>
                  </a:cubicBezTo>
                  <a:cubicBezTo>
                    <a:pt x="36578" y="55884"/>
                    <a:pt x="43158" y="55839"/>
                    <a:pt x="46677" y="55839"/>
                  </a:cubicBezTo>
                  <a:cubicBezTo>
                    <a:pt x="47933" y="55839"/>
                    <a:pt x="48799" y="55845"/>
                    <a:pt x="48840" y="55860"/>
                  </a:cubicBezTo>
                  <a:cubicBezTo>
                    <a:pt x="48888" y="55881"/>
                    <a:pt x="48933" y="55894"/>
                    <a:pt x="48978" y="55894"/>
                  </a:cubicBezTo>
                  <a:cubicBezTo>
                    <a:pt x="49010" y="55894"/>
                    <a:pt x="49043" y="55887"/>
                    <a:pt x="49078" y="55872"/>
                  </a:cubicBezTo>
                  <a:cubicBezTo>
                    <a:pt x="49316" y="55765"/>
                    <a:pt x="49650" y="55789"/>
                    <a:pt x="49840" y="55682"/>
                  </a:cubicBezTo>
                  <a:cubicBezTo>
                    <a:pt x="49875" y="55660"/>
                    <a:pt x="49904" y="55651"/>
                    <a:pt x="49929" y="55651"/>
                  </a:cubicBezTo>
                  <a:cubicBezTo>
                    <a:pt x="50022" y="55651"/>
                    <a:pt x="50062" y="55771"/>
                    <a:pt x="50132" y="55771"/>
                  </a:cubicBezTo>
                  <a:cubicBezTo>
                    <a:pt x="50154" y="55771"/>
                    <a:pt x="50179" y="55760"/>
                    <a:pt x="50209" y="55730"/>
                  </a:cubicBezTo>
                  <a:cubicBezTo>
                    <a:pt x="50368" y="55571"/>
                    <a:pt x="50564" y="55528"/>
                    <a:pt x="50768" y="55528"/>
                  </a:cubicBezTo>
                  <a:cubicBezTo>
                    <a:pt x="50871" y="55528"/>
                    <a:pt x="50975" y="55539"/>
                    <a:pt x="51078" y="55551"/>
                  </a:cubicBezTo>
                  <a:cubicBezTo>
                    <a:pt x="51092" y="55552"/>
                    <a:pt x="51106" y="55553"/>
                    <a:pt x="51119" y="55553"/>
                  </a:cubicBezTo>
                  <a:cubicBezTo>
                    <a:pt x="51243" y="55553"/>
                    <a:pt x="51385" y="55507"/>
                    <a:pt x="51459" y="55432"/>
                  </a:cubicBezTo>
                  <a:cubicBezTo>
                    <a:pt x="51733" y="55134"/>
                    <a:pt x="52126" y="55241"/>
                    <a:pt x="52448" y="55194"/>
                  </a:cubicBezTo>
                  <a:cubicBezTo>
                    <a:pt x="52757" y="55146"/>
                    <a:pt x="53126" y="55134"/>
                    <a:pt x="53317" y="54956"/>
                  </a:cubicBezTo>
                  <a:cubicBezTo>
                    <a:pt x="53531" y="54753"/>
                    <a:pt x="53805" y="54706"/>
                    <a:pt x="53972" y="54694"/>
                  </a:cubicBezTo>
                  <a:cubicBezTo>
                    <a:pt x="54543" y="54646"/>
                    <a:pt x="54841" y="54182"/>
                    <a:pt x="55281" y="53955"/>
                  </a:cubicBezTo>
                  <a:cubicBezTo>
                    <a:pt x="55555" y="53825"/>
                    <a:pt x="55781" y="53515"/>
                    <a:pt x="55912" y="53170"/>
                  </a:cubicBezTo>
                  <a:cubicBezTo>
                    <a:pt x="55960" y="53027"/>
                    <a:pt x="56186" y="53063"/>
                    <a:pt x="56258" y="52836"/>
                  </a:cubicBezTo>
                  <a:cubicBezTo>
                    <a:pt x="56424" y="52360"/>
                    <a:pt x="56734" y="51943"/>
                    <a:pt x="56936" y="51491"/>
                  </a:cubicBezTo>
                  <a:cubicBezTo>
                    <a:pt x="57103" y="51122"/>
                    <a:pt x="57270" y="50717"/>
                    <a:pt x="57282" y="50336"/>
                  </a:cubicBezTo>
                  <a:cubicBezTo>
                    <a:pt x="57293" y="49955"/>
                    <a:pt x="57353" y="49586"/>
                    <a:pt x="57401" y="49229"/>
                  </a:cubicBezTo>
                  <a:cubicBezTo>
                    <a:pt x="57484" y="48526"/>
                    <a:pt x="57532" y="47836"/>
                    <a:pt x="57603" y="47133"/>
                  </a:cubicBezTo>
                  <a:cubicBezTo>
                    <a:pt x="57663" y="46681"/>
                    <a:pt x="57663" y="46228"/>
                    <a:pt x="57686" y="45764"/>
                  </a:cubicBezTo>
                  <a:cubicBezTo>
                    <a:pt x="57710" y="45181"/>
                    <a:pt x="57722" y="44609"/>
                    <a:pt x="57722" y="44026"/>
                  </a:cubicBezTo>
                  <a:cubicBezTo>
                    <a:pt x="57710" y="42514"/>
                    <a:pt x="57448" y="41025"/>
                    <a:pt x="57389" y="39513"/>
                  </a:cubicBezTo>
                  <a:cubicBezTo>
                    <a:pt x="57353" y="38644"/>
                    <a:pt x="57282" y="37763"/>
                    <a:pt x="57293" y="36894"/>
                  </a:cubicBezTo>
                  <a:cubicBezTo>
                    <a:pt x="57305" y="35894"/>
                    <a:pt x="57151" y="34917"/>
                    <a:pt x="57127" y="33929"/>
                  </a:cubicBezTo>
                  <a:cubicBezTo>
                    <a:pt x="57115" y="33489"/>
                    <a:pt x="57032" y="33024"/>
                    <a:pt x="57067" y="32608"/>
                  </a:cubicBezTo>
                  <a:cubicBezTo>
                    <a:pt x="57103" y="32131"/>
                    <a:pt x="57055" y="31679"/>
                    <a:pt x="57043" y="31215"/>
                  </a:cubicBezTo>
                  <a:cubicBezTo>
                    <a:pt x="57032" y="30572"/>
                    <a:pt x="57055" y="29917"/>
                    <a:pt x="57103" y="29274"/>
                  </a:cubicBezTo>
                  <a:cubicBezTo>
                    <a:pt x="57139" y="28774"/>
                    <a:pt x="57115" y="28262"/>
                    <a:pt x="57174" y="27762"/>
                  </a:cubicBezTo>
                  <a:cubicBezTo>
                    <a:pt x="57234" y="27190"/>
                    <a:pt x="57186" y="26595"/>
                    <a:pt x="57222" y="26023"/>
                  </a:cubicBezTo>
                  <a:cubicBezTo>
                    <a:pt x="57270" y="24976"/>
                    <a:pt x="57305" y="23916"/>
                    <a:pt x="57282" y="22868"/>
                  </a:cubicBezTo>
                  <a:cubicBezTo>
                    <a:pt x="57270" y="21761"/>
                    <a:pt x="57353" y="20642"/>
                    <a:pt x="57317" y="19535"/>
                  </a:cubicBezTo>
                  <a:cubicBezTo>
                    <a:pt x="57305" y="19177"/>
                    <a:pt x="57305" y="18796"/>
                    <a:pt x="57317" y="18439"/>
                  </a:cubicBezTo>
                  <a:cubicBezTo>
                    <a:pt x="57341" y="17963"/>
                    <a:pt x="57293" y="17487"/>
                    <a:pt x="57293" y="17010"/>
                  </a:cubicBezTo>
                  <a:cubicBezTo>
                    <a:pt x="57293" y="16439"/>
                    <a:pt x="57389" y="15879"/>
                    <a:pt x="57305" y="15296"/>
                  </a:cubicBezTo>
                  <a:cubicBezTo>
                    <a:pt x="57198" y="14570"/>
                    <a:pt x="57234" y="13820"/>
                    <a:pt x="57174" y="13081"/>
                  </a:cubicBezTo>
                  <a:cubicBezTo>
                    <a:pt x="57127" y="12534"/>
                    <a:pt x="57210" y="11986"/>
                    <a:pt x="57127" y="11438"/>
                  </a:cubicBezTo>
                  <a:cubicBezTo>
                    <a:pt x="57032" y="10784"/>
                    <a:pt x="56960" y="10117"/>
                    <a:pt x="56984" y="9462"/>
                  </a:cubicBezTo>
                  <a:cubicBezTo>
                    <a:pt x="56996" y="9069"/>
                    <a:pt x="57008" y="8664"/>
                    <a:pt x="56996" y="8283"/>
                  </a:cubicBezTo>
                  <a:cubicBezTo>
                    <a:pt x="56948" y="7212"/>
                    <a:pt x="56829" y="6152"/>
                    <a:pt x="56686" y="5092"/>
                  </a:cubicBezTo>
                  <a:cubicBezTo>
                    <a:pt x="56579" y="4307"/>
                    <a:pt x="56412" y="3533"/>
                    <a:pt x="56067" y="2818"/>
                  </a:cubicBezTo>
                  <a:cubicBezTo>
                    <a:pt x="55793" y="2282"/>
                    <a:pt x="55365" y="1866"/>
                    <a:pt x="54936" y="1461"/>
                  </a:cubicBezTo>
                  <a:cubicBezTo>
                    <a:pt x="54858" y="1383"/>
                    <a:pt x="54709" y="1172"/>
                    <a:pt x="54544" y="1172"/>
                  </a:cubicBezTo>
                  <a:cubicBezTo>
                    <a:pt x="54532" y="1172"/>
                    <a:pt x="54520" y="1173"/>
                    <a:pt x="54507" y="1175"/>
                  </a:cubicBezTo>
                  <a:cubicBezTo>
                    <a:pt x="54462" y="1186"/>
                    <a:pt x="54420" y="1191"/>
                    <a:pt x="54379" y="1191"/>
                  </a:cubicBezTo>
                  <a:cubicBezTo>
                    <a:pt x="54105" y="1191"/>
                    <a:pt x="53907" y="977"/>
                    <a:pt x="53638" y="925"/>
                  </a:cubicBezTo>
                  <a:cubicBezTo>
                    <a:pt x="53150" y="842"/>
                    <a:pt x="52650" y="675"/>
                    <a:pt x="52150" y="580"/>
                  </a:cubicBezTo>
                  <a:cubicBezTo>
                    <a:pt x="51388" y="437"/>
                    <a:pt x="50614" y="449"/>
                    <a:pt x="49840" y="401"/>
                  </a:cubicBezTo>
                  <a:cubicBezTo>
                    <a:pt x="48709" y="330"/>
                    <a:pt x="35672" y="354"/>
                    <a:pt x="34541" y="270"/>
                  </a:cubicBezTo>
                  <a:cubicBezTo>
                    <a:pt x="33875" y="225"/>
                    <a:pt x="33198" y="127"/>
                    <a:pt x="32521" y="127"/>
                  </a:cubicBezTo>
                  <a:cubicBezTo>
                    <a:pt x="32484" y="127"/>
                    <a:pt x="32447" y="127"/>
                    <a:pt x="32409" y="127"/>
                  </a:cubicBezTo>
                  <a:cubicBezTo>
                    <a:pt x="31969" y="127"/>
                    <a:pt x="31540" y="80"/>
                    <a:pt x="31112" y="32"/>
                  </a:cubicBezTo>
                  <a:cubicBezTo>
                    <a:pt x="30950" y="9"/>
                    <a:pt x="30781" y="0"/>
                    <a:pt x="30610" y="0"/>
                  </a:cubicBezTo>
                  <a:close/>
                </a:path>
              </a:pathLst>
            </a:custGeom>
            <a:solidFill>
              <a:srgbClr val="000000"/>
            </a:solidFill>
            <a:ln>
              <a:noFill/>
            </a:ln>
          </p:spPr>
          <p:txBody>
            <a:bodyPr spcFirstLastPara="1" wrap="square" lIns="182875" tIns="274300" rIns="182875" bIns="91425" anchor="ctr" anchorCtr="0">
              <a:noAutofit/>
            </a:bodyPr>
            <a:lstStyle/>
            <a:p>
              <a:pPr marL="0" lvl="0" indent="0" algn="ctr" rtl="0">
                <a:spcBef>
                  <a:spcPts val="0"/>
                </a:spcBef>
                <a:spcAft>
                  <a:spcPts val="0"/>
                </a:spcAft>
                <a:buClr>
                  <a:schemeClr val="dk1"/>
                </a:buClr>
                <a:buSzPts val="1100"/>
                <a:buFont typeface="Arial"/>
                <a:buNone/>
              </a:pPr>
              <a:r>
                <a:rPr lang="en-US" sz="1200" dirty="0">
                  <a:solidFill>
                    <a:schemeClr val="bg2">
                      <a:lumMod val="50000"/>
                    </a:schemeClr>
                  </a:solidFill>
                </a:rPr>
                <a:t>:</a:t>
              </a:r>
              <a:endParaRPr sz="1200" dirty="0">
                <a:solidFill>
                  <a:schemeClr val="bg2">
                    <a:lumMod val="50000"/>
                  </a:schemeClr>
                </a:solidFill>
              </a:endParaRPr>
            </a:p>
          </p:txBody>
        </p:sp>
      </p:grpSp>
      <p:sp>
        <p:nvSpPr>
          <p:cNvPr id="23" name="Google Shape;352;p21">
            <a:extLst>
              <a:ext uri="{FF2B5EF4-FFF2-40B4-BE49-F238E27FC236}">
                <a16:creationId xmlns:a16="http://schemas.microsoft.com/office/drawing/2014/main" id="{D51E1BE7-E736-8067-84CE-B84CA1931467}"/>
              </a:ext>
            </a:extLst>
          </p:cNvPr>
          <p:cNvSpPr/>
          <p:nvPr/>
        </p:nvSpPr>
        <p:spPr>
          <a:xfrm>
            <a:off x="4618843" y="1794851"/>
            <a:ext cx="2469053" cy="411606"/>
          </a:xfrm>
          <a:custGeom>
            <a:avLst/>
            <a:gdLst/>
            <a:ahLst/>
            <a:cxnLst/>
            <a:rect l="l" t="t" r="r" b="b"/>
            <a:pathLst>
              <a:path w="55738" h="12021" extrusionOk="0">
                <a:moveTo>
                  <a:pt x="32616" y="0"/>
                </a:moveTo>
                <a:cubicBezTo>
                  <a:pt x="32585" y="136"/>
                  <a:pt x="32526" y="271"/>
                  <a:pt x="32408" y="271"/>
                </a:cubicBezTo>
                <a:cubicBezTo>
                  <a:pt x="32392" y="271"/>
                  <a:pt x="32373" y="268"/>
                  <a:pt x="32354" y="262"/>
                </a:cubicBezTo>
                <a:cubicBezTo>
                  <a:pt x="32175" y="203"/>
                  <a:pt x="31997" y="197"/>
                  <a:pt x="31817" y="197"/>
                </a:cubicBezTo>
                <a:cubicBezTo>
                  <a:pt x="31772" y="197"/>
                  <a:pt x="31727" y="197"/>
                  <a:pt x="31681" y="197"/>
                </a:cubicBezTo>
                <a:cubicBezTo>
                  <a:pt x="31546" y="197"/>
                  <a:pt x="31409" y="194"/>
                  <a:pt x="31271" y="167"/>
                </a:cubicBezTo>
                <a:cubicBezTo>
                  <a:pt x="31185" y="146"/>
                  <a:pt x="31090" y="103"/>
                  <a:pt x="30985" y="103"/>
                </a:cubicBezTo>
                <a:cubicBezTo>
                  <a:pt x="30915" y="103"/>
                  <a:pt x="30839" y="122"/>
                  <a:pt x="30759" y="179"/>
                </a:cubicBezTo>
                <a:cubicBezTo>
                  <a:pt x="30719" y="208"/>
                  <a:pt x="30646" y="216"/>
                  <a:pt x="30558" y="216"/>
                </a:cubicBezTo>
                <a:cubicBezTo>
                  <a:pt x="30473" y="216"/>
                  <a:pt x="30374" y="209"/>
                  <a:pt x="30280" y="209"/>
                </a:cubicBezTo>
                <a:cubicBezTo>
                  <a:pt x="30235" y="209"/>
                  <a:pt x="30192" y="210"/>
                  <a:pt x="30151" y="215"/>
                </a:cubicBezTo>
                <a:cubicBezTo>
                  <a:pt x="30138" y="216"/>
                  <a:pt x="30125" y="217"/>
                  <a:pt x="30112" y="217"/>
                </a:cubicBezTo>
                <a:cubicBezTo>
                  <a:pt x="29962" y="217"/>
                  <a:pt x="29779" y="125"/>
                  <a:pt x="29650" y="125"/>
                </a:cubicBezTo>
                <a:cubicBezTo>
                  <a:pt x="29619" y="125"/>
                  <a:pt x="29591" y="130"/>
                  <a:pt x="29568" y="143"/>
                </a:cubicBezTo>
                <a:cubicBezTo>
                  <a:pt x="29327" y="282"/>
                  <a:pt x="29077" y="321"/>
                  <a:pt x="28831" y="321"/>
                </a:cubicBezTo>
                <a:cubicBezTo>
                  <a:pt x="28613" y="321"/>
                  <a:pt x="28400" y="291"/>
                  <a:pt x="28199" y="274"/>
                </a:cubicBezTo>
                <a:cubicBezTo>
                  <a:pt x="28065" y="261"/>
                  <a:pt x="27931" y="256"/>
                  <a:pt x="27798" y="256"/>
                </a:cubicBezTo>
                <a:cubicBezTo>
                  <a:pt x="27357" y="256"/>
                  <a:pt x="26918" y="311"/>
                  <a:pt x="26484" y="311"/>
                </a:cubicBezTo>
                <a:cubicBezTo>
                  <a:pt x="26453" y="311"/>
                  <a:pt x="26421" y="311"/>
                  <a:pt x="26389" y="310"/>
                </a:cubicBezTo>
                <a:cubicBezTo>
                  <a:pt x="26030" y="294"/>
                  <a:pt x="24254" y="286"/>
                  <a:pt x="22298" y="286"/>
                </a:cubicBezTo>
                <a:cubicBezTo>
                  <a:pt x="19772" y="286"/>
                  <a:pt x="16946" y="300"/>
                  <a:pt x="16483" y="334"/>
                </a:cubicBezTo>
                <a:cubicBezTo>
                  <a:pt x="16019" y="369"/>
                  <a:pt x="11089" y="369"/>
                  <a:pt x="10637" y="417"/>
                </a:cubicBezTo>
                <a:cubicBezTo>
                  <a:pt x="9958" y="488"/>
                  <a:pt x="9280" y="584"/>
                  <a:pt x="8589" y="631"/>
                </a:cubicBezTo>
                <a:cubicBezTo>
                  <a:pt x="8550" y="633"/>
                  <a:pt x="8510" y="634"/>
                  <a:pt x="8470" y="634"/>
                </a:cubicBezTo>
                <a:cubicBezTo>
                  <a:pt x="8210" y="634"/>
                  <a:pt x="7941" y="596"/>
                  <a:pt x="7687" y="596"/>
                </a:cubicBezTo>
                <a:cubicBezTo>
                  <a:pt x="7532" y="596"/>
                  <a:pt x="7383" y="610"/>
                  <a:pt x="7244" y="655"/>
                </a:cubicBezTo>
                <a:cubicBezTo>
                  <a:pt x="6613" y="858"/>
                  <a:pt x="5946" y="917"/>
                  <a:pt x="5315" y="1072"/>
                </a:cubicBezTo>
                <a:cubicBezTo>
                  <a:pt x="4803" y="1203"/>
                  <a:pt x="4243" y="1215"/>
                  <a:pt x="3719" y="1381"/>
                </a:cubicBezTo>
                <a:cubicBezTo>
                  <a:pt x="3196" y="1536"/>
                  <a:pt x="2696" y="1774"/>
                  <a:pt x="2219" y="2024"/>
                </a:cubicBezTo>
                <a:cubicBezTo>
                  <a:pt x="1457" y="2417"/>
                  <a:pt x="957" y="3096"/>
                  <a:pt x="636" y="3906"/>
                </a:cubicBezTo>
                <a:cubicBezTo>
                  <a:pt x="529" y="4168"/>
                  <a:pt x="588" y="4453"/>
                  <a:pt x="386" y="4727"/>
                </a:cubicBezTo>
                <a:cubicBezTo>
                  <a:pt x="219" y="4953"/>
                  <a:pt x="433" y="5394"/>
                  <a:pt x="124" y="5656"/>
                </a:cubicBezTo>
                <a:cubicBezTo>
                  <a:pt x="100" y="5680"/>
                  <a:pt x="112" y="5763"/>
                  <a:pt x="136" y="5811"/>
                </a:cubicBezTo>
                <a:cubicBezTo>
                  <a:pt x="207" y="6096"/>
                  <a:pt x="243" y="6406"/>
                  <a:pt x="231" y="6704"/>
                </a:cubicBezTo>
                <a:cubicBezTo>
                  <a:pt x="183" y="7489"/>
                  <a:pt x="207" y="8263"/>
                  <a:pt x="100" y="9049"/>
                </a:cubicBezTo>
                <a:cubicBezTo>
                  <a:pt x="5" y="9811"/>
                  <a:pt x="207" y="10585"/>
                  <a:pt x="64" y="11359"/>
                </a:cubicBezTo>
                <a:cubicBezTo>
                  <a:pt x="1" y="11731"/>
                  <a:pt x="214" y="12020"/>
                  <a:pt x="499" y="12020"/>
                </a:cubicBezTo>
                <a:cubicBezTo>
                  <a:pt x="587" y="12020"/>
                  <a:pt x="683" y="11992"/>
                  <a:pt x="779" y="11930"/>
                </a:cubicBezTo>
                <a:cubicBezTo>
                  <a:pt x="1033" y="11763"/>
                  <a:pt x="1298" y="11738"/>
                  <a:pt x="1566" y="11738"/>
                </a:cubicBezTo>
                <a:cubicBezTo>
                  <a:pt x="1678" y="11738"/>
                  <a:pt x="1791" y="11743"/>
                  <a:pt x="1904" y="11743"/>
                </a:cubicBezTo>
                <a:cubicBezTo>
                  <a:pt x="2077" y="11743"/>
                  <a:pt x="2251" y="11732"/>
                  <a:pt x="2422" y="11680"/>
                </a:cubicBezTo>
                <a:cubicBezTo>
                  <a:pt x="2922" y="11526"/>
                  <a:pt x="3565" y="11621"/>
                  <a:pt x="4124" y="11561"/>
                </a:cubicBezTo>
                <a:cubicBezTo>
                  <a:pt x="4874" y="11478"/>
                  <a:pt x="5636" y="11537"/>
                  <a:pt x="6375" y="11347"/>
                </a:cubicBezTo>
                <a:cubicBezTo>
                  <a:pt x="6450" y="11330"/>
                  <a:pt x="6580" y="11313"/>
                  <a:pt x="6683" y="11313"/>
                </a:cubicBezTo>
                <a:cubicBezTo>
                  <a:pt x="6725" y="11313"/>
                  <a:pt x="6763" y="11316"/>
                  <a:pt x="6791" y="11323"/>
                </a:cubicBezTo>
                <a:cubicBezTo>
                  <a:pt x="6925" y="11359"/>
                  <a:pt x="7059" y="11372"/>
                  <a:pt x="7192" y="11372"/>
                </a:cubicBezTo>
                <a:cubicBezTo>
                  <a:pt x="7548" y="11372"/>
                  <a:pt x="7902" y="11279"/>
                  <a:pt x="8259" y="11279"/>
                </a:cubicBezTo>
                <a:cubicBezTo>
                  <a:pt x="8349" y="11279"/>
                  <a:pt x="8439" y="11285"/>
                  <a:pt x="8530" y="11299"/>
                </a:cubicBezTo>
                <a:cubicBezTo>
                  <a:pt x="8598" y="11310"/>
                  <a:pt x="8667" y="11314"/>
                  <a:pt x="8737" y="11314"/>
                </a:cubicBezTo>
                <a:cubicBezTo>
                  <a:pt x="8989" y="11314"/>
                  <a:pt x="9249" y="11261"/>
                  <a:pt x="9500" y="11261"/>
                </a:cubicBezTo>
                <a:cubicBezTo>
                  <a:pt x="9571" y="11261"/>
                  <a:pt x="9640" y="11265"/>
                  <a:pt x="9708" y="11276"/>
                </a:cubicBezTo>
                <a:cubicBezTo>
                  <a:pt x="9970" y="11312"/>
                  <a:pt x="10872" y="11319"/>
                  <a:pt x="11928" y="11319"/>
                </a:cubicBezTo>
                <a:cubicBezTo>
                  <a:pt x="12605" y="11319"/>
                  <a:pt x="13345" y="11316"/>
                  <a:pt x="14021" y="11316"/>
                </a:cubicBezTo>
                <a:cubicBezTo>
                  <a:pt x="15077" y="11316"/>
                  <a:pt x="15976" y="11323"/>
                  <a:pt x="16233" y="11359"/>
                </a:cubicBezTo>
                <a:cubicBezTo>
                  <a:pt x="16396" y="11381"/>
                  <a:pt x="17282" y="11387"/>
                  <a:pt x="18441" y="11387"/>
                </a:cubicBezTo>
                <a:cubicBezTo>
                  <a:pt x="19850" y="11387"/>
                  <a:pt x="21662" y="11378"/>
                  <a:pt x="23069" y="11378"/>
                </a:cubicBezTo>
                <a:cubicBezTo>
                  <a:pt x="24227" y="11378"/>
                  <a:pt x="25111" y="11384"/>
                  <a:pt x="25270" y="11406"/>
                </a:cubicBezTo>
                <a:cubicBezTo>
                  <a:pt x="25969" y="11490"/>
                  <a:pt x="26687" y="11528"/>
                  <a:pt x="27391" y="11528"/>
                </a:cubicBezTo>
                <a:cubicBezTo>
                  <a:pt x="27490" y="11528"/>
                  <a:pt x="27589" y="11527"/>
                  <a:pt x="27687" y="11526"/>
                </a:cubicBezTo>
                <a:cubicBezTo>
                  <a:pt x="27893" y="11521"/>
                  <a:pt x="28098" y="11520"/>
                  <a:pt x="28304" y="11520"/>
                </a:cubicBezTo>
                <a:cubicBezTo>
                  <a:pt x="28814" y="11520"/>
                  <a:pt x="29324" y="11529"/>
                  <a:pt x="29834" y="11529"/>
                </a:cubicBezTo>
                <a:cubicBezTo>
                  <a:pt x="30238" y="11529"/>
                  <a:pt x="30641" y="11523"/>
                  <a:pt x="31044" y="11502"/>
                </a:cubicBezTo>
                <a:cubicBezTo>
                  <a:pt x="31445" y="11472"/>
                  <a:pt x="31849" y="11467"/>
                  <a:pt x="32255" y="11467"/>
                </a:cubicBezTo>
                <a:cubicBezTo>
                  <a:pt x="32462" y="11467"/>
                  <a:pt x="32671" y="11468"/>
                  <a:pt x="32878" y="11468"/>
                </a:cubicBezTo>
                <a:cubicBezTo>
                  <a:pt x="33241" y="11468"/>
                  <a:pt x="33603" y="11464"/>
                  <a:pt x="33961" y="11442"/>
                </a:cubicBezTo>
                <a:cubicBezTo>
                  <a:pt x="34102" y="11435"/>
                  <a:pt x="34719" y="11432"/>
                  <a:pt x="35621" y="11432"/>
                </a:cubicBezTo>
                <a:cubicBezTo>
                  <a:pt x="39231" y="11432"/>
                  <a:pt x="47413" y="11478"/>
                  <a:pt x="47975" y="11478"/>
                </a:cubicBezTo>
                <a:cubicBezTo>
                  <a:pt x="48324" y="11478"/>
                  <a:pt x="48684" y="11483"/>
                  <a:pt x="49037" y="11483"/>
                </a:cubicBezTo>
                <a:cubicBezTo>
                  <a:pt x="49213" y="11483"/>
                  <a:pt x="49388" y="11482"/>
                  <a:pt x="49559" y="11478"/>
                </a:cubicBezTo>
                <a:cubicBezTo>
                  <a:pt x="49606" y="11477"/>
                  <a:pt x="49653" y="11477"/>
                  <a:pt x="49700" y="11477"/>
                </a:cubicBezTo>
                <a:cubicBezTo>
                  <a:pt x="50096" y="11477"/>
                  <a:pt x="50491" y="11506"/>
                  <a:pt x="50883" y="11506"/>
                </a:cubicBezTo>
                <a:cubicBezTo>
                  <a:pt x="51034" y="11506"/>
                  <a:pt x="51183" y="11502"/>
                  <a:pt x="51333" y="11490"/>
                </a:cubicBezTo>
                <a:cubicBezTo>
                  <a:pt x="51486" y="11480"/>
                  <a:pt x="51655" y="11448"/>
                  <a:pt x="51820" y="11448"/>
                </a:cubicBezTo>
                <a:cubicBezTo>
                  <a:pt x="51860" y="11448"/>
                  <a:pt x="51900" y="11449"/>
                  <a:pt x="51940" y="11454"/>
                </a:cubicBezTo>
                <a:cubicBezTo>
                  <a:pt x="52511" y="11490"/>
                  <a:pt x="53071" y="11502"/>
                  <a:pt x="53642" y="11526"/>
                </a:cubicBezTo>
                <a:cubicBezTo>
                  <a:pt x="54095" y="11549"/>
                  <a:pt x="54547" y="11537"/>
                  <a:pt x="55000" y="11621"/>
                </a:cubicBezTo>
                <a:cubicBezTo>
                  <a:pt x="55073" y="11636"/>
                  <a:pt x="55162" y="11650"/>
                  <a:pt x="55250" y="11650"/>
                </a:cubicBezTo>
                <a:cubicBezTo>
                  <a:pt x="55433" y="11650"/>
                  <a:pt x="55607" y="11589"/>
                  <a:pt x="55607" y="11347"/>
                </a:cubicBezTo>
                <a:cubicBezTo>
                  <a:pt x="55607" y="11037"/>
                  <a:pt x="55678" y="10740"/>
                  <a:pt x="55655" y="10430"/>
                </a:cubicBezTo>
                <a:cubicBezTo>
                  <a:pt x="55631" y="9954"/>
                  <a:pt x="55547" y="9454"/>
                  <a:pt x="55631" y="9001"/>
                </a:cubicBezTo>
                <a:cubicBezTo>
                  <a:pt x="55738" y="8406"/>
                  <a:pt x="55643" y="7823"/>
                  <a:pt x="55666" y="7227"/>
                </a:cubicBezTo>
                <a:cubicBezTo>
                  <a:pt x="55702" y="6692"/>
                  <a:pt x="55464" y="6156"/>
                  <a:pt x="55559" y="5608"/>
                </a:cubicBezTo>
                <a:cubicBezTo>
                  <a:pt x="55559" y="5549"/>
                  <a:pt x="55559" y="5489"/>
                  <a:pt x="55464" y="5477"/>
                </a:cubicBezTo>
                <a:cubicBezTo>
                  <a:pt x="55309" y="5453"/>
                  <a:pt x="55345" y="5346"/>
                  <a:pt x="55369" y="5227"/>
                </a:cubicBezTo>
                <a:cubicBezTo>
                  <a:pt x="55393" y="5132"/>
                  <a:pt x="55488" y="5037"/>
                  <a:pt x="55428" y="4930"/>
                </a:cubicBezTo>
                <a:cubicBezTo>
                  <a:pt x="55190" y="4513"/>
                  <a:pt x="55143" y="4013"/>
                  <a:pt x="54797" y="3632"/>
                </a:cubicBezTo>
                <a:cubicBezTo>
                  <a:pt x="54559" y="3382"/>
                  <a:pt x="54321" y="3155"/>
                  <a:pt x="54047" y="2953"/>
                </a:cubicBezTo>
                <a:cubicBezTo>
                  <a:pt x="53690" y="2703"/>
                  <a:pt x="53392" y="2382"/>
                  <a:pt x="53047" y="2120"/>
                </a:cubicBezTo>
                <a:cubicBezTo>
                  <a:pt x="52714" y="1870"/>
                  <a:pt x="52392" y="1584"/>
                  <a:pt x="51940" y="1548"/>
                </a:cubicBezTo>
                <a:cubicBezTo>
                  <a:pt x="51868" y="1536"/>
                  <a:pt x="51904" y="1465"/>
                  <a:pt x="51880" y="1429"/>
                </a:cubicBezTo>
                <a:cubicBezTo>
                  <a:pt x="51838" y="1344"/>
                  <a:pt x="51801" y="1241"/>
                  <a:pt x="51723" y="1241"/>
                </a:cubicBezTo>
                <a:cubicBezTo>
                  <a:pt x="51692" y="1241"/>
                  <a:pt x="51654" y="1257"/>
                  <a:pt x="51606" y="1298"/>
                </a:cubicBezTo>
                <a:cubicBezTo>
                  <a:pt x="51559" y="1342"/>
                  <a:pt x="51520" y="1359"/>
                  <a:pt x="51488" y="1359"/>
                </a:cubicBezTo>
                <a:cubicBezTo>
                  <a:pt x="51415" y="1359"/>
                  <a:pt x="51374" y="1273"/>
                  <a:pt x="51333" y="1215"/>
                </a:cubicBezTo>
                <a:cubicBezTo>
                  <a:pt x="51273" y="1131"/>
                  <a:pt x="51249" y="1012"/>
                  <a:pt x="51106" y="977"/>
                </a:cubicBezTo>
                <a:lnTo>
                  <a:pt x="51106" y="977"/>
                </a:lnTo>
                <a:cubicBezTo>
                  <a:pt x="51130" y="1155"/>
                  <a:pt x="51071" y="1215"/>
                  <a:pt x="50868" y="1215"/>
                </a:cubicBezTo>
                <a:cubicBezTo>
                  <a:pt x="50689" y="1204"/>
                  <a:pt x="50605" y="1034"/>
                  <a:pt x="50486" y="1034"/>
                </a:cubicBezTo>
                <a:cubicBezTo>
                  <a:pt x="50479" y="1034"/>
                  <a:pt x="50471" y="1035"/>
                  <a:pt x="50463" y="1036"/>
                </a:cubicBezTo>
                <a:cubicBezTo>
                  <a:pt x="50403" y="1047"/>
                  <a:pt x="50345" y="1052"/>
                  <a:pt x="50288" y="1052"/>
                </a:cubicBezTo>
                <a:cubicBezTo>
                  <a:pt x="50097" y="1052"/>
                  <a:pt x="49918" y="999"/>
                  <a:pt x="49725" y="953"/>
                </a:cubicBezTo>
                <a:cubicBezTo>
                  <a:pt x="49284" y="851"/>
                  <a:pt x="48864" y="642"/>
                  <a:pt x="48394" y="642"/>
                </a:cubicBezTo>
                <a:cubicBezTo>
                  <a:pt x="48370" y="642"/>
                  <a:pt x="48345" y="642"/>
                  <a:pt x="48320" y="643"/>
                </a:cubicBezTo>
                <a:cubicBezTo>
                  <a:pt x="48307" y="644"/>
                  <a:pt x="48294" y="644"/>
                  <a:pt x="48280" y="644"/>
                </a:cubicBezTo>
                <a:cubicBezTo>
                  <a:pt x="47961" y="644"/>
                  <a:pt x="47653" y="512"/>
                  <a:pt x="47344" y="512"/>
                </a:cubicBezTo>
                <a:cubicBezTo>
                  <a:pt x="46951" y="500"/>
                  <a:pt x="34652" y="441"/>
                  <a:pt x="34259" y="417"/>
                </a:cubicBezTo>
                <a:cubicBezTo>
                  <a:pt x="34033" y="393"/>
                  <a:pt x="33818" y="358"/>
                  <a:pt x="33592" y="322"/>
                </a:cubicBezTo>
                <a:cubicBezTo>
                  <a:pt x="33411" y="303"/>
                  <a:pt x="33183" y="161"/>
                  <a:pt x="33045" y="161"/>
                </a:cubicBezTo>
                <a:cubicBezTo>
                  <a:pt x="33011" y="161"/>
                  <a:pt x="32982" y="170"/>
                  <a:pt x="32961" y="191"/>
                </a:cubicBezTo>
                <a:cubicBezTo>
                  <a:pt x="32864" y="294"/>
                  <a:pt x="32807" y="333"/>
                  <a:pt x="32771" y="333"/>
                </a:cubicBezTo>
                <a:cubicBezTo>
                  <a:pt x="32678" y="333"/>
                  <a:pt x="32727" y="77"/>
                  <a:pt x="32616" y="0"/>
                </a:cubicBezTo>
                <a:close/>
              </a:path>
            </a:pathLst>
          </a:custGeom>
          <a:solidFill>
            <a:schemeClr val="accent2">
              <a:lumMod val="75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dirty="0">
                <a:solidFill>
                  <a:srgbClr val="FFFFFF"/>
                </a:solidFill>
                <a:latin typeface="Fira Sans Extra Condensed Medium"/>
                <a:cs typeface="Fira Sans Extra Condensed Medium"/>
                <a:sym typeface="Fira Sans Extra Condensed Medium"/>
              </a:rPr>
              <a:t>Environmental</a:t>
            </a:r>
            <a:endParaRPr dirty="0">
              <a:solidFill>
                <a:schemeClr val="bg1"/>
              </a:solidFill>
            </a:endParaRPr>
          </a:p>
        </p:txBody>
      </p:sp>
      <p:sp>
        <p:nvSpPr>
          <p:cNvPr id="24" name="Google Shape;379;p21">
            <a:extLst>
              <a:ext uri="{FF2B5EF4-FFF2-40B4-BE49-F238E27FC236}">
                <a16:creationId xmlns:a16="http://schemas.microsoft.com/office/drawing/2014/main" id="{DD3D7679-EF21-83EA-E437-E8F7B637EE45}"/>
              </a:ext>
            </a:extLst>
          </p:cNvPr>
          <p:cNvSpPr/>
          <p:nvPr/>
        </p:nvSpPr>
        <p:spPr>
          <a:xfrm>
            <a:off x="7257196" y="1827307"/>
            <a:ext cx="2469053" cy="314023"/>
          </a:xfrm>
          <a:custGeom>
            <a:avLst/>
            <a:gdLst/>
            <a:ahLst/>
            <a:cxnLst/>
            <a:rect l="l" t="t" r="r" b="b"/>
            <a:pathLst>
              <a:path w="56156" h="12306" extrusionOk="0">
                <a:moveTo>
                  <a:pt x="31685" y="1"/>
                </a:moveTo>
                <a:cubicBezTo>
                  <a:pt x="31661" y="1"/>
                  <a:pt x="31634" y="10"/>
                  <a:pt x="31605" y="22"/>
                </a:cubicBezTo>
                <a:cubicBezTo>
                  <a:pt x="31262" y="152"/>
                  <a:pt x="29925" y="187"/>
                  <a:pt x="28732" y="187"/>
                </a:cubicBezTo>
                <a:cubicBezTo>
                  <a:pt x="27849" y="187"/>
                  <a:pt x="27046" y="168"/>
                  <a:pt x="26783" y="153"/>
                </a:cubicBezTo>
                <a:cubicBezTo>
                  <a:pt x="26649" y="153"/>
                  <a:pt x="26498" y="112"/>
                  <a:pt x="26367" y="112"/>
                </a:cubicBezTo>
                <a:cubicBezTo>
                  <a:pt x="26310" y="112"/>
                  <a:pt x="26257" y="119"/>
                  <a:pt x="26211" y="141"/>
                </a:cubicBezTo>
                <a:cubicBezTo>
                  <a:pt x="26075" y="212"/>
                  <a:pt x="25946" y="235"/>
                  <a:pt x="25819" y="235"/>
                </a:cubicBezTo>
                <a:cubicBezTo>
                  <a:pt x="25668" y="235"/>
                  <a:pt x="25521" y="202"/>
                  <a:pt x="25366" y="176"/>
                </a:cubicBezTo>
                <a:cubicBezTo>
                  <a:pt x="25272" y="159"/>
                  <a:pt x="25153" y="117"/>
                  <a:pt x="25067" y="117"/>
                </a:cubicBezTo>
                <a:cubicBezTo>
                  <a:pt x="25033" y="117"/>
                  <a:pt x="25005" y="124"/>
                  <a:pt x="24985" y="141"/>
                </a:cubicBezTo>
                <a:cubicBezTo>
                  <a:pt x="24857" y="247"/>
                  <a:pt x="24723" y="277"/>
                  <a:pt x="24587" y="277"/>
                </a:cubicBezTo>
                <a:cubicBezTo>
                  <a:pt x="24405" y="277"/>
                  <a:pt x="24218" y="223"/>
                  <a:pt x="24034" y="223"/>
                </a:cubicBezTo>
                <a:cubicBezTo>
                  <a:pt x="23969" y="223"/>
                  <a:pt x="23905" y="230"/>
                  <a:pt x="23842" y="248"/>
                </a:cubicBezTo>
                <a:cubicBezTo>
                  <a:pt x="23774" y="268"/>
                  <a:pt x="22535" y="273"/>
                  <a:pt x="20907" y="273"/>
                </a:cubicBezTo>
                <a:cubicBezTo>
                  <a:pt x="19047" y="273"/>
                  <a:pt x="16680" y="266"/>
                  <a:pt x="14976" y="266"/>
                </a:cubicBezTo>
                <a:cubicBezTo>
                  <a:pt x="13699" y="266"/>
                  <a:pt x="12794" y="270"/>
                  <a:pt x="12757" y="283"/>
                </a:cubicBezTo>
                <a:cubicBezTo>
                  <a:pt x="12305" y="474"/>
                  <a:pt x="11840" y="295"/>
                  <a:pt x="11388" y="510"/>
                </a:cubicBezTo>
                <a:cubicBezTo>
                  <a:pt x="11242" y="577"/>
                  <a:pt x="11087" y="594"/>
                  <a:pt x="10926" y="594"/>
                </a:cubicBezTo>
                <a:cubicBezTo>
                  <a:pt x="10763" y="594"/>
                  <a:pt x="10594" y="576"/>
                  <a:pt x="10427" y="576"/>
                </a:cubicBezTo>
                <a:cubicBezTo>
                  <a:pt x="10234" y="576"/>
                  <a:pt x="10043" y="599"/>
                  <a:pt x="9864" y="700"/>
                </a:cubicBezTo>
                <a:cubicBezTo>
                  <a:pt x="9755" y="759"/>
                  <a:pt x="9636" y="770"/>
                  <a:pt x="9514" y="770"/>
                </a:cubicBezTo>
                <a:cubicBezTo>
                  <a:pt x="9437" y="770"/>
                  <a:pt x="9359" y="765"/>
                  <a:pt x="9281" y="765"/>
                </a:cubicBezTo>
                <a:cubicBezTo>
                  <a:pt x="9107" y="765"/>
                  <a:pt x="8937" y="788"/>
                  <a:pt x="8792" y="938"/>
                </a:cubicBezTo>
                <a:cubicBezTo>
                  <a:pt x="8788" y="946"/>
                  <a:pt x="8780" y="949"/>
                  <a:pt x="8770" y="949"/>
                </a:cubicBezTo>
                <a:cubicBezTo>
                  <a:pt x="8746" y="949"/>
                  <a:pt x="8710" y="935"/>
                  <a:pt x="8685" y="926"/>
                </a:cubicBezTo>
                <a:cubicBezTo>
                  <a:pt x="8647" y="920"/>
                  <a:pt x="8608" y="917"/>
                  <a:pt x="8570" y="917"/>
                </a:cubicBezTo>
                <a:cubicBezTo>
                  <a:pt x="8321" y="917"/>
                  <a:pt x="8069" y="1039"/>
                  <a:pt x="7819" y="1039"/>
                </a:cubicBezTo>
                <a:cubicBezTo>
                  <a:pt x="7698" y="1039"/>
                  <a:pt x="7578" y="1011"/>
                  <a:pt x="7459" y="926"/>
                </a:cubicBezTo>
                <a:cubicBezTo>
                  <a:pt x="7457" y="925"/>
                  <a:pt x="7456" y="925"/>
                  <a:pt x="7453" y="925"/>
                </a:cubicBezTo>
                <a:cubicBezTo>
                  <a:pt x="7435" y="925"/>
                  <a:pt x="7386" y="966"/>
                  <a:pt x="7375" y="998"/>
                </a:cubicBezTo>
                <a:cubicBezTo>
                  <a:pt x="7314" y="1120"/>
                  <a:pt x="7244" y="1129"/>
                  <a:pt x="7128" y="1129"/>
                </a:cubicBezTo>
                <a:cubicBezTo>
                  <a:pt x="7109" y="1129"/>
                  <a:pt x="7088" y="1129"/>
                  <a:pt x="7066" y="1129"/>
                </a:cubicBezTo>
                <a:cubicBezTo>
                  <a:pt x="7040" y="1128"/>
                  <a:pt x="7015" y="1128"/>
                  <a:pt x="6990" y="1128"/>
                </a:cubicBezTo>
                <a:cubicBezTo>
                  <a:pt x="6305" y="1128"/>
                  <a:pt x="5671" y="1429"/>
                  <a:pt x="4982" y="1486"/>
                </a:cubicBezTo>
                <a:cubicBezTo>
                  <a:pt x="4482" y="1534"/>
                  <a:pt x="3958" y="1665"/>
                  <a:pt x="3506" y="1950"/>
                </a:cubicBezTo>
                <a:cubicBezTo>
                  <a:pt x="3208" y="2141"/>
                  <a:pt x="2839" y="2188"/>
                  <a:pt x="2565" y="2427"/>
                </a:cubicBezTo>
                <a:cubicBezTo>
                  <a:pt x="2160" y="2796"/>
                  <a:pt x="1756" y="3153"/>
                  <a:pt x="1351" y="3510"/>
                </a:cubicBezTo>
                <a:cubicBezTo>
                  <a:pt x="970" y="3832"/>
                  <a:pt x="565" y="4177"/>
                  <a:pt x="482" y="4689"/>
                </a:cubicBezTo>
                <a:cubicBezTo>
                  <a:pt x="386" y="5236"/>
                  <a:pt x="398" y="5784"/>
                  <a:pt x="232" y="6344"/>
                </a:cubicBezTo>
                <a:cubicBezTo>
                  <a:pt x="17" y="7058"/>
                  <a:pt x="113" y="7832"/>
                  <a:pt x="77" y="8582"/>
                </a:cubicBezTo>
                <a:cubicBezTo>
                  <a:pt x="41" y="9701"/>
                  <a:pt x="136" y="10820"/>
                  <a:pt x="29" y="11940"/>
                </a:cubicBezTo>
                <a:cubicBezTo>
                  <a:pt x="0" y="12181"/>
                  <a:pt x="97" y="12305"/>
                  <a:pt x="268" y="12305"/>
                </a:cubicBezTo>
                <a:cubicBezTo>
                  <a:pt x="307" y="12305"/>
                  <a:pt x="351" y="12298"/>
                  <a:pt x="398" y="12285"/>
                </a:cubicBezTo>
                <a:cubicBezTo>
                  <a:pt x="810" y="12180"/>
                  <a:pt x="1222" y="12161"/>
                  <a:pt x="1634" y="12161"/>
                </a:cubicBezTo>
                <a:cubicBezTo>
                  <a:pt x="1864" y="12161"/>
                  <a:pt x="2094" y="12167"/>
                  <a:pt x="2324" y="12167"/>
                </a:cubicBezTo>
                <a:cubicBezTo>
                  <a:pt x="2384" y="12167"/>
                  <a:pt x="2445" y="12167"/>
                  <a:pt x="2506" y="12166"/>
                </a:cubicBezTo>
                <a:cubicBezTo>
                  <a:pt x="2732" y="12163"/>
                  <a:pt x="2959" y="12161"/>
                  <a:pt x="3185" y="12161"/>
                </a:cubicBezTo>
                <a:cubicBezTo>
                  <a:pt x="3804" y="12161"/>
                  <a:pt x="4423" y="12172"/>
                  <a:pt x="5042" y="12190"/>
                </a:cubicBezTo>
                <a:cubicBezTo>
                  <a:pt x="5137" y="12192"/>
                  <a:pt x="5232" y="12193"/>
                  <a:pt x="5327" y="12193"/>
                </a:cubicBezTo>
                <a:cubicBezTo>
                  <a:pt x="5728" y="12193"/>
                  <a:pt x="6123" y="12176"/>
                  <a:pt x="6518" y="12166"/>
                </a:cubicBezTo>
                <a:cubicBezTo>
                  <a:pt x="6576" y="12164"/>
                  <a:pt x="6635" y="12164"/>
                  <a:pt x="6694" y="12164"/>
                </a:cubicBezTo>
                <a:cubicBezTo>
                  <a:pt x="6871" y="12164"/>
                  <a:pt x="7051" y="12169"/>
                  <a:pt x="7229" y="12169"/>
                </a:cubicBezTo>
                <a:cubicBezTo>
                  <a:pt x="7468" y="12169"/>
                  <a:pt x="7703" y="12160"/>
                  <a:pt x="7923" y="12118"/>
                </a:cubicBezTo>
                <a:cubicBezTo>
                  <a:pt x="8064" y="12094"/>
                  <a:pt x="8205" y="12086"/>
                  <a:pt x="8344" y="12086"/>
                </a:cubicBezTo>
                <a:cubicBezTo>
                  <a:pt x="8637" y="12086"/>
                  <a:pt x="8926" y="12122"/>
                  <a:pt x="9215" y="12122"/>
                </a:cubicBezTo>
                <a:cubicBezTo>
                  <a:pt x="9264" y="12122"/>
                  <a:pt x="9314" y="12121"/>
                  <a:pt x="9364" y="12118"/>
                </a:cubicBezTo>
                <a:cubicBezTo>
                  <a:pt x="9388" y="12117"/>
                  <a:pt x="9413" y="12117"/>
                  <a:pt x="9438" y="12117"/>
                </a:cubicBezTo>
                <a:cubicBezTo>
                  <a:pt x="9665" y="12117"/>
                  <a:pt x="9907" y="12148"/>
                  <a:pt x="10132" y="12148"/>
                </a:cubicBezTo>
                <a:cubicBezTo>
                  <a:pt x="10242" y="12148"/>
                  <a:pt x="10349" y="12140"/>
                  <a:pt x="10447" y="12118"/>
                </a:cubicBezTo>
                <a:cubicBezTo>
                  <a:pt x="10995" y="12011"/>
                  <a:pt x="11543" y="12059"/>
                  <a:pt x="12078" y="12035"/>
                </a:cubicBezTo>
                <a:cubicBezTo>
                  <a:pt x="12673" y="12014"/>
                  <a:pt x="21563" y="11974"/>
                  <a:pt x="23952" y="11974"/>
                </a:cubicBezTo>
                <a:cubicBezTo>
                  <a:pt x="24242" y="11974"/>
                  <a:pt x="24436" y="11974"/>
                  <a:pt x="24508" y="11975"/>
                </a:cubicBezTo>
                <a:cubicBezTo>
                  <a:pt x="24530" y="11976"/>
                  <a:pt x="24551" y="11976"/>
                  <a:pt x="24573" y="11976"/>
                </a:cubicBezTo>
                <a:cubicBezTo>
                  <a:pt x="24960" y="11976"/>
                  <a:pt x="25376" y="11880"/>
                  <a:pt x="25782" y="11880"/>
                </a:cubicBezTo>
                <a:cubicBezTo>
                  <a:pt x="30447" y="11869"/>
                  <a:pt x="35090" y="11543"/>
                  <a:pt x="34826" y="11543"/>
                </a:cubicBezTo>
                <a:cubicBezTo>
                  <a:pt x="34809" y="11543"/>
                  <a:pt x="34771" y="11544"/>
                  <a:pt x="34712" y="11547"/>
                </a:cubicBezTo>
                <a:cubicBezTo>
                  <a:pt x="35581" y="11499"/>
                  <a:pt x="45380" y="11416"/>
                  <a:pt x="46261" y="11356"/>
                </a:cubicBezTo>
                <a:cubicBezTo>
                  <a:pt x="47071" y="11285"/>
                  <a:pt x="47880" y="11285"/>
                  <a:pt x="48678" y="11201"/>
                </a:cubicBezTo>
                <a:cubicBezTo>
                  <a:pt x="49250" y="11142"/>
                  <a:pt x="49821" y="11154"/>
                  <a:pt x="50393" y="11082"/>
                </a:cubicBezTo>
                <a:cubicBezTo>
                  <a:pt x="50655" y="11051"/>
                  <a:pt x="50932" y="11035"/>
                  <a:pt x="51208" y="11035"/>
                </a:cubicBezTo>
                <a:cubicBezTo>
                  <a:pt x="51346" y="11035"/>
                  <a:pt x="51484" y="11039"/>
                  <a:pt x="51619" y="11047"/>
                </a:cubicBezTo>
                <a:cubicBezTo>
                  <a:pt x="51641" y="11047"/>
                  <a:pt x="51662" y="11048"/>
                  <a:pt x="51685" y="11048"/>
                </a:cubicBezTo>
                <a:cubicBezTo>
                  <a:pt x="51884" y="11048"/>
                  <a:pt x="52099" y="11024"/>
                  <a:pt x="52299" y="11024"/>
                </a:cubicBezTo>
                <a:cubicBezTo>
                  <a:pt x="52479" y="11024"/>
                  <a:pt x="52646" y="11043"/>
                  <a:pt x="52774" y="11118"/>
                </a:cubicBezTo>
                <a:cubicBezTo>
                  <a:pt x="52963" y="11223"/>
                  <a:pt x="53153" y="11247"/>
                  <a:pt x="53340" y="11247"/>
                </a:cubicBezTo>
                <a:cubicBezTo>
                  <a:pt x="53495" y="11247"/>
                  <a:pt x="53649" y="11231"/>
                  <a:pt x="53800" y="11231"/>
                </a:cubicBezTo>
                <a:cubicBezTo>
                  <a:pt x="53880" y="11231"/>
                  <a:pt x="53958" y="11235"/>
                  <a:pt x="54036" y="11249"/>
                </a:cubicBezTo>
                <a:cubicBezTo>
                  <a:pt x="54147" y="11270"/>
                  <a:pt x="54266" y="11279"/>
                  <a:pt x="54390" y="11279"/>
                </a:cubicBezTo>
                <a:cubicBezTo>
                  <a:pt x="54755" y="11279"/>
                  <a:pt x="55162" y="11201"/>
                  <a:pt x="55536" y="11130"/>
                </a:cubicBezTo>
                <a:cubicBezTo>
                  <a:pt x="55631" y="11118"/>
                  <a:pt x="55822" y="11142"/>
                  <a:pt x="55798" y="10963"/>
                </a:cubicBezTo>
                <a:cubicBezTo>
                  <a:pt x="55774" y="10761"/>
                  <a:pt x="55881" y="10559"/>
                  <a:pt x="55846" y="10368"/>
                </a:cubicBezTo>
                <a:cubicBezTo>
                  <a:pt x="55679" y="9737"/>
                  <a:pt x="55929" y="9094"/>
                  <a:pt x="55786" y="8451"/>
                </a:cubicBezTo>
                <a:cubicBezTo>
                  <a:pt x="55703" y="8094"/>
                  <a:pt x="55881" y="7689"/>
                  <a:pt x="55810" y="7356"/>
                </a:cubicBezTo>
                <a:cubicBezTo>
                  <a:pt x="55679" y="6713"/>
                  <a:pt x="56155" y="6106"/>
                  <a:pt x="55917" y="5701"/>
                </a:cubicBezTo>
                <a:cubicBezTo>
                  <a:pt x="55762" y="4855"/>
                  <a:pt x="55846" y="4201"/>
                  <a:pt x="55381" y="3677"/>
                </a:cubicBezTo>
                <a:cubicBezTo>
                  <a:pt x="55334" y="3617"/>
                  <a:pt x="55274" y="3546"/>
                  <a:pt x="55262" y="3474"/>
                </a:cubicBezTo>
                <a:cubicBezTo>
                  <a:pt x="55215" y="3022"/>
                  <a:pt x="54941" y="2712"/>
                  <a:pt x="54667" y="2391"/>
                </a:cubicBezTo>
                <a:cubicBezTo>
                  <a:pt x="54346" y="2010"/>
                  <a:pt x="53893" y="1819"/>
                  <a:pt x="53488" y="1593"/>
                </a:cubicBezTo>
                <a:cubicBezTo>
                  <a:pt x="53344" y="1516"/>
                  <a:pt x="53136" y="1392"/>
                  <a:pt x="52873" y="1392"/>
                </a:cubicBezTo>
                <a:cubicBezTo>
                  <a:pt x="52811" y="1392"/>
                  <a:pt x="52746" y="1399"/>
                  <a:pt x="52679" y="1415"/>
                </a:cubicBezTo>
                <a:cubicBezTo>
                  <a:pt x="52572" y="1439"/>
                  <a:pt x="52448" y="1455"/>
                  <a:pt x="52319" y="1455"/>
                </a:cubicBezTo>
                <a:cubicBezTo>
                  <a:pt x="52073" y="1455"/>
                  <a:pt x="51811" y="1396"/>
                  <a:pt x="51631" y="1224"/>
                </a:cubicBezTo>
                <a:cubicBezTo>
                  <a:pt x="51440" y="1063"/>
                  <a:pt x="51274" y="1004"/>
                  <a:pt x="51076" y="1004"/>
                </a:cubicBezTo>
                <a:cubicBezTo>
                  <a:pt x="51040" y="1004"/>
                  <a:pt x="51003" y="1006"/>
                  <a:pt x="50964" y="1010"/>
                </a:cubicBezTo>
                <a:cubicBezTo>
                  <a:pt x="50954" y="1011"/>
                  <a:pt x="50944" y="1011"/>
                  <a:pt x="50934" y="1011"/>
                </a:cubicBezTo>
                <a:cubicBezTo>
                  <a:pt x="50815" y="1011"/>
                  <a:pt x="50706" y="949"/>
                  <a:pt x="50607" y="938"/>
                </a:cubicBezTo>
                <a:cubicBezTo>
                  <a:pt x="50265" y="900"/>
                  <a:pt x="49946" y="688"/>
                  <a:pt x="49596" y="688"/>
                </a:cubicBezTo>
                <a:cubicBezTo>
                  <a:pt x="49507" y="688"/>
                  <a:pt x="49415" y="702"/>
                  <a:pt x="49321" y="736"/>
                </a:cubicBezTo>
                <a:cubicBezTo>
                  <a:pt x="49265" y="755"/>
                  <a:pt x="49209" y="773"/>
                  <a:pt x="49158" y="773"/>
                </a:cubicBezTo>
                <a:cubicBezTo>
                  <a:pt x="49112" y="773"/>
                  <a:pt x="49069" y="758"/>
                  <a:pt x="49035" y="712"/>
                </a:cubicBezTo>
                <a:cubicBezTo>
                  <a:pt x="48945" y="597"/>
                  <a:pt x="48837" y="573"/>
                  <a:pt x="48720" y="573"/>
                </a:cubicBezTo>
                <a:cubicBezTo>
                  <a:pt x="48668" y="573"/>
                  <a:pt x="48614" y="577"/>
                  <a:pt x="48559" y="581"/>
                </a:cubicBezTo>
                <a:cubicBezTo>
                  <a:pt x="48548" y="582"/>
                  <a:pt x="48537" y="582"/>
                  <a:pt x="48525" y="582"/>
                </a:cubicBezTo>
                <a:cubicBezTo>
                  <a:pt x="48313" y="582"/>
                  <a:pt x="48106" y="441"/>
                  <a:pt x="47892" y="441"/>
                </a:cubicBezTo>
                <a:cubicBezTo>
                  <a:pt x="47795" y="441"/>
                  <a:pt x="47696" y="471"/>
                  <a:pt x="47595" y="557"/>
                </a:cubicBezTo>
                <a:cubicBezTo>
                  <a:pt x="47591" y="561"/>
                  <a:pt x="47584" y="562"/>
                  <a:pt x="47575" y="562"/>
                </a:cubicBezTo>
                <a:cubicBezTo>
                  <a:pt x="47549" y="562"/>
                  <a:pt x="47508" y="551"/>
                  <a:pt x="47499" y="534"/>
                </a:cubicBezTo>
                <a:cubicBezTo>
                  <a:pt x="47470" y="429"/>
                  <a:pt x="47408" y="401"/>
                  <a:pt x="47341" y="401"/>
                </a:cubicBezTo>
                <a:cubicBezTo>
                  <a:pt x="47271" y="401"/>
                  <a:pt x="47197" y="432"/>
                  <a:pt x="47154" y="438"/>
                </a:cubicBezTo>
                <a:cubicBezTo>
                  <a:pt x="46937" y="452"/>
                  <a:pt x="46719" y="466"/>
                  <a:pt x="46502" y="466"/>
                </a:cubicBezTo>
                <a:cubicBezTo>
                  <a:pt x="46159" y="466"/>
                  <a:pt x="45820" y="431"/>
                  <a:pt x="45499" y="307"/>
                </a:cubicBezTo>
                <a:cubicBezTo>
                  <a:pt x="45259" y="225"/>
                  <a:pt x="42493" y="213"/>
                  <a:pt x="39888" y="213"/>
                </a:cubicBezTo>
                <a:cubicBezTo>
                  <a:pt x="38859" y="213"/>
                  <a:pt x="37855" y="215"/>
                  <a:pt x="37041" y="215"/>
                </a:cubicBezTo>
                <a:cubicBezTo>
                  <a:pt x="36039" y="215"/>
                  <a:pt x="35326" y="212"/>
                  <a:pt x="35212" y="200"/>
                </a:cubicBezTo>
                <a:cubicBezTo>
                  <a:pt x="35006" y="172"/>
                  <a:pt x="34797" y="164"/>
                  <a:pt x="34586" y="164"/>
                </a:cubicBezTo>
                <a:cubicBezTo>
                  <a:pt x="34305" y="164"/>
                  <a:pt x="34021" y="179"/>
                  <a:pt x="33736" y="179"/>
                </a:cubicBezTo>
                <a:cubicBezTo>
                  <a:pt x="33593" y="179"/>
                  <a:pt x="33450" y="175"/>
                  <a:pt x="33307" y="164"/>
                </a:cubicBezTo>
                <a:cubicBezTo>
                  <a:pt x="33144" y="150"/>
                  <a:pt x="32972" y="119"/>
                  <a:pt x="32794" y="119"/>
                </a:cubicBezTo>
                <a:cubicBezTo>
                  <a:pt x="32673" y="119"/>
                  <a:pt x="32551" y="133"/>
                  <a:pt x="32426" y="176"/>
                </a:cubicBezTo>
                <a:cubicBezTo>
                  <a:pt x="32353" y="196"/>
                  <a:pt x="32258" y="215"/>
                  <a:pt x="32159" y="215"/>
                </a:cubicBezTo>
                <a:cubicBezTo>
                  <a:pt x="32015" y="215"/>
                  <a:pt x="31860" y="174"/>
                  <a:pt x="31747" y="33"/>
                </a:cubicBezTo>
                <a:cubicBezTo>
                  <a:pt x="31730" y="10"/>
                  <a:pt x="31709" y="1"/>
                  <a:pt x="31685" y="1"/>
                </a:cubicBezTo>
                <a:close/>
              </a:path>
            </a:pathLst>
          </a:custGeom>
          <a:solidFill>
            <a:schemeClr val="accent2">
              <a:lumMod val="75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US" dirty="0">
                <a:solidFill>
                  <a:schemeClr val="bg1"/>
                </a:solidFill>
              </a:rPr>
              <a:t>Organizational</a:t>
            </a:r>
            <a:endParaRPr dirty="0">
              <a:solidFill>
                <a:schemeClr val="bg1"/>
              </a:solidFill>
            </a:endParaRPr>
          </a:p>
        </p:txBody>
      </p:sp>
      <p:sp>
        <p:nvSpPr>
          <p:cNvPr id="28" name="TextBox 27">
            <a:extLst>
              <a:ext uri="{FF2B5EF4-FFF2-40B4-BE49-F238E27FC236}">
                <a16:creationId xmlns:a16="http://schemas.microsoft.com/office/drawing/2014/main" id="{07195925-8F30-560C-B4C0-1494D0854272}"/>
              </a:ext>
            </a:extLst>
          </p:cNvPr>
          <p:cNvSpPr txBox="1"/>
          <p:nvPr/>
        </p:nvSpPr>
        <p:spPr>
          <a:xfrm>
            <a:off x="4618673" y="2173771"/>
            <a:ext cx="2638523" cy="1600438"/>
          </a:xfrm>
          <a:prstGeom prst="rect">
            <a:avLst/>
          </a:prstGeom>
          <a:noFill/>
        </p:spPr>
        <p:txBody>
          <a:bodyPr wrap="square" rtlCol="0">
            <a:spAutoFit/>
          </a:bodyPr>
          <a:lstStyle/>
          <a:p>
            <a:r>
              <a:rPr lang="en-US" sz="1400" dirty="0"/>
              <a:t>- Must follow governmental policies &amp; WHO.</a:t>
            </a:r>
          </a:p>
          <a:p>
            <a:r>
              <a:rPr lang="en-US" sz="1400" dirty="0"/>
              <a:t>- Need of suitable high technologies(petrol companies, factories vs schools )</a:t>
            </a:r>
          </a:p>
          <a:p>
            <a:endParaRPr lang="en-US" sz="1400" dirty="0">
              <a:latin typeface="Montserrat" panose="00000500000000000000" pitchFamily="2" charset="0"/>
            </a:endParaRPr>
          </a:p>
          <a:p>
            <a:endParaRPr lang="en-US" sz="1400" dirty="0">
              <a:latin typeface="Montserrat" panose="00000500000000000000" pitchFamily="2" charset="0"/>
            </a:endParaRPr>
          </a:p>
        </p:txBody>
      </p:sp>
      <p:sp>
        <p:nvSpPr>
          <p:cNvPr id="30" name="Google Shape;383;p21">
            <a:extLst>
              <a:ext uri="{FF2B5EF4-FFF2-40B4-BE49-F238E27FC236}">
                <a16:creationId xmlns:a16="http://schemas.microsoft.com/office/drawing/2014/main" id="{13A4F703-8B01-B3EA-7C63-E3FE4B7EF811}"/>
              </a:ext>
            </a:extLst>
          </p:cNvPr>
          <p:cNvSpPr/>
          <p:nvPr/>
        </p:nvSpPr>
        <p:spPr>
          <a:xfrm>
            <a:off x="8385078" y="1520179"/>
            <a:ext cx="222335" cy="289544"/>
          </a:xfrm>
          <a:custGeom>
            <a:avLst/>
            <a:gdLst/>
            <a:ahLst/>
            <a:cxnLst/>
            <a:rect l="l" t="t" r="r" b="b"/>
            <a:pathLst>
              <a:path w="5915" h="15236" extrusionOk="0">
                <a:moveTo>
                  <a:pt x="4140" y="0"/>
                </a:moveTo>
                <a:cubicBezTo>
                  <a:pt x="4074" y="0"/>
                  <a:pt x="3997" y="21"/>
                  <a:pt x="3942" y="53"/>
                </a:cubicBezTo>
                <a:cubicBezTo>
                  <a:pt x="3501" y="315"/>
                  <a:pt x="3251" y="791"/>
                  <a:pt x="2966" y="1208"/>
                </a:cubicBezTo>
                <a:cubicBezTo>
                  <a:pt x="2750" y="1510"/>
                  <a:pt x="2566" y="1699"/>
                  <a:pt x="2317" y="1699"/>
                </a:cubicBezTo>
                <a:cubicBezTo>
                  <a:pt x="2223" y="1699"/>
                  <a:pt x="2119" y="1672"/>
                  <a:pt x="2001" y="1613"/>
                </a:cubicBezTo>
                <a:cubicBezTo>
                  <a:pt x="1513" y="1363"/>
                  <a:pt x="1061" y="1053"/>
                  <a:pt x="596" y="755"/>
                </a:cubicBezTo>
                <a:cubicBezTo>
                  <a:pt x="501" y="708"/>
                  <a:pt x="418" y="625"/>
                  <a:pt x="322" y="577"/>
                </a:cubicBezTo>
                <a:cubicBezTo>
                  <a:pt x="267" y="543"/>
                  <a:pt x="219" y="522"/>
                  <a:pt x="180" y="522"/>
                </a:cubicBezTo>
                <a:cubicBezTo>
                  <a:pt x="110" y="522"/>
                  <a:pt x="68" y="588"/>
                  <a:pt x="60" y="755"/>
                </a:cubicBezTo>
                <a:cubicBezTo>
                  <a:pt x="1" y="1422"/>
                  <a:pt x="263" y="2029"/>
                  <a:pt x="310" y="2672"/>
                </a:cubicBezTo>
                <a:cubicBezTo>
                  <a:pt x="322" y="2839"/>
                  <a:pt x="549" y="2982"/>
                  <a:pt x="287" y="3125"/>
                </a:cubicBezTo>
                <a:cubicBezTo>
                  <a:pt x="275" y="3125"/>
                  <a:pt x="275" y="3232"/>
                  <a:pt x="287" y="3244"/>
                </a:cubicBezTo>
                <a:cubicBezTo>
                  <a:pt x="644" y="3363"/>
                  <a:pt x="322" y="3732"/>
                  <a:pt x="489" y="3970"/>
                </a:cubicBezTo>
                <a:cubicBezTo>
                  <a:pt x="549" y="4054"/>
                  <a:pt x="608" y="4458"/>
                  <a:pt x="489" y="4720"/>
                </a:cubicBezTo>
                <a:cubicBezTo>
                  <a:pt x="468" y="4762"/>
                  <a:pt x="511" y="4895"/>
                  <a:pt x="571" y="4895"/>
                </a:cubicBezTo>
                <a:cubicBezTo>
                  <a:pt x="579" y="4895"/>
                  <a:pt x="587" y="4893"/>
                  <a:pt x="596" y="4887"/>
                </a:cubicBezTo>
                <a:cubicBezTo>
                  <a:pt x="668" y="4833"/>
                  <a:pt x="716" y="4812"/>
                  <a:pt x="746" y="4812"/>
                </a:cubicBezTo>
                <a:cubicBezTo>
                  <a:pt x="838" y="4812"/>
                  <a:pt x="778" y="4997"/>
                  <a:pt x="751" y="5042"/>
                </a:cubicBezTo>
                <a:cubicBezTo>
                  <a:pt x="596" y="5304"/>
                  <a:pt x="1096" y="5566"/>
                  <a:pt x="751" y="5816"/>
                </a:cubicBezTo>
                <a:cubicBezTo>
                  <a:pt x="1061" y="5935"/>
                  <a:pt x="811" y="6244"/>
                  <a:pt x="894" y="6399"/>
                </a:cubicBezTo>
                <a:cubicBezTo>
                  <a:pt x="1132" y="6804"/>
                  <a:pt x="1096" y="7280"/>
                  <a:pt x="1227" y="7721"/>
                </a:cubicBezTo>
                <a:cubicBezTo>
                  <a:pt x="1346" y="8137"/>
                  <a:pt x="1346" y="8602"/>
                  <a:pt x="1537" y="9018"/>
                </a:cubicBezTo>
                <a:cubicBezTo>
                  <a:pt x="1608" y="9173"/>
                  <a:pt x="1549" y="9435"/>
                  <a:pt x="1513" y="9649"/>
                </a:cubicBezTo>
                <a:cubicBezTo>
                  <a:pt x="1465" y="9876"/>
                  <a:pt x="1704" y="9911"/>
                  <a:pt x="1704" y="10161"/>
                </a:cubicBezTo>
                <a:cubicBezTo>
                  <a:pt x="1692" y="10549"/>
                  <a:pt x="1650" y="10700"/>
                  <a:pt x="1348" y="10700"/>
                </a:cubicBezTo>
                <a:cubicBezTo>
                  <a:pt x="1325" y="10700"/>
                  <a:pt x="1301" y="10699"/>
                  <a:pt x="1275" y="10697"/>
                </a:cubicBezTo>
                <a:cubicBezTo>
                  <a:pt x="1061" y="10685"/>
                  <a:pt x="882" y="10554"/>
                  <a:pt x="656" y="10531"/>
                </a:cubicBezTo>
                <a:cubicBezTo>
                  <a:pt x="636" y="10528"/>
                  <a:pt x="617" y="10526"/>
                  <a:pt x="600" y="10526"/>
                </a:cubicBezTo>
                <a:cubicBezTo>
                  <a:pt x="403" y="10526"/>
                  <a:pt x="387" y="10705"/>
                  <a:pt x="310" y="10792"/>
                </a:cubicBezTo>
                <a:cubicBezTo>
                  <a:pt x="227" y="10900"/>
                  <a:pt x="299" y="11054"/>
                  <a:pt x="418" y="11126"/>
                </a:cubicBezTo>
                <a:cubicBezTo>
                  <a:pt x="584" y="11209"/>
                  <a:pt x="691" y="11364"/>
                  <a:pt x="751" y="11531"/>
                </a:cubicBezTo>
                <a:cubicBezTo>
                  <a:pt x="953" y="12102"/>
                  <a:pt x="1394" y="12495"/>
                  <a:pt x="1608" y="13055"/>
                </a:cubicBezTo>
                <a:cubicBezTo>
                  <a:pt x="1632" y="13138"/>
                  <a:pt x="1704" y="13198"/>
                  <a:pt x="1787" y="13209"/>
                </a:cubicBezTo>
                <a:cubicBezTo>
                  <a:pt x="1930" y="13233"/>
                  <a:pt x="2025" y="13376"/>
                  <a:pt x="2073" y="13483"/>
                </a:cubicBezTo>
                <a:cubicBezTo>
                  <a:pt x="2263" y="13983"/>
                  <a:pt x="2680" y="14257"/>
                  <a:pt x="3025" y="14602"/>
                </a:cubicBezTo>
                <a:cubicBezTo>
                  <a:pt x="3144" y="14733"/>
                  <a:pt x="3299" y="14781"/>
                  <a:pt x="3382" y="14995"/>
                </a:cubicBezTo>
                <a:cubicBezTo>
                  <a:pt x="3455" y="15154"/>
                  <a:pt x="3606" y="15236"/>
                  <a:pt x="3751" y="15236"/>
                </a:cubicBezTo>
                <a:cubicBezTo>
                  <a:pt x="3867" y="15236"/>
                  <a:pt x="3980" y="15184"/>
                  <a:pt x="4049" y="15079"/>
                </a:cubicBezTo>
                <a:cubicBezTo>
                  <a:pt x="4299" y="14698"/>
                  <a:pt x="4537" y="14293"/>
                  <a:pt x="4728" y="13888"/>
                </a:cubicBezTo>
                <a:cubicBezTo>
                  <a:pt x="4978" y="13328"/>
                  <a:pt x="5240" y="12781"/>
                  <a:pt x="5418" y="12174"/>
                </a:cubicBezTo>
                <a:cubicBezTo>
                  <a:pt x="5621" y="11423"/>
                  <a:pt x="5835" y="10673"/>
                  <a:pt x="5906" y="9911"/>
                </a:cubicBezTo>
                <a:cubicBezTo>
                  <a:pt x="5915" y="9487"/>
                  <a:pt x="5851" y="9329"/>
                  <a:pt x="5654" y="9329"/>
                </a:cubicBezTo>
                <a:cubicBezTo>
                  <a:pt x="5575" y="9329"/>
                  <a:pt x="5474" y="9355"/>
                  <a:pt x="5347" y="9399"/>
                </a:cubicBezTo>
                <a:cubicBezTo>
                  <a:pt x="5109" y="9483"/>
                  <a:pt x="4954" y="9697"/>
                  <a:pt x="4716" y="9721"/>
                </a:cubicBezTo>
                <a:cubicBezTo>
                  <a:pt x="4665" y="9725"/>
                  <a:pt x="4600" y="9734"/>
                  <a:pt x="4540" y="9734"/>
                </a:cubicBezTo>
                <a:cubicBezTo>
                  <a:pt x="4445" y="9734"/>
                  <a:pt x="4363" y="9713"/>
                  <a:pt x="4371" y="9626"/>
                </a:cubicBezTo>
                <a:cubicBezTo>
                  <a:pt x="4418" y="9340"/>
                  <a:pt x="4156" y="9292"/>
                  <a:pt x="4109" y="9090"/>
                </a:cubicBezTo>
                <a:cubicBezTo>
                  <a:pt x="4085" y="9007"/>
                  <a:pt x="3990" y="8935"/>
                  <a:pt x="4061" y="8816"/>
                </a:cubicBezTo>
                <a:cubicBezTo>
                  <a:pt x="4180" y="8602"/>
                  <a:pt x="4156" y="8352"/>
                  <a:pt x="4156" y="8114"/>
                </a:cubicBezTo>
                <a:cubicBezTo>
                  <a:pt x="4144" y="7078"/>
                  <a:pt x="4120" y="6030"/>
                  <a:pt x="4144" y="5006"/>
                </a:cubicBezTo>
                <a:cubicBezTo>
                  <a:pt x="4156" y="4089"/>
                  <a:pt x="4097" y="3161"/>
                  <a:pt x="4156" y="2244"/>
                </a:cubicBezTo>
                <a:cubicBezTo>
                  <a:pt x="4192" y="1601"/>
                  <a:pt x="4299" y="958"/>
                  <a:pt x="4228" y="303"/>
                </a:cubicBezTo>
                <a:cubicBezTo>
                  <a:pt x="4228" y="208"/>
                  <a:pt x="4394" y="89"/>
                  <a:pt x="4228" y="17"/>
                </a:cubicBezTo>
                <a:cubicBezTo>
                  <a:pt x="4204" y="5"/>
                  <a:pt x="4173" y="0"/>
                  <a:pt x="4140" y="0"/>
                </a:cubicBezTo>
                <a:close/>
              </a:path>
            </a:pathLst>
          </a:custGeom>
          <a:solidFill>
            <a:srgbClr val="0B4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bg2">
                  <a:lumMod val="50000"/>
                </a:schemeClr>
              </a:solidFill>
            </a:endParaRPr>
          </a:p>
        </p:txBody>
      </p:sp>
      <p:sp>
        <p:nvSpPr>
          <p:cNvPr id="31" name="Google Shape;382;p21">
            <a:extLst>
              <a:ext uri="{FF2B5EF4-FFF2-40B4-BE49-F238E27FC236}">
                <a16:creationId xmlns:a16="http://schemas.microsoft.com/office/drawing/2014/main" id="{0A80E722-7BE4-BC0F-2A1F-2FE6958F331A}"/>
              </a:ext>
            </a:extLst>
          </p:cNvPr>
          <p:cNvSpPr/>
          <p:nvPr/>
        </p:nvSpPr>
        <p:spPr>
          <a:xfrm>
            <a:off x="8385078" y="1502455"/>
            <a:ext cx="222335" cy="299888"/>
          </a:xfrm>
          <a:custGeom>
            <a:avLst/>
            <a:gdLst/>
            <a:ahLst/>
            <a:cxnLst/>
            <a:rect l="l" t="t" r="r" b="b"/>
            <a:pathLst>
              <a:path w="7609" h="17372" extrusionOk="0">
                <a:moveTo>
                  <a:pt x="4985" y="1280"/>
                </a:moveTo>
                <a:cubicBezTo>
                  <a:pt x="5018" y="1280"/>
                  <a:pt x="5049" y="1285"/>
                  <a:pt x="5073" y="1297"/>
                </a:cubicBezTo>
                <a:cubicBezTo>
                  <a:pt x="5239" y="1369"/>
                  <a:pt x="5073" y="1488"/>
                  <a:pt x="5073" y="1583"/>
                </a:cubicBezTo>
                <a:cubicBezTo>
                  <a:pt x="5144" y="2238"/>
                  <a:pt x="5037" y="2881"/>
                  <a:pt x="5001" y="3524"/>
                </a:cubicBezTo>
                <a:cubicBezTo>
                  <a:pt x="4942" y="4441"/>
                  <a:pt x="5001" y="5369"/>
                  <a:pt x="4989" y="6286"/>
                </a:cubicBezTo>
                <a:cubicBezTo>
                  <a:pt x="4965" y="7310"/>
                  <a:pt x="4989" y="8358"/>
                  <a:pt x="5001" y="9394"/>
                </a:cubicBezTo>
                <a:cubicBezTo>
                  <a:pt x="5001" y="9632"/>
                  <a:pt x="5025" y="9882"/>
                  <a:pt x="4906" y="10096"/>
                </a:cubicBezTo>
                <a:cubicBezTo>
                  <a:pt x="4835" y="10215"/>
                  <a:pt x="4930" y="10287"/>
                  <a:pt x="4954" y="10370"/>
                </a:cubicBezTo>
                <a:cubicBezTo>
                  <a:pt x="5001" y="10572"/>
                  <a:pt x="5263" y="10620"/>
                  <a:pt x="5216" y="10906"/>
                </a:cubicBezTo>
                <a:cubicBezTo>
                  <a:pt x="5208" y="10993"/>
                  <a:pt x="5290" y="11014"/>
                  <a:pt x="5385" y="11014"/>
                </a:cubicBezTo>
                <a:cubicBezTo>
                  <a:pt x="5445" y="11014"/>
                  <a:pt x="5510" y="11005"/>
                  <a:pt x="5561" y="11001"/>
                </a:cubicBezTo>
                <a:cubicBezTo>
                  <a:pt x="5799" y="10977"/>
                  <a:pt x="5954" y="10763"/>
                  <a:pt x="6192" y="10679"/>
                </a:cubicBezTo>
                <a:cubicBezTo>
                  <a:pt x="6319" y="10635"/>
                  <a:pt x="6420" y="10609"/>
                  <a:pt x="6499" y="10609"/>
                </a:cubicBezTo>
                <a:cubicBezTo>
                  <a:pt x="6696" y="10609"/>
                  <a:pt x="6760" y="10767"/>
                  <a:pt x="6751" y="11191"/>
                </a:cubicBezTo>
                <a:cubicBezTo>
                  <a:pt x="6680" y="11953"/>
                  <a:pt x="6466" y="12703"/>
                  <a:pt x="6263" y="13454"/>
                </a:cubicBezTo>
                <a:cubicBezTo>
                  <a:pt x="6085" y="14061"/>
                  <a:pt x="5823" y="14608"/>
                  <a:pt x="5573" y="15168"/>
                </a:cubicBezTo>
                <a:cubicBezTo>
                  <a:pt x="5382" y="15573"/>
                  <a:pt x="5144" y="15978"/>
                  <a:pt x="4894" y="16359"/>
                </a:cubicBezTo>
                <a:cubicBezTo>
                  <a:pt x="4825" y="16464"/>
                  <a:pt x="4712" y="16516"/>
                  <a:pt x="4596" y="16516"/>
                </a:cubicBezTo>
                <a:cubicBezTo>
                  <a:pt x="4451" y="16516"/>
                  <a:pt x="4300" y="16434"/>
                  <a:pt x="4227" y="16275"/>
                </a:cubicBezTo>
                <a:cubicBezTo>
                  <a:pt x="4144" y="16061"/>
                  <a:pt x="3989" y="16013"/>
                  <a:pt x="3870" y="15882"/>
                </a:cubicBezTo>
                <a:cubicBezTo>
                  <a:pt x="3525" y="15537"/>
                  <a:pt x="3108" y="15263"/>
                  <a:pt x="2918" y="14763"/>
                </a:cubicBezTo>
                <a:cubicBezTo>
                  <a:pt x="2870" y="14656"/>
                  <a:pt x="2775" y="14513"/>
                  <a:pt x="2632" y="14489"/>
                </a:cubicBezTo>
                <a:cubicBezTo>
                  <a:pt x="2549" y="14478"/>
                  <a:pt x="2477" y="14418"/>
                  <a:pt x="2453" y="14335"/>
                </a:cubicBezTo>
                <a:cubicBezTo>
                  <a:pt x="2239" y="13775"/>
                  <a:pt x="1798" y="13382"/>
                  <a:pt x="1596" y="12811"/>
                </a:cubicBezTo>
                <a:cubicBezTo>
                  <a:pt x="1536" y="12644"/>
                  <a:pt x="1429" y="12489"/>
                  <a:pt x="1263" y="12406"/>
                </a:cubicBezTo>
                <a:cubicBezTo>
                  <a:pt x="1144" y="12334"/>
                  <a:pt x="1072" y="12180"/>
                  <a:pt x="1155" y="12072"/>
                </a:cubicBezTo>
                <a:cubicBezTo>
                  <a:pt x="1232" y="11985"/>
                  <a:pt x="1248" y="11806"/>
                  <a:pt x="1445" y="11806"/>
                </a:cubicBezTo>
                <a:cubicBezTo>
                  <a:pt x="1462" y="11806"/>
                  <a:pt x="1481" y="11808"/>
                  <a:pt x="1501" y="11811"/>
                </a:cubicBezTo>
                <a:cubicBezTo>
                  <a:pt x="1727" y="11834"/>
                  <a:pt x="1906" y="11965"/>
                  <a:pt x="2120" y="11977"/>
                </a:cubicBezTo>
                <a:cubicBezTo>
                  <a:pt x="2146" y="11979"/>
                  <a:pt x="2170" y="11980"/>
                  <a:pt x="2193" y="11980"/>
                </a:cubicBezTo>
                <a:cubicBezTo>
                  <a:pt x="2495" y="11980"/>
                  <a:pt x="2537" y="11829"/>
                  <a:pt x="2549" y="11441"/>
                </a:cubicBezTo>
                <a:cubicBezTo>
                  <a:pt x="2549" y="11191"/>
                  <a:pt x="2310" y="11156"/>
                  <a:pt x="2358" y="10929"/>
                </a:cubicBezTo>
                <a:cubicBezTo>
                  <a:pt x="2394" y="10715"/>
                  <a:pt x="2453" y="10453"/>
                  <a:pt x="2382" y="10298"/>
                </a:cubicBezTo>
                <a:cubicBezTo>
                  <a:pt x="2191" y="9882"/>
                  <a:pt x="2191" y="9417"/>
                  <a:pt x="2072" y="9001"/>
                </a:cubicBezTo>
                <a:cubicBezTo>
                  <a:pt x="1941" y="8560"/>
                  <a:pt x="1977" y="8084"/>
                  <a:pt x="1739" y="7679"/>
                </a:cubicBezTo>
                <a:cubicBezTo>
                  <a:pt x="1656" y="7524"/>
                  <a:pt x="1906" y="7215"/>
                  <a:pt x="1596" y="7096"/>
                </a:cubicBezTo>
                <a:cubicBezTo>
                  <a:pt x="1941" y="6846"/>
                  <a:pt x="1441" y="6584"/>
                  <a:pt x="1596" y="6322"/>
                </a:cubicBezTo>
                <a:cubicBezTo>
                  <a:pt x="1623" y="6277"/>
                  <a:pt x="1683" y="6092"/>
                  <a:pt x="1591" y="6092"/>
                </a:cubicBezTo>
                <a:cubicBezTo>
                  <a:pt x="1561" y="6092"/>
                  <a:pt x="1513" y="6113"/>
                  <a:pt x="1441" y="6167"/>
                </a:cubicBezTo>
                <a:cubicBezTo>
                  <a:pt x="1432" y="6173"/>
                  <a:pt x="1424" y="6175"/>
                  <a:pt x="1416" y="6175"/>
                </a:cubicBezTo>
                <a:cubicBezTo>
                  <a:pt x="1356" y="6175"/>
                  <a:pt x="1313" y="6042"/>
                  <a:pt x="1334" y="6000"/>
                </a:cubicBezTo>
                <a:cubicBezTo>
                  <a:pt x="1453" y="5738"/>
                  <a:pt x="1394" y="5334"/>
                  <a:pt x="1334" y="5250"/>
                </a:cubicBezTo>
                <a:cubicBezTo>
                  <a:pt x="1167" y="5012"/>
                  <a:pt x="1489" y="4643"/>
                  <a:pt x="1132" y="4524"/>
                </a:cubicBezTo>
                <a:cubicBezTo>
                  <a:pt x="1120" y="4512"/>
                  <a:pt x="1120" y="4405"/>
                  <a:pt x="1132" y="4405"/>
                </a:cubicBezTo>
                <a:cubicBezTo>
                  <a:pt x="1394" y="4262"/>
                  <a:pt x="1167" y="4119"/>
                  <a:pt x="1155" y="3952"/>
                </a:cubicBezTo>
                <a:cubicBezTo>
                  <a:pt x="1108" y="3309"/>
                  <a:pt x="846" y="2702"/>
                  <a:pt x="905" y="2035"/>
                </a:cubicBezTo>
                <a:cubicBezTo>
                  <a:pt x="913" y="1868"/>
                  <a:pt x="955" y="1802"/>
                  <a:pt x="1025" y="1802"/>
                </a:cubicBezTo>
                <a:cubicBezTo>
                  <a:pt x="1064" y="1802"/>
                  <a:pt x="1112" y="1823"/>
                  <a:pt x="1167" y="1857"/>
                </a:cubicBezTo>
                <a:cubicBezTo>
                  <a:pt x="1263" y="1905"/>
                  <a:pt x="1346" y="1988"/>
                  <a:pt x="1441" y="2035"/>
                </a:cubicBezTo>
                <a:cubicBezTo>
                  <a:pt x="1906" y="2333"/>
                  <a:pt x="2358" y="2643"/>
                  <a:pt x="2846" y="2893"/>
                </a:cubicBezTo>
                <a:cubicBezTo>
                  <a:pt x="2964" y="2952"/>
                  <a:pt x="3068" y="2979"/>
                  <a:pt x="3162" y="2979"/>
                </a:cubicBezTo>
                <a:cubicBezTo>
                  <a:pt x="3411" y="2979"/>
                  <a:pt x="3595" y="2790"/>
                  <a:pt x="3811" y="2488"/>
                </a:cubicBezTo>
                <a:cubicBezTo>
                  <a:pt x="4096" y="2071"/>
                  <a:pt x="4346" y="1595"/>
                  <a:pt x="4787" y="1333"/>
                </a:cubicBezTo>
                <a:cubicBezTo>
                  <a:pt x="4842" y="1301"/>
                  <a:pt x="4919" y="1280"/>
                  <a:pt x="4985" y="1280"/>
                </a:cubicBezTo>
                <a:close/>
                <a:moveTo>
                  <a:pt x="5405" y="0"/>
                </a:moveTo>
                <a:cubicBezTo>
                  <a:pt x="5301" y="0"/>
                  <a:pt x="5179" y="25"/>
                  <a:pt x="5037" y="71"/>
                </a:cubicBezTo>
                <a:cubicBezTo>
                  <a:pt x="4775" y="154"/>
                  <a:pt x="4668" y="369"/>
                  <a:pt x="4454" y="476"/>
                </a:cubicBezTo>
                <a:cubicBezTo>
                  <a:pt x="3942" y="750"/>
                  <a:pt x="3620" y="1309"/>
                  <a:pt x="3299" y="1774"/>
                </a:cubicBezTo>
                <a:cubicBezTo>
                  <a:pt x="3156" y="1980"/>
                  <a:pt x="3043" y="2038"/>
                  <a:pt x="2920" y="2038"/>
                </a:cubicBezTo>
                <a:cubicBezTo>
                  <a:pt x="2837" y="2038"/>
                  <a:pt x="2749" y="2012"/>
                  <a:pt x="2644" y="1988"/>
                </a:cubicBezTo>
                <a:cubicBezTo>
                  <a:pt x="2394" y="1940"/>
                  <a:pt x="2418" y="1571"/>
                  <a:pt x="2203" y="1547"/>
                </a:cubicBezTo>
                <a:cubicBezTo>
                  <a:pt x="1834" y="1500"/>
                  <a:pt x="1596" y="1238"/>
                  <a:pt x="1310" y="1035"/>
                </a:cubicBezTo>
                <a:cubicBezTo>
                  <a:pt x="1182" y="934"/>
                  <a:pt x="1001" y="875"/>
                  <a:pt x="840" y="875"/>
                </a:cubicBezTo>
                <a:cubicBezTo>
                  <a:pt x="716" y="875"/>
                  <a:pt x="604" y="910"/>
                  <a:pt x="536" y="988"/>
                </a:cubicBezTo>
                <a:cubicBezTo>
                  <a:pt x="298" y="1273"/>
                  <a:pt x="1" y="1654"/>
                  <a:pt x="120" y="2107"/>
                </a:cubicBezTo>
                <a:cubicBezTo>
                  <a:pt x="274" y="2750"/>
                  <a:pt x="263" y="3417"/>
                  <a:pt x="441" y="4048"/>
                </a:cubicBezTo>
                <a:cubicBezTo>
                  <a:pt x="501" y="4250"/>
                  <a:pt x="608" y="4500"/>
                  <a:pt x="572" y="4714"/>
                </a:cubicBezTo>
                <a:cubicBezTo>
                  <a:pt x="477" y="5357"/>
                  <a:pt x="727" y="5953"/>
                  <a:pt x="858" y="6548"/>
                </a:cubicBezTo>
                <a:cubicBezTo>
                  <a:pt x="1025" y="7346"/>
                  <a:pt x="1072" y="8191"/>
                  <a:pt x="1334" y="8989"/>
                </a:cubicBezTo>
                <a:cubicBezTo>
                  <a:pt x="1477" y="9429"/>
                  <a:pt x="1525" y="9977"/>
                  <a:pt x="1560" y="10489"/>
                </a:cubicBezTo>
                <a:cubicBezTo>
                  <a:pt x="1608" y="11037"/>
                  <a:pt x="1632" y="11037"/>
                  <a:pt x="1120" y="11108"/>
                </a:cubicBezTo>
                <a:cubicBezTo>
                  <a:pt x="429" y="11203"/>
                  <a:pt x="370" y="11430"/>
                  <a:pt x="453" y="12156"/>
                </a:cubicBezTo>
                <a:cubicBezTo>
                  <a:pt x="513" y="12727"/>
                  <a:pt x="834" y="13120"/>
                  <a:pt x="1060" y="13537"/>
                </a:cubicBezTo>
                <a:cubicBezTo>
                  <a:pt x="1394" y="14144"/>
                  <a:pt x="1798" y="14763"/>
                  <a:pt x="2298" y="15263"/>
                </a:cubicBezTo>
                <a:cubicBezTo>
                  <a:pt x="2303" y="15268"/>
                  <a:pt x="2310" y="15270"/>
                  <a:pt x="2318" y="15270"/>
                </a:cubicBezTo>
                <a:cubicBezTo>
                  <a:pt x="2329" y="15270"/>
                  <a:pt x="2343" y="15266"/>
                  <a:pt x="2357" y="15266"/>
                </a:cubicBezTo>
                <a:cubicBezTo>
                  <a:pt x="2379" y="15266"/>
                  <a:pt x="2400" y="15275"/>
                  <a:pt x="2406" y="15323"/>
                </a:cubicBezTo>
                <a:cubicBezTo>
                  <a:pt x="2465" y="15751"/>
                  <a:pt x="2822" y="15930"/>
                  <a:pt x="3049" y="16204"/>
                </a:cubicBezTo>
                <a:cubicBezTo>
                  <a:pt x="3275" y="16478"/>
                  <a:pt x="3561" y="16740"/>
                  <a:pt x="3834" y="16990"/>
                </a:cubicBezTo>
                <a:cubicBezTo>
                  <a:pt x="4024" y="17160"/>
                  <a:pt x="4416" y="17372"/>
                  <a:pt x="4678" y="17372"/>
                </a:cubicBezTo>
                <a:cubicBezTo>
                  <a:pt x="4727" y="17372"/>
                  <a:pt x="4773" y="17364"/>
                  <a:pt x="4811" y="17347"/>
                </a:cubicBezTo>
                <a:cubicBezTo>
                  <a:pt x="5394" y="17061"/>
                  <a:pt x="5727" y="16454"/>
                  <a:pt x="5989" y="15894"/>
                </a:cubicBezTo>
                <a:cubicBezTo>
                  <a:pt x="6180" y="15501"/>
                  <a:pt x="6323" y="15013"/>
                  <a:pt x="6549" y="14692"/>
                </a:cubicBezTo>
                <a:cubicBezTo>
                  <a:pt x="6966" y="14097"/>
                  <a:pt x="7013" y="13394"/>
                  <a:pt x="7263" y="12751"/>
                </a:cubicBezTo>
                <a:cubicBezTo>
                  <a:pt x="7478" y="12203"/>
                  <a:pt x="7513" y="11560"/>
                  <a:pt x="7525" y="10953"/>
                </a:cubicBezTo>
                <a:cubicBezTo>
                  <a:pt x="7525" y="10632"/>
                  <a:pt x="7609" y="10227"/>
                  <a:pt x="7240" y="9941"/>
                </a:cubicBezTo>
                <a:cubicBezTo>
                  <a:pt x="7023" y="9779"/>
                  <a:pt x="6826" y="9670"/>
                  <a:pt x="6623" y="9670"/>
                </a:cubicBezTo>
                <a:cubicBezTo>
                  <a:pt x="6470" y="9670"/>
                  <a:pt x="6314" y="9733"/>
                  <a:pt x="6144" y="9882"/>
                </a:cubicBezTo>
                <a:cubicBezTo>
                  <a:pt x="6071" y="9940"/>
                  <a:pt x="6002" y="9966"/>
                  <a:pt x="5943" y="9966"/>
                </a:cubicBezTo>
                <a:cubicBezTo>
                  <a:pt x="5822" y="9966"/>
                  <a:pt x="5743" y="9852"/>
                  <a:pt x="5751" y="9667"/>
                </a:cubicBezTo>
                <a:cubicBezTo>
                  <a:pt x="5763" y="8632"/>
                  <a:pt x="5787" y="7596"/>
                  <a:pt x="5787" y="6560"/>
                </a:cubicBezTo>
                <a:cubicBezTo>
                  <a:pt x="5775" y="5595"/>
                  <a:pt x="5787" y="4643"/>
                  <a:pt x="5775" y="3679"/>
                </a:cubicBezTo>
                <a:cubicBezTo>
                  <a:pt x="5751" y="2714"/>
                  <a:pt x="5918" y="1762"/>
                  <a:pt x="5835" y="785"/>
                </a:cubicBezTo>
                <a:cubicBezTo>
                  <a:pt x="5862" y="236"/>
                  <a:pt x="5725" y="0"/>
                  <a:pt x="540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bg2">
                  <a:lumMod val="50000"/>
                </a:schemeClr>
              </a:solidFill>
            </a:endParaRPr>
          </a:p>
        </p:txBody>
      </p:sp>
      <p:sp>
        <p:nvSpPr>
          <p:cNvPr id="32" name="TextBox 31">
            <a:extLst>
              <a:ext uri="{FF2B5EF4-FFF2-40B4-BE49-F238E27FC236}">
                <a16:creationId xmlns:a16="http://schemas.microsoft.com/office/drawing/2014/main" id="{68E1E3A1-B718-C800-C9BA-2C0F8F216D30}"/>
              </a:ext>
            </a:extLst>
          </p:cNvPr>
          <p:cNvSpPr txBox="1"/>
          <p:nvPr/>
        </p:nvSpPr>
        <p:spPr>
          <a:xfrm>
            <a:off x="7310656" y="2141330"/>
            <a:ext cx="2950943" cy="1569660"/>
          </a:xfrm>
          <a:prstGeom prst="rect">
            <a:avLst/>
          </a:prstGeom>
          <a:noFill/>
        </p:spPr>
        <p:txBody>
          <a:bodyPr wrap="square" rtlCol="0">
            <a:spAutoFit/>
          </a:bodyPr>
          <a:lstStyle/>
          <a:p>
            <a:r>
              <a:rPr lang="en-US" sz="1400" dirty="0"/>
              <a:t>- Trading policies they follow.(Insurance, industrial)</a:t>
            </a:r>
          </a:p>
          <a:p>
            <a:r>
              <a:rPr lang="en-US" sz="1400" dirty="0"/>
              <a:t>- Safety Standards of stuff, employees, children(School, syndicates)</a:t>
            </a:r>
          </a:p>
          <a:p>
            <a:pPr marL="285750" indent="-285750">
              <a:buFontTx/>
              <a:buChar char="-"/>
            </a:pPr>
            <a:endParaRPr lang="en-US" sz="1300" dirty="0">
              <a:latin typeface="Montserrat" panose="00000500000000000000" pitchFamily="2" charset="0"/>
            </a:endParaRPr>
          </a:p>
          <a:p>
            <a:pPr marL="285750" indent="-285750">
              <a:buFontTx/>
              <a:buChar char="-"/>
            </a:pPr>
            <a:endParaRPr lang="en-US" sz="1300" dirty="0">
              <a:latin typeface="Montserrat" panose="00000500000000000000" pitchFamily="2" charset="0"/>
            </a:endParaRPr>
          </a:p>
        </p:txBody>
      </p:sp>
      <p:sp>
        <p:nvSpPr>
          <p:cNvPr id="36" name="TextBox 35">
            <a:extLst>
              <a:ext uri="{FF2B5EF4-FFF2-40B4-BE49-F238E27FC236}">
                <a16:creationId xmlns:a16="http://schemas.microsoft.com/office/drawing/2014/main" id="{B52B10C4-C168-6621-C1A1-E5D85C2A2EB3}"/>
              </a:ext>
            </a:extLst>
          </p:cNvPr>
          <p:cNvSpPr txBox="1"/>
          <p:nvPr/>
        </p:nvSpPr>
        <p:spPr>
          <a:xfrm>
            <a:off x="438096" y="3541418"/>
            <a:ext cx="11321150" cy="2677656"/>
          </a:xfrm>
          <a:prstGeom prst="rect">
            <a:avLst/>
          </a:prstGeom>
          <a:noFill/>
        </p:spPr>
        <p:txBody>
          <a:bodyPr wrap="square" rtlCol="0">
            <a:spAutoFit/>
          </a:bodyPr>
          <a:lstStyle/>
          <a:p>
            <a:pPr marL="342900" indent="-342900">
              <a:lnSpc>
                <a:spcPct val="120000"/>
              </a:lnSpc>
              <a:spcBef>
                <a:spcPts val="1000"/>
              </a:spcBef>
              <a:buFont typeface="Wingdings" panose="05000000000000000000" pitchFamily="2" charset="2"/>
              <a:buChar char="q"/>
            </a:pPr>
            <a:r>
              <a:rPr lang="en-US" sz="2000" dirty="0">
                <a:cs typeface="Calibri" panose="020F0502020204030204" pitchFamily="34" charset="0"/>
              </a:rPr>
              <a:t>Buying process:</a:t>
            </a:r>
          </a:p>
          <a:p>
            <a:pPr marL="571500" lvl="1" algn="just"/>
            <a:r>
              <a:rPr lang="en-US" dirty="0">
                <a:effectLst/>
                <a:ea typeface="Times New Roman" panose="02020603050405020304" pitchFamily="18" charset="0"/>
                <a:cs typeface="Calibri" panose="020F0502020204030204" pitchFamily="34" charset="0"/>
              </a:rPr>
              <a:t>- Problem recognition: syndicates, Insurance companies want to make tests for employees.</a:t>
            </a:r>
          </a:p>
          <a:p>
            <a:pPr marL="571500" lvl="1" algn="just"/>
            <a:r>
              <a:rPr lang="en-US" dirty="0">
                <a:effectLst/>
                <a:ea typeface="Times New Roman" panose="02020603050405020304" pitchFamily="18" charset="0"/>
                <a:cs typeface="Calibri" panose="020F0502020204030204" pitchFamily="34" charset="0"/>
              </a:rPr>
              <a:t>- Need description: make an annual subscription contract to make periodic tests.</a:t>
            </a:r>
          </a:p>
          <a:p>
            <a:pPr marL="571500" lvl="1" algn="just"/>
            <a:r>
              <a:rPr lang="en-US" dirty="0">
                <a:effectLst/>
                <a:ea typeface="Times New Roman" panose="02020603050405020304" pitchFamily="18" charset="0"/>
                <a:cs typeface="Calibri" panose="020F0502020204030204" pitchFamily="34" charset="0"/>
              </a:rPr>
              <a:t>- Supplier search: they search for different mega labs. </a:t>
            </a:r>
          </a:p>
          <a:p>
            <a:pPr marL="571500" lvl="1" algn="just"/>
            <a:r>
              <a:rPr lang="en-US" dirty="0">
                <a:effectLst/>
                <a:ea typeface="Times New Roman" panose="02020603050405020304" pitchFamily="18" charset="0"/>
                <a:cs typeface="Calibri" panose="020F0502020204030204" pitchFamily="34" charset="0"/>
              </a:rPr>
              <a:t>- Proposal solicitation: they search for different deals in different places. </a:t>
            </a:r>
          </a:p>
          <a:p>
            <a:pPr marL="571500" lvl="1" algn="just"/>
            <a:r>
              <a:rPr lang="en-US" dirty="0">
                <a:effectLst/>
                <a:ea typeface="Times New Roman" panose="02020603050405020304" pitchFamily="18" charset="0"/>
                <a:cs typeface="Calibri" panose="020F0502020204030204" pitchFamily="34" charset="0"/>
              </a:rPr>
              <a:t>- Supplier selection: they find the right laboratory with suitable packages.</a:t>
            </a:r>
          </a:p>
          <a:p>
            <a:pPr marL="571500" lvl="1" algn="just"/>
            <a:r>
              <a:rPr lang="en-US" dirty="0">
                <a:ea typeface="Times New Roman" panose="02020603050405020304" pitchFamily="18" charset="0"/>
                <a:cs typeface="Calibri" panose="020F0502020204030204" pitchFamily="34" charset="0"/>
              </a:rPr>
              <a:t>- Order-routine specification: they take the package periodically with the best offers.</a:t>
            </a:r>
            <a:endParaRPr lang="en-US" dirty="0">
              <a:effectLst/>
              <a:ea typeface="Times New Roman" panose="02020603050405020304" pitchFamily="18" charset="0"/>
              <a:cs typeface="Calibri" panose="020F0502020204030204" pitchFamily="34" charset="0"/>
            </a:endParaRPr>
          </a:p>
          <a:p>
            <a:pPr marL="571500" lvl="1" algn="just"/>
            <a:r>
              <a:rPr lang="en-US" dirty="0">
                <a:effectLst/>
                <a:ea typeface="Calibri" panose="020F0502020204030204" pitchFamily="34" charset="0"/>
                <a:cs typeface="Calibri" panose="020F0502020204030204" pitchFamily="34" charset="0"/>
              </a:rPr>
              <a:t>- Performance view: increasing the subscribers to get the privileges related to </a:t>
            </a:r>
            <a:r>
              <a:rPr lang="en-US" dirty="0">
                <a:ea typeface="Calibri" panose="020F0502020204030204" pitchFamily="34" charset="0"/>
                <a:cs typeface="Calibri" panose="020F0502020204030204" pitchFamily="34" charset="0"/>
              </a:rPr>
              <a:t>the selected lab.</a:t>
            </a:r>
            <a:endParaRPr lang="en-US" dirty="0">
              <a:latin typeface="Calibri" panose="020F0502020204030204" pitchFamily="34" charset="0"/>
              <a:cs typeface="Calibri" panose="020F0502020204030204" pitchFamily="34" charset="0"/>
            </a:endParaRPr>
          </a:p>
          <a:p>
            <a:endParaRPr lang="en-US" dirty="0">
              <a:latin typeface="Calibri" panose="020F0502020204030204" pitchFamily="34" charset="0"/>
              <a:cs typeface="Calibri" panose="020F0502020204030204" pitchFamily="34" charset="0"/>
            </a:endParaRPr>
          </a:p>
        </p:txBody>
      </p:sp>
      <p:sp>
        <p:nvSpPr>
          <p:cNvPr id="37" name="Google Shape;383;p21">
            <a:extLst>
              <a:ext uri="{FF2B5EF4-FFF2-40B4-BE49-F238E27FC236}">
                <a16:creationId xmlns:a16="http://schemas.microsoft.com/office/drawing/2014/main" id="{1D952750-0E4C-B1C1-16E8-EE1EF7255759}"/>
              </a:ext>
            </a:extLst>
          </p:cNvPr>
          <p:cNvSpPr/>
          <p:nvPr/>
        </p:nvSpPr>
        <p:spPr>
          <a:xfrm>
            <a:off x="5705071" y="1436842"/>
            <a:ext cx="222335" cy="289544"/>
          </a:xfrm>
          <a:custGeom>
            <a:avLst/>
            <a:gdLst/>
            <a:ahLst/>
            <a:cxnLst/>
            <a:rect l="l" t="t" r="r" b="b"/>
            <a:pathLst>
              <a:path w="5915" h="15236" extrusionOk="0">
                <a:moveTo>
                  <a:pt x="4140" y="0"/>
                </a:moveTo>
                <a:cubicBezTo>
                  <a:pt x="4074" y="0"/>
                  <a:pt x="3997" y="21"/>
                  <a:pt x="3942" y="53"/>
                </a:cubicBezTo>
                <a:cubicBezTo>
                  <a:pt x="3501" y="315"/>
                  <a:pt x="3251" y="791"/>
                  <a:pt x="2966" y="1208"/>
                </a:cubicBezTo>
                <a:cubicBezTo>
                  <a:pt x="2750" y="1510"/>
                  <a:pt x="2566" y="1699"/>
                  <a:pt x="2317" y="1699"/>
                </a:cubicBezTo>
                <a:cubicBezTo>
                  <a:pt x="2223" y="1699"/>
                  <a:pt x="2119" y="1672"/>
                  <a:pt x="2001" y="1613"/>
                </a:cubicBezTo>
                <a:cubicBezTo>
                  <a:pt x="1513" y="1363"/>
                  <a:pt x="1061" y="1053"/>
                  <a:pt x="596" y="755"/>
                </a:cubicBezTo>
                <a:cubicBezTo>
                  <a:pt x="501" y="708"/>
                  <a:pt x="418" y="625"/>
                  <a:pt x="322" y="577"/>
                </a:cubicBezTo>
                <a:cubicBezTo>
                  <a:pt x="267" y="543"/>
                  <a:pt x="219" y="522"/>
                  <a:pt x="180" y="522"/>
                </a:cubicBezTo>
                <a:cubicBezTo>
                  <a:pt x="110" y="522"/>
                  <a:pt x="68" y="588"/>
                  <a:pt x="60" y="755"/>
                </a:cubicBezTo>
                <a:cubicBezTo>
                  <a:pt x="1" y="1422"/>
                  <a:pt x="263" y="2029"/>
                  <a:pt x="310" y="2672"/>
                </a:cubicBezTo>
                <a:cubicBezTo>
                  <a:pt x="322" y="2839"/>
                  <a:pt x="549" y="2982"/>
                  <a:pt x="287" y="3125"/>
                </a:cubicBezTo>
                <a:cubicBezTo>
                  <a:pt x="275" y="3125"/>
                  <a:pt x="275" y="3232"/>
                  <a:pt x="287" y="3244"/>
                </a:cubicBezTo>
                <a:cubicBezTo>
                  <a:pt x="644" y="3363"/>
                  <a:pt x="322" y="3732"/>
                  <a:pt x="489" y="3970"/>
                </a:cubicBezTo>
                <a:cubicBezTo>
                  <a:pt x="549" y="4054"/>
                  <a:pt x="608" y="4458"/>
                  <a:pt x="489" y="4720"/>
                </a:cubicBezTo>
                <a:cubicBezTo>
                  <a:pt x="468" y="4762"/>
                  <a:pt x="511" y="4895"/>
                  <a:pt x="571" y="4895"/>
                </a:cubicBezTo>
                <a:cubicBezTo>
                  <a:pt x="579" y="4895"/>
                  <a:pt x="587" y="4893"/>
                  <a:pt x="596" y="4887"/>
                </a:cubicBezTo>
                <a:cubicBezTo>
                  <a:pt x="668" y="4833"/>
                  <a:pt x="716" y="4812"/>
                  <a:pt x="746" y="4812"/>
                </a:cubicBezTo>
                <a:cubicBezTo>
                  <a:pt x="838" y="4812"/>
                  <a:pt x="778" y="4997"/>
                  <a:pt x="751" y="5042"/>
                </a:cubicBezTo>
                <a:cubicBezTo>
                  <a:pt x="596" y="5304"/>
                  <a:pt x="1096" y="5566"/>
                  <a:pt x="751" y="5816"/>
                </a:cubicBezTo>
                <a:cubicBezTo>
                  <a:pt x="1061" y="5935"/>
                  <a:pt x="811" y="6244"/>
                  <a:pt x="894" y="6399"/>
                </a:cubicBezTo>
                <a:cubicBezTo>
                  <a:pt x="1132" y="6804"/>
                  <a:pt x="1096" y="7280"/>
                  <a:pt x="1227" y="7721"/>
                </a:cubicBezTo>
                <a:cubicBezTo>
                  <a:pt x="1346" y="8137"/>
                  <a:pt x="1346" y="8602"/>
                  <a:pt x="1537" y="9018"/>
                </a:cubicBezTo>
                <a:cubicBezTo>
                  <a:pt x="1608" y="9173"/>
                  <a:pt x="1549" y="9435"/>
                  <a:pt x="1513" y="9649"/>
                </a:cubicBezTo>
                <a:cubicBezTo>
                  <a:pt x="1465" y="9876"/>
                  <a:pt x="1704" y="9911"/>
                  <a:pt x="1704" y="10161"/>
                </a:cubicBezTo>
                <a:cubicBezTo>
                  <a:pt x="1692" y="10549"/>
                  <a:pt x="1650" y="10700"/>
                  <a:pt x="1348" y="10700"/>
                </a:cubicBezTo>
                <a:cubicBezTo>
                  <a:pt x="1325" y="10700"/>
                  <a:pt x="1301" y="10699"/>
                  <a:pt x="1275" y="10697"/>
                </a:cubicBezTo>
                <a:cubicBezTo>
                  <a:pt x="1061" y="10685"/>
                  <a:pt x="882" y="10554"/>
                  <a:pt x="656" y="10531"/>
                </a:cubicBezTo>
                <a:cubicBezTo>
                  <a:pt x="636" y="10528"/>
                  <a:pt x="617" y="10526"/>
                  <a:pt x="600" y="10526"/>
                </a:cubicBezTo>
                <a:cubicBezTo>
                  <a:pt x="403" y="10526"/>
                  <a:pt x="387" y="10705"/>
                  <a:pt x="310" y="10792"/>
                </a:cubicBezTo>
                <a:cubicBezTo>
                  <a:pt x="227" y="10900"/>
                  <a:pt x="299" y="11054"/>
                  <a:pt x="418" y="11126"/>
                </a:cubicBezTo>
                <a:cubicBezTo>
                  <a:pt x="584" y="11209"/>
                  <a:pt x="691" y="11364"/>
                  <a:pt x="751" y="11531"/>
                </a:cubicBezTo>
                <a:cubicBezTo>
                  <a:pt x="953" y="12102"/>
                  <a:pt x="1394" y="12495"/>
                  <a:pt x="1608" y="13055"/>
                </a:cubicBezTo>
                <a:cubicBezTo>
                  <a:pt x="1632" y="13138"/>
                  <a:pt x="1704" y="13198"/>
                  <a:pt x="1787" y="13209"/>
                </a:cubicBezTo>
                <a:cubicBezTo>
                  <a:pt x="1930" y="13233"/>
                  <a:pt x="2025" y="13376"/>
                  <a:pt x="2073" y="13483"/>
                </a:cubicBezTo>
                <a:cubicBezTo>
                  <a:pt x="2263" y="13983"/>
                  <a:pt x="2680" y="14257"/>
                  <a:pt x="3025" y="14602"/>
                </a:cubicBezTo>
                <a:cubicBezTo>
                  <a:pt x="3144" y="14733"/>
                  <a:pt x="3299" y="14781"/>
                  <a:pt x="3382" y="14995"/>
                </a:cubicBezTo>
                <a:cubicBezTo>
                  <a:pt x="3455" y="15154"/>
                  <a:pt x="3606" y="15236"/>
                  <a:pt x="3751" y="15236"/>
                </a:cubicBezTo>
                <a:cubicBezTo>
                  <a:pt x="3867" y="15236"/>
                  <a:pt x="3980" y="15184"/>
                  <a:pt x="4049" y="15079"/>
                </a:cubicBezTo>
                <a:cubicBezTo>
                  <a:pt x="4299" y="14698"/>
                  <a:pt x="4537" y="14293"/>
                  <a:pt x="4728" y="13888"/>
                </a:cubicBezTo>
                <a:cubicBezTo>
                  <a:pt x="4978" y="13328"/>
                  <a:pt x="5240" y="12781"/>
                  <a:pt x="5418" y="12174"/>
                </a:cubicBezTo>
                <a:cubicBezTo>
                  <a:pt x="5621" y="11423"/>
                  <a:pt x="5835" y="10673"/>
                  <a:pt x="5906" y="9911"/>
                </a:cubicBezTo>
                <a:cubicBezTo>
                  <a:pt x="5915" y="9487"/>
                  <a:pt x="5851" y="9329"/>
                  <a:pt x="5654" y="9329"/>
                </a:cubicBezTo>
                <a:cubicBezTo>
                  <a:pt x="5575" y="9329"/>
                  <a:pt x="5474" y="9355"/>
                  <a:pt x="5347" y="9399"/>
                </a:cubicBezTo>
                <a:cubicBezTo>
                  <a:pt x="5109" y="9483"/>
                  <a:pt x="4954" y="9697"/>
                  <a:pt x="4716" y="9721"/>
                </a:cubicBezTo>
                <a:cubicBezTo>
                  <a:pt x="4665" y="9725"/>
                  <a:pt x="4600" y="9734"/>
                  <a:pt x="4540" y="9734"/>
                </a:cubicBezTo>
                <a:cubicBezTo>
                  <a:pt x="4445" y="9734"/>
                  <a:pt x="4363" y="9713"/>
                  <a:pt x="4371" y="9626"/>
                </a:cubicBezTo>
                <a:cubicBezTo>
                  <a:pt x="4418" y="9340"/>
                  <a:pt x="4156" y="9292"/>
                  <a:pt x="4109" y="9090"/>
                </a:cubicBezTo>
                <a:cubicBezTo>
                  <a:pt x="4085" y="9007"/>
                  <a:pt x="3990" y="8935"/>
                  <a:pt x="4061" y="8816"/>
                </a:cubicBezTo>
                <a:cubicBezTo>
                  <a:pt x="4180" y="8602"/>
                  <a:pt x="4156" y="8352"/>
                  <a:pt x="4156" y="8114"/>
                </a:cubicBezTo>
                <a:cubicBezTo>
                  <a:pt x="4144" y="7078"/>
                  <a:pt x="4120" y="6030"/>
                  <a:pt x="4144" y="5006"/>
                </a:cubicBezTo>
                <a:cubicBezTo>
                  <a:pt x="4156" y="4089"/>
                  <a:pt x="4097" y="3161"/>
                  <a:pt x="4156" y="2244"/>
                </a:cubicBezTo>
                <a:cubicBezTo>
                  <a:pt x="4192" y="1601"/>
                  <a:pt x="4299" y="958"/>
                  <a:pt x="4228" y="303"/>
                </a:cubicBezTo>
                <a:cubicBezTo>
                  <a:pt x="4228" y="208"/>
                  <a:pt x="4394" y="89"/>
                  <a:pt x="4228" y="17"/>
                </a:cubicBezTo>
                <a:cubicBezTo>
                  <a:pt x="4204" y="5"/>
                  <a:pt x="4173" y="0"/>
                  <a:pt x="4140" y="0"/>
                </a:cubicBezTo>
                <a:close/>
              </a:path>
            </a:pathLst>
          </a:custGeom>
          <a:solidFill>
            <a:srgbClr val="0B4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bg2">
                  <a:lumMod val="50000"/>
                </a:schemeClr>
              </a:solidFill>
            </a:endParaRPr>
          </a:p>
        </p:txBody>
      </p:sp>
      <p:sp>
        <p:nvSpPr>
          <p:cNvPr id="38" name="Google Shape;382;p21">
            <a:extLst>
              <a:ext uri="{FF2B5EF4-FFF2-40B4-BE49-F238E27FC236}">
                <a16:creationId xmlns:a16="http://schemas.microsoft.com/office/drawing/2014/main" id="{88CB73CD-C4E2-D0E7-FE55-0E6A9EDC0C30}"/>
              </a:ext>
            </a:extLst>
          </p:cNvPr>
          <p:cNvSpPr/>
          <p:nvPr/>
        </p:nvSpPr>
        <p:spPr>
          <a:xfrm>
            <a:off x="5700475" y="1431670"/>
            <a:ext cx="222335" cy="299888"/>
          </a:xfrm>
          <a:custGeom>
            <a:avLst/>
            <a:gdLst/>
            <a:ahLst/>
            <a:cxnLst/>
            <a:rect l="l" t="t" r="r" b="b"/>
            <a:pathLst>
              <a:path w="7609" h="17372" extrusionOk="0">
                <a:moveTo>
                  <a:pt x="4985" y="1280"/>
                </a:moveTo>
                <a:cubicBezTo>
                  <a:pt x="5018" y="1280"/>
                  <a:pt x="5049" y="1285"/>
                  <a:pt x="5073" y="1297"/>
                </a:cubicBezTo>
                <a:cubicBezTo>
                  <a:pt x="5239" y="1369"/>
                  <a:pt x="5073" y="1488"/>
                  <a:pt x="5073" y="1583"/>
                </a:cubicBezTo>
                <a:cubicBezTo>
                  <a:pt x="5144" y="2238"/>
                  <a:pt x="5037" y="2881"/>
                  <a:pt x="5001" y="3524"/>
                </a:cubicBezTo>
                <a:cubicBezTo>
                  <a:pt x="4942" y="4441"/>
                  <a:pt x="5001" y="5369"/>
                  <a:pt x="4989" y="6286"/>
                </a:cubicBezTo>
                <a:cubicBezTo>
                  <a:pt x="4965" y="7310"/>
                  <a:pt x="4989" y="8358"/>
                  <a:pt x="5001" y="9394"/>
                </a:cubicBezTo>
                <a:cubicBezTo>
                  <a:pt x="5001" y="9632"/>
                  <a:pt x="5025" y="9882"/>
                  <a:pt x="4906" y="10096"/>
                </a:cubicBezTo>
                <a:cubicBezTo>
                  <a:pt x="4835" y="10215"/>
                  <a:pt x="4930" y="10287"/>
                  <a:pt x="4954" y="10370"/>
                </a:cubicBezTo>
                <a:cubicBezTo>
                  <a:pt x="5001" y="10572"/>
                  <a:pt x="5263" y="10620"/>
                  <a:pt x="5216" y="10906"/>
                </a:cubicBezTo>
                <a:cubicBezTo>
                  <a:pt x="5208" y="10993"/>
                  <a:pt x="5290" y="11014"/>
                  <a:pt x="5385" y="11014"/>
                </a:cubicBezTo>
                <a:cubicBezTo>
                  <a:pt x="5445" y="11014"/>
                  <a:pt x="5510" y="11005"/>
                  <a:pt x="5561" y="11001"/>
                </a:cubicBezTo>
                <a:cubicBezTo>
                  <a:pt x="5799" y="10977"/>
                  <a:pt x="5954" y="10763"/>
                  <a:pt x="6192" y="10679"/>
                </a:cubicBezTo>
                <a:cubicBezTo>
                  <a:pt x="6319" y="10635"/>
                  <a:pt x="6420" y="10609"/>
                  <a:pt x="6499" y="10609"/>
                </a:cubicBezTo>
                <a:cubicBezTo>
                  <a:pt x="6696" y="10609"/>
                  <a:pt x="6760" y="10767"/>
                  <a:pt x="6751" y="11191"/>
                </a:cubicBezTo>
                <a:cubicBezTo>
                  <a:pt x="6680" y="11953"/>
                  <a:pt x="6466" y="12703"/>
                  <a:pt x="6263" y="13454"/>
                </a:cubicBezTo>
                <a:cubicBezTo>
                  <a:pt x="6085" y="14061"/>
                  <a:pt x="5823" y="14608"/>
                  <a:pt x="5573" y="15168"/>
                </a:cubicBezTo>
                <a:cubicBezTo>
                  <a:pt x="5382" y="15573"/>
                  <a:pt x="5144" y="15978"/>
                  <a:pt x="4894" y="16359"/>
                </a:cubicBezTo>
                <a:cubicBezTo>
                  <a:pt x="4825" y="16464"/>
                  <a:pt x="4712" y="16516"/>
                  <a:pt x="4596" y="16516"/>
                </a:cubicBezTo>
                <a:cubicBezTo>
                  <a:pt x="4451" y="16516"/>
                  <a:pt x="4300" y="16434"/>
                  <a:pt x="4227" y="16275"/>
                </a:cubicBezTo>
                <a:cubicBezTo>
                  <a:pt x="4144" y="16061"/>
                  <a:pt x="3989" y="16013"/>
                  <a:pt x="3870" y="15882"/>
                </a:cubicBezTo>
                <a:cubicBezTo>
                  <a:pt x="3525" y="15537"/>
                  <a:pt x="3108" y="15263"/>
                  <a:pt x="2918" y="14763"/>
                </a:cubicBezTo>
                <a:cubicBezTo>
                  <a:pt x="2870" y="14656"/>
                  <a:pt x="2775" y="14513"/>
                  <a:pt x="2632" y="14489"/>
                </a:cubicBezTo>
                <a:cubicBezTo>
                  <a:pt x="2549" y="14478"/>
                  <a:pt x="2477" y="14418"/>
                  <a:pt x="2453" y="14335"/>
                </a:cubicBezTo>
                <a:cubicBezTo>
                  <a:pt x="2239" y="13775"/>
                  <a:pt x="1798" y="13382"/>
                  <a:pt x="1596" y="12811"/>
                </a:cubicBezTo>
                <a:cubicBezTo>
                  <a:pt x="1536" y="12644"/>
                  <a:pt x="1429" y="12489"/>
                  <a:pt x="1263" y="12406"/>
                </a:cubicBezTo>
                <a:cubicBezTo>
                  <a:pt x="1144" y="12334"/>
                  <a:pt x="1072" y="12180"/>
                  <a:pt x="1155" y="12072"/>
                </a:cubicBezTo>
                <a:cubicBezTo>
                  <a:pt x="1232" y="11985"/>
                  <a:pt x="1248" y="11806"/>
                  <a:pt x="1445" y="11806"/>
                </a:cubicBezTo>
                <a:cubicBezTo>
                  <a:pt x="1462" y="11806"/>
                  <a:pt x="1481" y="11808"/>
                  <a:pt x="1501" y="11811"/>
                </a:cubicBezTo>
                <a:cubicBezTo>
                  <a:pt x="1727" y="11834"/>
                  <a:pt x="1906" y="11965"/>
                  <a:pt x="2120" y="11977"/>
                </a:cubicBezTo>
                <a:cubicBezTo>
                  <a:pt x="2146" y="11979"/>
                  <a:pt x="2170" y="11980"/>
                  <a:pt x="2193" y="11980"/>
                </a:cubicBezTo>
                <a:cubicBezTo>
                  <a:pt x="2495" y="11980"/>
                  <a:pt x="2537" y="11829"/>
                  <a:pt x="2549" y="11441"/>
                </a:cubicBezTo>
                <a:cubicBezTo>
                  <a:pt x="2549" y="11191"/>
                  <a:pt x="2310" y="11156"/>
                  <a:pt x="2358" y="10929"/>
                </a:cubicBezTo>
                <a:cubicBezTo>
                  <a:pt x="2394" y="10715"/>
                  <a:pt x="2453" y="10453"/>
                  <a:pt x="2382" y="10298"/>
                </a:cubicBezTo>
                <a:cubicBezTo>
                  <a:pt x="2191" y="9882"/>
                  <a:pt x="2191" y="9417"/>
                  <a:pt x="2072" y="9001"/>
                </a:cubicBezTo>
                <a:cubicBezTo>
                  <a:pt x="1941" y="8560"/>
                  <a:pt x="1977" y="8084"/>
                  <a:pt x="1739" y="7679"/>
                </a:cubicBezTo>
                <a:cubicBezTo>
                  <a:pt x="1656" y="7524"/>
                  <a:pt x="1906" y="7215"/>
                  <a:pt x="1596" y="7096"/>
                </a:cubicBezTo>
                <a:cubicBezTo>
                  <a:pt x="1941" y="6846"/>
                  <a:pt x="1441" y="6584"/>
                  <a:pt x="1596" y="6322"/>
                </a:cubicBezTo>
                <a:cubicBezTo>
                  <a:pt x="1623" y="6277"/>
                  <a:pt x="1683" y="6092"/>
                  <a:pt x="1591" y="6092"/>
                </a:cubicBezTo>
                <a:cubicBezTo>
                  <a:pt x="1561" y="6092"/>
                  <a:pt x="1513" y="6113"/>
                  <a:pt x="1441" y="6167"/>
                </a:cubicBezTo>
                <a:cubicBezTo>
                  <a:pt x="1432" y="6173"/>
                  <a:pt x="1424" y="6175"/>
                  <a:pt x="1416" y="6175"/>
                </a:cubicBezTo>
                <a:cubicBezTo>
                  <a:pt x="1356" y="6175"/>
                  <a:pt x="1313" y="6042"/>
                  <a:pt x="1334" y="6000"/>
                </a:cubicBezTo>
                <a:cubicBezTo>
                  <a:pt x="1453" y="5738"/>
                  <a:pt x="1394" y="5334"/>
                  <a:pt x="1334" y="5250"/>
                </a:cubicBezTo>
                <a:cubicBezTo>
                  <a:pt x="1167" y="5012"/>
                  <a:pt x="1489" y="4643"/>
                  <a:pt x="1132" y="4524"/>
                </a:cubicBezTo>
                <a:cubicBezTo>
                  <a:pt x="1120" y="4512"/>
                  <a:pt x="1120" y="4405"/>
                  <a:pt x="1132" y="4405"/>
                </a:cubicBezTo>
                <a:cubicBezTo>
                  <a:pt x="1394" y="4262"/>
                  <a:pt x="1167" y="4119"/>
                  <a:pt x="1155" y="3952"/>
                </a:cubicBezTo>
                <a:cubicBezTo>
                  <a:pt x="1108" y="3309"/>
                  <a:pt x="846" y="2702"/>
                  <a:pt x="905" y="2035"/>
                </a:cubicBezTo>
                <a:cubicBezTo>
                  <a:pt x="913" y="1868"/>
                  <a:pt x="955" y="1802"/>
                  <a:pt x="1025" y="1802"/>
                </a:cubicBezTo>
                <a:cubicBezTo>
                  <a:pt x="1064" y="1802"/>
                  <a:pt x="1112" y="1823"/>
                  <a:pt x="1167" y="1857"/>
                </a:cubicBezTo>
                <a:cubicBezTo>
                  <a:pt x="1263" y="1905"/>
                  <a:pt x="1346" y="1988"/>
                  <a:pt x="1441" y="2035"/>
                </a:cubicBezTo>
                <a:cubicBezTo>
                  <a:pt x="1906" y="2333"/>
                  <a:pt x="2358" y="2643"/>
                  <a:pt x="2846" y="2893"/>
                </a:cubicBezTo>
                <a:cubicBezTo>
                  <a:pt x="2964" y="2952"/>
                  <a:pt x="3068" y="2979"/>
                  <a:pt x="3162" y="2979"/>
                </a:cubicBezTo>
                <a:cubicBezTo>
                  <a:pt x="3411" y="2979"/>
                  <a:pt x="3595" y="2790"/>
                  <a:pt x="3811" y="2488"/>
                </a:cubicBezTo>
                <a:cubicBezTo>
                  <a:pt x="4096" y="2071"/>
                  <a:pt x="4346" y="1595"/>
                  <a:pt x="4787" y="1333"/>
                </a:cubicBezTo>
                <a:cubicBezTo>
                  <a:pt x="4842" y="1301"/>
                  <a:pt x="4919" y="1280"/>
                  <a:pt x="4985" y="1280"/>
                </a:cubicBezTo>
                <a:close/>
                <a:moveTo>
                  <a:pt x="5405" y="0"/>
                </a:moveTo>
                <a:cubicBezTo>
                  <a:pt x="5301" y="0"/>
                  <a:pt x="5179" y="25"/>
                  <a:pt x="5037" y="71"/>
                </a:cubicBezTo>
                <a:cubicBezTo>
                  <a:pt x="4775" y="154"/>
                  <a:pt x="4668" y="369"/>
                  <a:pt x="4454" y="476"/>
                </a:cubicBezTo>
                <a:cubicBezTo>
                  <a:pt x="3942" y="750"/>
                  <a:pt x="3620" y="1309"/>
                  <a:pt x="3299" y="1774"/>
                </a:cubicBezTo>
                <a:cubicBezTo>
                  <a:pt x="3156" y="1980"/>
                  <a:pt x="3043" y="2038"/>
                  <a:pt x="2920" y="2038"/>
                </a:cubicBezTo>
                <a:cubicBezTo>
                  <a:pt x="2837" y="2038"/>
                  <a:pt x="2749" y="2012"/>
                  <a:pt x="2644" y="1988"/>
                </a:cubicBezTo>
                <a:cubicBezTo>
                  <a:pt x="2394" y="1940"/>
                  <a:pt x="2418" y="1571"/>
                  <a:pt x="2203" y="1547"/>
                </a:cubicBezTo>
                <a:cubicBezTo>
                  <a:pt x="1834" y="1500"/>
                  <a:pt x="1596" y="1238"/>
                  <a:pt x="1310" y="1035"/>
                </a:cubicBezTo>
                <a:cubicBezTo>
                  <a:pt x="1182" y="934"/>
                  <a:pt x="1001" y="875"/>
                  <a:pt x="840" y="875"/>
                </a:cubicBezTo>
                <a:cubicBezTo>
                  <a:pt x="716" y="875"/>
                  <a:pt x="604" y="910"/>
                  <a:pt x="536" y="988"/>
                </a:cubicBezTo>
                <a:cubicBezTo>
                  <a:pt x="298" y="1273"/>
                  <a:pt x="1" y="1654"/>
                  <a:pt x="120" y="2107"/>
                </a:cubicBezTo>
                <a:cubicBezTo>
                  <a:pt x="274" y="2750"/>
                  <a:pt x="263" y="3417"/>
                  <a:pt x="441" y="4048"/>
                </a:cubicBezTo>
                <a:cubicBezTo>
                  <a:pt x="501" y="4250"/>
                  <a:pt x="608" y="4500"/>
                  <a:pt x="572" y="4714"/>
                </a:cubicBezTo>
                <a:cubicBezTo>
                  <a:pt x="477" y="5357"/>
                  <a:pt x="727" y="5953"/>
                  <a:pt x="858" y="6548"/>
                </a:cubicBezTo>
                <a:cubicBezTo>
                  <a:pt x="1025" y="7346"/>
                  <a:pt x="1072" y="8191"/>
                  <a:pt x="1334" y="8989"/>
                </a:cubicBezTo>
                <a:cubicBezTo>
                  <a:pt x="1477" y="9429"/>
                  <a:pt x="1525" y="9977"/>
                  <a:pt x="1560" y="10489"/>
                </a:cubicBezTo>
                <a:cubicBezTo>
                  <a:pt x="1608" y="11037"/>
                  <a:pt x="1632" y="11037"/>
                  <a:pt x="1120" y="11108"/>
                </a:cubicBezTo>
                <a:cubicBezTo>
                  <a:pt x="429" y="11203"/>
                  <a:pt x="370" y="11430"/>
                  <a:pt x="453" y="12156"/>
                </a:cubicBezTo>
                <a:cubicBezTo>
                  <a:pt x="513" y="12727"/>
                  <a:pt x="834" y="13120"/>
                  <a:pt x="1060" y="13537"/>
                </a:cubicBezTo>
                <a:cubicBezTo>
                  <a:pt x="1394" y="14144"/>
                  <a:pt x="1798" y="14763"/>
                  <a:pt x="2298" y="15263"/>
                </a:cubicBezTo>
                <a:cubicBezTo>
                  <a:pt x="2303" y="15268"/>
                  <a:pt x="2310" y="15270"/>
                  <a:pt x="2318" y="15270"/>
                </a:cubicBezTo>
                <a:cubicBezTo>
                  <a:pt x="2329" y="15270"/>
                  <a:pt x="2343" y="15266"/>
                  <a:pt x="2357" y="15266"/>
                </a:cubicBezTo>
                <a:cubicBezTo>
                  <a:pt x="2379" y="15266"/>
                  <a:pt x="2400" y="15275"/>
                  <a:pt x="2406" y="15323"/>
                </a:cubicBezTo>
                <a:cubicBezTo>
                  <a:pt x="2465" y="15751"/>
                  <a:pt x="2822" y="15930"/>
                  <a:pt x="3049" y="16204"/>
                </a:cubicBezTo>
                <a:cubicBezTo>
                  <a:pt x="3275" y="16478"/>
                  <a:pt x="3561" y="16740"/>
                  <a:pt x="3834" y="16990"/>
                </a:cubicBezTo>
                <a:cubicBezTo>
                  <a:pt x="4024" y="17160"/>
                  <a:pt x="4416" y="17372"/>
                  <a:pt x="4678" y="17372"/>
                </a:cubicBezTo>
                <a:cubicBezTo>
                  <a:pt x="4727" y="17372"/>
                  <a:pt x="4773" y="17364"/>
                  <a:pt x="4811" y="17347"/>
                </a:cubicBezTo>
                <a:cubicBezTo>
                  <a:pt x="5394" y="17061"/>
                  <a:pt x="5727" y="16454"/>
                  <a:pt x="5989" y="15894"/>
                </a:cubicBezTo>
                <a:cubicBezTo>
                  <a:pt x="6180" y="15501"/>
                  <a:pt x="6323" y="15013"/>
                  <a:pt x="6549" y="14692"/>
                </a:cubicBezTo>
                <a:cubicBezTo>
                  <a:pt x="6966" y="14097"/>
                  <a:pt x="7013" y="13394"/>
                  <a:pt x="7263" y="12751"/>
                </a:cubicBezTo>
                <a:cubicBezTo>
                  <a:pt x="7478" y="12203"/>
                  <a:pt x="7513" y="11560"/>
                  <a:pt x="7525" y="10953"/>
                </a:cubicBezTo>
                <a:cubicBezTo>
                  <a:pt x="7525" y="10632"/>
                  <a:pt x="7609" y="10227"/>
                  <a:pt x="7240" y="9941"/>
                </a:cubicBezTo>
                <a:cubicBezTo>
                  <a:pt x="7023" y="9779"/>
                  <a:pt x="6826" y="9670"/>
                  <a:pt x="6623" y="9670"/>
                </a:cubicBezTo>
                <a:cubicBezTo>
                  <a:pt x="6470" y="9670"/>
                  <a:pt x="6314" y="9733"/>
                  <a:pt x="6144" y="9882"/>
                </a:cubicBezTo>
                <a:cubicBezTo>
                  <a:pt x="6071" y="9940"/>
                  <a:pt x="6002" y="9966"/>
                  <a:pt x="5943" y="9966"/>
                </a:cubicBezTo>
                <a:cubicBezTo>
                  <a:pt x="5822" y="9966"/>
                  <a:pt x="5743" y="9852"/>
                  <a:pt x="5751" y="9667"/>
                </a:cubicBezTo>
                <a:cubicBezTo>
                  <a:pt x="5763" y="8632"/>
                  <a:pt x="5787" y="7596"/>
                  <a:pt x="5787" y="6560"/>
                </a:cubicBezTo>
                <a:cubicBezTo>
                  <a:pt x="5775" y="5595"/>
                  <a:pt x="5787" y="4643"/>
                  <a:pt x="5775" y="3679"/>
                </a:cubicBezTo>
                <a:cubicBezTo>
                  <a:pt x="5751" y="2714"/>
                  <a:pt x="5918" y="1762"/>
                  <a:pt x="5835" y="785"/>
                </a:cubicBezTo>
                <a:cubicBezTo>
                  <a:pt x="5862" y="236"/>
                  <a:pt x="5725" y="0"/>
                  <a:pt x="540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bg2">
                  <a:lumMod val="50000"/>
                </a:schemeClr>
              </a:solidFill>
            </a:endParaRPr>
          </a:p>
        </p:txBody>
      </p:sp>
      <p:sp>
        <p:nvSpPr>
          <p:cNvPr id="39" name="Google Shape;383;p21">
            <a:extLst>
              <a:ext uri="{FF2B5EF4-FFF2-40B4-BE49-F238E27FC236}">
                <a16:creationId xmlns:a16="http://schemas.microsoft.com/office/drawing/2014/main" id="{90FCE18D-FC24-E3B5-8958-36FB92C23398}"/>
              </a:ext>
            </a:extLst>
          </p:cNvPr>
          <p:cNvSpPr/>
          <p:nvPr/>
        </p:nvSpPr>
        <p:spPr>
          <a:xfrm>
            <a:off x="3072222" y="1481842"/>
            <a:ext cx="222335" cy="289544"/>
          </a:xfrm>
          <a:custGeom>
            <a:avLst/>
            <a:gdLst/>
            <a:ahLst/>
            <a:cxnLst/>
            <a:rect l="l" t="t" r="r" b="b"/>
            <a:pathLst>
              <a:path w="5915" h="15236" extrusionOk="0">
                <a:moveTo>
                  <a:pt x="4140" y="0"/>
                </a:moveTo>
                <a:cubicBezTo>
                  <a:pt x="4074" y="0"/>
                  <a:pt x="3997" y="21"/>
                  <a:pt x="3942" y="53"/>
                </a:cubicBezTo>
                <a:cubicBezTo>
                  <a:pt x="3501" y="315"/>
                  <a:pt x="3251" y="791"/>
                  <a:pt x="2966" y="1208"/>
                </a:cubicBezTo>
                <a:cubicBezTo>
                  <a:pt x="2750" y="1510"/>
                  <a:pt x="2566" y="1699"/>
                  <a:pt x="2317" y="1699"/>
                </a:cubicBezTo>
                <a:cubicBezTo>
                  <a:pt x="2223" y="1699"/>
                  <a:pt x="2119" y="1672"/>
                  <a:pt x="2001" y="1613"/>
                </a:cubicBezTo>
                <a:cubicBezTo>
                  <a:pt x="1513" y="1363"/>
                  <a:pt x="1061" y="1053"/>
                  <a:pt x="596" y="755"/>
                </a:cubicBezTo>
                <a:cubicBezTo>
                  <a:pt x="501" y="708"/>
                  <a:pt x="418" y="625"/>
                  <a:pt x="322" y="577"/>
                </a:cubicBezTo>
                <a:cubicBezTo>
                  <a:pt x="267" y="543"/>
                  <a:pt x="219" y="522"/>
                  <a:pt x="180" y="522"/>
                </a:cubicBezTo>
                <a:cubicBezTo>
                  <a:pt x="110" y="522"/>
                  <a:pt x="68" y="588"/>
                  <a:pt x="60" y="755"/>
                </a:cubicBezTo>
                <a:cubicBezTo>
                  <a:pt x="1" y="1422"/>
                  <a:pt x="263" y="2029"/>
                  <a:pt x="310" y="2672"/>
                </a:cubicBezTo>
                <a:cubicBezTo>
                  <a:pt x="322" y="2839"/>
                  <a:pt x="549" y="2982"/>
                  <a:pt x="287" y="3125"/>
                </a:cubicBezTo>
                <a:cubicBezTo>
                  <a:pt x="275" y="3125"/>
                  <a:pt x="275" y="3232"/>
                  <a:pt x="287" y="3244"/>
                </a:cubicBezTo>
                <a:cubicBezTo>
                  <a:pt x="644" y="3363"/>
                  <a:pt x="322" y="3732"/>
                  <a:pt x="489" y="3970"/>
                </a:cubicBezTo>
                <a:cubicBezTo>
                  <a:pt x="549" y="4054"/>
                  <a:pt x="608" y="4458"/>
                  <a:pt x="489" y="4720"/>
                </a:cubicBezTo>
                <a:cubicBezTo>
                  <a:pt x="468" y="4762"/>
                  <a:pt x="511" y="4895"/>
                  <a:pt x="571" y="4895"/>
                </a:cubicBezTo>
                <a:cubicBezTo>
                  <a:pt x="579" y="4895"/>
                  <a:pt x="587" y="4893"/>
                  <a:pt x="596" y="4887"/>
                </a:cubicBezTo>
                <a:cubicBezTo>
                  <a:pt x="668" y="4833"/>
                  <a:pt x="716" y="4812"/>
                  <a:pt x="746" y="4812"/>
                </a:cubicBezTo>
                <a:cubicBezTo>
                  <a:pt x="838" y="4812"/>
                  <a:pt x="778" y="4997"/>
                  <a:pt x="751" y="5042"/>
                </a:cubicBezTo>
                <a:cubicBezTo>
                  <a:pt x="596" y="5304"/>
                  <a:pt x="1096" y="5566"/>
                  <a:pt x="751" y="5816"/>
                </a:cubicBezTo>
                <a:cubicBezTo>
                  <a:pt x="1061" y="5935"/>
                  <a:pt x="811" y="6244"/>
                  <a:pt x="894" y="6399"/>
                </a:cubicBezTo>
                <a:cubicBezTo>
                  <a:pt x="1132" y="6804"/>
                  <a:pt x="1096" y="7280"/>
                  <a:pt x="1227" y="7721"/>
                </a:cubicBezTo>
                <a:cubicBezTo>
                  <a:pt x="1346" y="8137"/>
                  <a:pt x="1346" y="8602"/>
                  <a:pt x="1537" y="9018"/>
                </a:cubicBezTo>
                <a:cubicBezTo>
                  <a:pt x="1608" y="9173"/>
                  <a:pt x="1549" y="9435"/>
                  <a:pt x="1513" y="9649"/>
                </a:cubicBezTo>
                <a:cubicBezTo>
                  <a:pt x="1465" y="9876"/>
                  <a:pt x="1704" y="9911"/>
                  <a:pt x="1704" y="10161"/>
                </a:cubicBezTo>
                <a:cubicBezTo>
                  <a:pt x="1692" y="10549"/>
                  <a:pt x="1650" y="10700"/>
                  <a:pt x="1348" y="10700"/>
                </a:cubicBezTo>
                <a:cubicBezTo>
                  <a:pt x="1325" y="10700"/>
                  <a:pt x="1301" y="10699"/>
                  <a:pt x="1275" y="10697"/>
                </a:cubicBezTo>
                <a:cubicBezTo>
                  <a:pt x="1061" y="10685"/>
                  <a:pt x="882" y="10554"/>
                  <a:pt x="656" y="10531"/>
                </a:cubicBezTo>
                <a:cubicBezTo>
                  <a:pt x="636" y="10528"/>
                  <a:pt x="617" y="10526"/>
                  <a:pt x="600" y="10526"/>
                </a:cubicBezTo>
                <a:cubicBezTo>
                  <a:pt x="403" y="10526"/>
                  <a:pt x="387" y="10705"/>
                  <a:pt x="310" y="10792"/>
                </a:cubicBezTo>
                <a:cubicBezTo>
                  <a:pt x="227" y="10900"/>
                  <a:pt x="299" y="11054"/>
                  <a:pt x="418" y="11126"/>
                </a:cubicBezTo>
                <a:cubicBezTo>
                  <a:pt x="584" y="11209"/>
                  <a:pt x="691" y="11364"/>
                  <a:pt x="751" y="11531"/>
                </a:cubicBezTo>
                <a:cubicBezTo>
                  <a:pt x="953" y="12102"/>
                  <a:pt x="1394" y="12495"/>
                  <a:pt x="1608" y="13055"/>
                </a:cubicBezTo>
                <a:cubicBezTo>
                  <a:pt x="1632" y="13138"/>
                  <a:pt x="1704" y="13198"/>
                  <a:pt x="1787" y="13209"/>
                </a:cubicBezTo>
                <a:cubicBezTo>
                  <a:pt x="1930" y="13233"/>
                  <a:pt x="2025" y="13376"/>
                  <a:pt x="2073" y="13483"/>
                </a:cubicBezTo>
                <a:cubicBezTo>
                  <a:pt x="2263" y="13983"/>
                  <a:pt x="2680" y="14257"/>
                  <a:pt x="3025" y="14602"/>
                </a:cubicBezTo>
                <a:cubicBezTo>
                  <a:pt x="3144" y="14733"/>
                  <a:pt x="3299" y="14781"/>
                  <a:pt x="3382" y="14995"/>
                </a:cubicBezTo>
                <a:cubicBezTo>
                  <a:pt x="3455" y="15154"/>
                  <a:pt x="3606" y="15236"/>
                  <a:pt x="3751" y="15236"/>
                </a:cubicBezTo>
                <a:cubicBezTo>
                  <a:pt x="3867" y="15236"/>
                  <a:pt x="3980" y="15184"/>
                  <a:pt x="4049" y="15079"/>
                </a:cubicBezTo>
                <a:cubicBezTo>
                  <a:pt x="4299" y="14698"/>
                  <a:pt x="4537" y="14293"/>
                  <a:pt x="4728" y="13888"/>
                </a:cubicBezTo>
                <a:cubicBezTo>
                  <a:pt x="4978" y="13328"/>
                  <a:pt x="5240" y="12781"/>
                  <a:pt x="5418" y="12174"/>
                </a:cubicBezTo>
                <a:cubicBezTo>
                  <a:pt x="5621" y="11423"/>
                  <a:pt x="5835" y="10673"/>
                  <a:pt x="5906" y="9911"/>
                </a:cubicBezTo>
                <a:cubicBezTo>
                  <a:pt x="5915" y="9487"/>
                  <a:pt x="5851" y="9329"/>
                  <a:pt x="5654" y="9329"/>
                </a:cubicBezTo>
                <a:cubicBezTo>
                  <a:pt x="5575" y="9329"/>
                  <a:pt x="5474" y="9355"/>
                  <a:pt x="5347" y="9399"/>
                </a:cubicBezTo>
                <a:cubicBezTo>
                  <a:pt x="5109" y="9483"/>
                  <a:pt x="4954" y="9697"/>
                  <a:pt x="4716" y="9721"/>
                </a:cubicBezTo>
                <a:cubicBezTo>
                  <a:pt x="4665" y="9725"/>
                  <a:pt x="4600" y="9734"/>
                  <a:pt x="4540" y="9734"/>
                </a:cubicBezTo>
                <a:cubicBezTo>
                  <a:pt x="4445" y="9734"/>
                  <a:pt x="4363" y="9713"/>
                  <a:pt x="4371" y="9626"/>
                </a:cubicBezTo>
                <a:cubicBezTo>
                  <a:pt x="4418" y="9340"/>
                  <a:pt x="4156" y="9292"/>
                  <a:pt x="4109" y="9090"/>
                </a:cubicBezTo>
                <a:cubicBezTo>
                  <a:pt x="4085" y="9007"/>
                  <a:pt x="3990" y="8935"/>
                  <a:pt x="4061" y="8816"/>
                </a:cubicBezTo>
                <a:cubicBezTo>
                  <a:pt x="4180" y="8602"/>
                  <a:pt x="4156" y="8352"/>
                  <a:pt x="4156" y="8114"/>
                </a:cubicBezTo>
                <a:cubicBezTo>
                  <a:pt x="4144" y="7078"/>
                  <a:pt x="4120" y="6030"/>
                  <a:pt x="4144" y="5006"/>
                </a:cubicBezTo>
                <a:cubicBezTo>
                  <a:pt x="4156" y="4089"/>
                  <a:pt x="4097" y="3161"/>
                  <a:pt x="4156" y="2244"/>
                </a:cubicBezTo>
                <a:cubicBezTo>
                  <a:pt x="4192" y="1601"/>
                  <a:pt x="4299" y="958"/>
                  <a:pt x="4228" y="303"/>
                </a:cubicBezTo>
                <a:cubicBezTo>
                  <a:pt x="4228" y="208"/>
                  <a:pt x="4394" y="89"/>
                  <a:pt x="4228" y="17"/>
                </a:cubicBezTo>
                <a:cubicBezTo>
                  <a:pt x="4204" y="5"/>
                  <a:pt x="4173" y="0"/>
                  <a:pt x="4140" y="0"/>
                </a:cubicBezTo>
                <a:close/>
              </a:path>
            </a:pathLst>
          </a:custGeom>
          <a:solidFill>
            <a:srgbClr val="0B4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bg2">
                  <a:lumMod val="50000"/>
                </a:schemeClr>
              </a:solidFill>
            </a:endParaRPr>
          </a:p>
        </p:txBody>
      </p:sp>
      <p:sp>
        <p:nvSpPr>
          <p:cNvPr id="40" name="Google Shape;382;p21">
            <a:extLst>
              <a:ext uri="{FF2B5EF4-FFF2-40B4-BE49-F238E27FC236}">
                <a16:creationId xmlns:a16="http://schemas.microsoft.com/office/drawing/2014/main" id="{F4342A14-818B-7B0A-B57B-3C43228A9130}"/>
              </a:ext>
            </a:extLst>
          </p:cNvPr>
          <p:cNvSpPr/>
          <p:nvPr/>
        </p:nvSpPr>
        <p:spPr>
          <a:xfrm>
            <a:off x="3067626" y="1471498"/>
            <a:ext cx="222335" cy="299888"/>
          </a:xfrm>
          <a:custGeom>
            <a:avLst/>
            <a:gdLst/>
            <a:ahLst/>
            <a:cxnLst/>
            <a:rect l="l" t="t" r="r" b="b"/>
            <a:pathLst>
              <a:path w="7609" h="17372" extrusionOk="0">
                <a:moveTo>
                  <a:pt x="4985" y="1280"/>
                </a:moveTo>
                <a:cubicBezTo>
                  <a:pt x="5018" y="1280"/>
                  <a:pt x="5049" y="1285"/>
                  <a:pt x="5073" y="1297"/>
                </a:cubicBezTo>
                <a:cubicBezTo>
                  <a:pt x="5239" y="1369"/>
                  <a:pt x="5073" y="1488"/>
                  <a:pt x="5073" y="1583"/>
                </a:cubicBezTo>
                <a:cubicBezTo>
                  <a:pt x="5144" y="2238"/>
                  <a:pt x="5037" y="2881"/>
                  <a:pt x="5001" y="3524"/>
                </a:cubicBezTo>
                <a:cubicBezTo>
                  <a:pt x="4942" y="4441"/>
                  <a:pt x="5001" y="5369"/>
                  <a:pt x="4989" y="6286"/>
                </a:cubicBezTo>
                <a:cubicBezTo>
                  <a:pt x="4965" y="7310"/>
                  <a:pt x="4989" y="8358"/>
                  <a:pt x="5001" y="9394"/>
                </a:cubicBezTo>
                <a:cubicBezTo>
                  <a:pt x="5001" y="9632"/>
                  <a:pt x="5025" y="9882"/>
                  <a:pt x="4906" y="10096"/>
                </a:cubicBezTo>
                <a:cubicBezTo>
                  <a:pt x="4835" y="10215"/>
                  <a:pt x="4930" y="10287"/>
                  <a:pt x="4954" y="10370"/>
                </a:cubicBezTo>
                <a:cubicBezTo>
                  <a:pt x="5001" y="10572"/>
                  <a:pt x="5263" y="10620"/>
                  <a:pt x="5216" y="10906"/>
                </a:cubicBezTo>
                <a:cubicBezTo>
                  <a:pt x="5208" y="10993"/>
                  <a:pt x="5290" y="11014"/>
                  <a:pt x="5385" y="11014"/>
                </a:cubicBezTo>
                <a:cubicBezTo>
                  <a:pt x="5445" y="11014"/>
                  <a:pt x="5510" y="11005"/>
                  <a:pt x="5561" y="11001"/>
                </a:cubicBezTo>
                <a:cubicBezTo>
                  <a:pt x="5799" y="10977"/>
                  <a:pt x="5954" y="10763"/>
                  <a:pt x="6192" y="10679"/>
                </a:cubicBezTo>
                <a:cubicBezTo>
                  <a:pt x="6319" y="10635"/>
                  <a:pt x="6420" y="10609"/>
                  <a:pt x="6499" y="10609"/>
                </a:cubicBezTo>
                <a:cubicBezTo>
                  <a:pt x="6696" y="10609"/>
                  <a:pt x="6760" y="10767"/>
                  <a:pt x="6751" y="11191"/>
                </a:cubicBezTo>
                <a:cubicBezTo>
                  <a:pt x="6680" y="11953"/>
                  <a:pt x="6466" y="12703"/>
                  <a:pt x="6263" y="13454"/>
                </a:cubicBezTo>
                <a:cubicBezTo>
                  <a:pt x="6085" y="14061"/>
                  <a:pt x="5823" y="14608"/>
                  <a:pt x="5573" y="15168"/>
                </a:cubicBezTo>
                <a:cubicBezTo>
                  <a:pt x="5382" y="15573"/>
                  <a:pt x="5144" y="15978"/>
                  <a:pt x="4894" y="16359"/>
                </a:cubicBezTo>
                <a:cubicBezTo>
                  <a:pt x="4825" y="16464"/>
                  <a:pt x="4712" y="16516"/>
                  <a:pt x="4596" y="16516"/>
                </a:cubicBezTo>
                <a:cubicBezTo>
                  <a:pt x="4451" y="16516"/>
                  <a:pt x="4300" y="16434"/>
                  <a:pt x="4227" y="16275"/>
                </a:cubicBezTo>
                <a:cubicBezTo>
                  <a:pt x="4144" y="16061"/>
                  <a:pt x="3989" y="16013"/>
                  <a:pt x="3870" y="15882"/>
                </a:cubicBezTo>
                <a:cubicBezTo>
                  <a:pt x="3525" y="15537"/>
                  <a:pt x="3108" y="15263"/>
                  <a:pt x="2918" y="14763"/>
                </a:cubicBezTo>
                <a:cubicBezTo>
                  <a:pt x="2870" y="14656"/>
                  <a:pt x="2775" y="14513"/>
                  <a:pt x="2632" y="14489"/>
                </a:cubicBezTo>
                <a:cubicBezTo>
                  <a:pt x="2549" y="14478"/>
                  <a:pt x="2477" y="14418"/>
                  <a:pt x="2453" y="14335"/>
                </a:cubicBezTo>
                <a:cubicBezTo>
                  <a:pt x="2239" y="13775"/>
                  <a:pt x="1798" y="13382"/>
                  <a:pt x="1596" y="12811"/>
                </a:cubicBezTo>
                <a:cubicBezTo>
                  <a:pt x="1536" y="12644"/>
                  <a:pt x="1429" y="12489"/>
                  <a:pt x="1263" y="12406"/>
                </a:cubicBezTo>
                <a:cubicBezTo>
                  <a:pt x="1144" y="12334"/>
                  <a:pt x="1072" y="12180"/>
                  <a:pt x="1155" y="12072"/>
                </a:cubicBezTo>
                <a:cubicBezTo>
                  <a:pt x="1232" y="11985"/>
                  <a:pt x="1248" y="11806"/>
                  <a:pt x="1445" y="11806"/>
                </a:cubicBezTo>
                <a:cubicBezTo>
                  <a:pt x="1462" y="11806"/>
                  <a:pt x="1481" y="11808"/>
                  <a:pt x="1501" y="11811"/>
                </a:cubicBezTo>
                <a:cubicBezTo>
                  <a:pt x="1727" y="11834"/>
                  <a:pt x="1906" y="11965"/>
                  <a:pt x="2120" y="11977"/>
                </a:cubicBezTo>
                <a:cubicBezTo>
                  <a:pt x="2146" y="11979"/>
                  <a:pt x="2170" y="11980"/>
                  <a:pt x="2193" y="11980"/>
                </a:cubicBezTo>
                <a:cubicBezTo>
                  <a:pt x="2495" y="11980"/>
                  <a:pt x="2537" y="11829"/>
                  <a:pt x="2549" y="11441"/>
                </a:cubicBezTo>
                <a:cubicBezTo>
                  <a:pt x="2549" y="11191"/>
                  <a:pt x="2310" y="11156"/>
                  <a:pt x="2358" y="10929"/>
                </a:cubicBezTo>
                <a:cubicBezTo>
                  <a:pt x="2394" y="10715"/>
                  <a:pt x="2453" y="10453"/>
                  <a:pt x="2382" y="10298"/>
                </a:cubicBezTo>
                <a:cubicBezTo>
                  <a:pt x="2191" y="9882"/>
                  <a:pt x="2191" y="9417"/>
                  <a:pt x="2072" y="9001"/>
                </a:cubicBezTo>
                <a:cubicBezTo>
                  <a:pt x="1941" y="8560"/>
                  <a:pt x="1977" y="8084"/>
                  <a:pt x="1739" y="7679"/>
                </a:cubicBezTo>
                <a:cubicBezTo>
                  <a:pt x="1656" y="7524"/>
                  <a:pt x="1906" y="7215"/>
                  <a:pt x="1596" y="7096"/>
                </a:cubicBezTo>
                <a:cubicBezTo>
                  <a:pt x="1941" y="6846"/>
                  <a:pt x="1441" y="6584"/>
                  <a:pt x="1596" y="6322"/>
                </a:cubicBezTo>
                <a:cubicBezTo>
                  <a:pt x="1623" y="6277"/>
                  <a:pt x="1683" y="6092"/>
                  <a:pt x="1591" y="6092"/>
                </a:cubicBezTo>
                <a:cubicBezTo>
                  <a:pt x="1561" y="6092"/>
                  <a:pt x="1513" y="6113"/>
                  <a:pt x="1441" y="6167"/>
                </a:cubicBezTo>
                <a:cubicBezTo>
                  <a:pt x="1432" y="6173"/>
                  <a:pt x="1424" y="6175"/>
                  <a:pt x="1416" y="6175"/>
                </a:cubicBezTo>
                <a:cubicBezTo>
                  <a:pt x="1356" y="6175"/>
                  <a:pt x="1313" y="6042"/>
                  <a:pt x="1334" y="6000"/>
                </a:cubicBezTo>
                <a:cubicBezTo>
                  <a:pt x="1453" y="5738"/>
                  <a:pt x="1394" y="5334"/>
                  <a:pt x="1334" y="5250"/>
                </a:cubicBezTo>
                <a:cubicBezTo>
                  <a:pt x="1167" y="5012"/>
                  <a:pt x="1489" y="4643"/>
                  <a:pt x="1132" y="4524"/>
                </a:cubicBezTo>
                <a:cubicBezTo>
                  <a:pt x="1120" y="4512"/>
                  <a:pt x="1120" y="4405"/>
                  <a:pt x="1132" y="4405"/>
                </a:cubicBezTo>
                <a:cubicBezTo>
                  <a:pt x="1394" y="4262"/>
                  <a:pt x="1167" y="4119"/>
                  <a:pt x="1155" y="3952"/>
                </a:cubicBezTo>
                <a:cubicBezTo>
                  <a:pt x="1108" y="3309"/>
                  <a:pt x="846" y="2702"/>
                  <a:pt x="905" y="2035"/>
                </a:cubicBezTo>
                <a:cubicBezTo>
                  <a:pt x="913" y="1868"/>
                  <a:pt x="955" y="1802"/>
                  <a:pt x="1025" y="1802"/>
                </a:cubicBezTo>
                <a:cubicBezTo>
                  <a:pt x="1064" y="1802"/>
                  <a:pt x="1112" y="1823"/>
                  <a:pt x="1167" y="1857"/>
                </a:cubicBezTo>
                <a:cubicBezTo>
                  <a:pt x="1263" y="1905"/>
                  <a:pt x="1346" y="1988"/>
                  <a:pt x="1441" y="2035"/>
                </a:cubicBezTo>
                <a:cubicBezTo>
                  <a:pt x="1906" y="2333"/>
                  <a:pt x="2358" y="2643"/>
                  <a:pt x="2846" y="2893"/>
                </a:cubicBezTo>
                <a:cubicBezTo>
                  <a:pt x="2964" y="2952"/>
                  <a:pt x="3068" y="2979"/>
                  <a:pt x="3162" y="2979"/>
                </a:cubicBezTo>
                <a:cubicBezTo>
                  <a:pt x="3411" y="2979"/>
                  <a:pt x="3595" y="2790"/>
                  <a:pt x="3811" y="2488"/>
                </a:cubicBezTo>
                <a:cubicBezTo>
                  <a:pt x="4096" y="2071"/>
                  <a:pt x="4346" y="1595"/>
                  <a:pt x="4787" y="1333"/>
                </a:cubicBezTo>
                <a:cubicBezTo>
                  <a:pt x="4842" y="1301"/>
                  <a:pt x="4919" y="1280"/>
                  <a:pt x="4985" y="1280"/>
                </a:cubicBezTo>
                <a:close/>
                <a:moveTo>
                  <a:pt x="5405" y="0"/>
                </a:moveTo>
                <a:cubicBezTo>
                  <a:pt x="5301" y="0"/>
                  <a:pt x="5179" y="25"/>
                  <a:pt x="5037" y="71"/>
                </a:cubicBezTo>
                <a:cubicBezTo>
                  <a:pt x="4775" y="154"/>
                  <a:pt x="4668" y="369"/>
                  <a:pt x="4454" y="476"/>
                </a:cubicBezTo>
                <a:cubicBezTo>
                  <a:pt x="3942" y="750"/>
                  <a:pt x="3620" y="1309"/>
                  <a:pt x="3299" y="1774"/>
                </a:cubicBezTo>
                <a:cubicBezTo>
                  <a:pt x="3156" y="1980"/>
                  <a:pt x="3043" y="2038"/>
                  <a:pt x="2920" y="2038"/>
                </a:cubicBezTo>
                <a:cubicBezTo>
                  <a:pt x="2837" y="2038"/>
                  <a:pt x="2749" y="2012"/>
                  <a:pt x="2644" y="1988"/>
                </a:cubicBezTo>
                <a:cubicBezTo>
                  <a:pt x="2394" y="1940"/>
                  <a:pt x="2418" y="1571"/>
                  <a:pt x="2203" y="1547"/>
                </a:cubicBezTo>
                <a:cubicBezTo>
                  <a:pt x="1834" y="1500"/>
                  <a:pt x="1596" y="1238"/>
                  <a:pt x="1310" y="1035"/>
                </a:cubicBezTo>
                <a:cubicBezTo>
                  <a:pt x="1182" y="934"/>
                  <a:pt x="1001" y="875"/>
                  <a:pt x="840" y="875"/>
                </a:cubicBezTo>
                <a:cubicBezTo>
                  <a:pt x="716" y="875"/>
                  <a:pt x="604" y="910"/>
                  <a:pt x="536" y="988"/>
                </a:cubicBezTo>
                <a:cubicBezTo>
                  <a:pt x="298" y="1273"/>
                  <a:pt x="1" y="1654"/>
                  <a:pt x="120" y="2107"/>
                </a:cubicBezTo>
                <a:cubicBezTo>
                  <a:pt x="274" y="2750"/>
                  <a:pt x="263" y="3417"/>
                  <a:pt x="441" y="4048"/>
                </a:cubicBezTo>
                <a:cubicBezTo>
                  <a:pt x="501" y="4250"/>
                  <a:pt x="608" y="4500"/>
                  <a:pt x="572" y="4714"/>
                </a:cubicBezTo>
                <a:cubicBezTo>
                  <a:pt x="477" y="5357"/>
                  <a:pt x="727" y="5953"/>
                  <a:pt x="858" y="6548"/>
                </a:cubicBezTo>
                <a:cubicBezTo>
                  <a:pt x="1025" y="7346"/>
                  <a:pt x="1072" y="8191"/>
                  <a:pt x="1334" y="8989"/>
                </a:cubicBezTo>
                <a:cubicBezTo>
                  <a:pt x="1477" y="9429"/>
                  <a:pt x="1525" y="9977"/>
                  <a:pt x="1560" y="10489"/>
                </a:cubicBezTo>
                <a:cubicBezTo>
                  <a:pt x="1608" y="11037"/>
                  <a:pt x="1632" y="11037"/>
                  <a:pt x="1120" y="11108"/>
                </a:cubicBezTo>
                <a:cubicBezTo>
                  <a:pt x="429" y="11203"/>
                  <a:pt x="370" y="11430"/>
                  <a:pt x="453" y="12156"/>
                </a:cubicBezTo>
                <a:cubicBezTo>
                  <a:pt x="513" y="12727"/>
                  <a:pt x="834" y="13120"/>
                  <a:pt x="1060" y="13537"/>
                </a:cubicBezTo>
                <a:cubicBezTo>
                  <a:pt x="1394" y="14144"/>
                  <a:pt x="1798" y="14763"/>
                  <a:pt x="2298" y="15263"/>
                </a:cubicBezTo>
                <a:cubicBezTo>
                  <a:pt x="2303" y="15268"/>
                  <a:pt x="2310" y="15270"/>
                  <a:pt x="2318" y="15270"/>
                </a:cubicBezTo>
                <a:cubicBezTo>
                  <a:pt x="2329" y="15270"/>
                  <a:pt x="2343" y="15266"/>
                  <a:pt x="2357" y="15266"/>
                </a:cubicBezTo>
                <a:cubicBezTo>
                  <a:pt x="2379" y="15266"/>
                  <a:pt x="2400" y="15275"/>
                  <a:pt x="2406" y="15323"/>
                </a:cubicBezTo>
                <a:cubicBezTo>
                  <a:pt x="2465" y="15751"/>
                  <a:pt x="2822" y="15930"/>
                  <a:pt x="3049" y="16204"/>
                </a:cubicBezTo>
                <a:cubicBezTo>
                  <a:pt x="3275" y="16478"/>
                  <a:pt x="3561" y="16740"/>
                  <a:pt x="3834" y="16990"/>
                </a:cubicBezTo>
                <a:cubicBezTo>
                  <a:pt x="4024" y="17160"/>
                  <a:pt x="4416" y="17372"/>
                  <a:pt x="4678" y="17372"/>
                </a:cubicBezTo>
                <a:cubicBezTo>
                  <a:pt x="4727" y="17372"/>
                  <a:pt x="4773" y="17364"/>
                  <a:pt x="4811" y="17347"/>
                </a:cubicBezTo>
                <a:cubicBezTo>
                  <a:pt x="5394" y="17061"/>
                  <a:pt x="5727" y="16454"/>
                  <a:pt x="5989" y="15894"/>
                </a:cubicBezTo>
                <a:cubicBezTo>
                  <a:pt x="6180" y="15501"/>
                  <a:pt x="6323" y="15013"/>
                  <a:pt x="6549" y="14692"/>
                </a:cubicBezTo>
                <a:cubicBezTo>
                  <a:pt x="6966" y="14097"/>
                  <a:pt x="7013" y="13394"/>
                  <a:pt x="7263" y="12751"/>
                </a:cubicBezTo>
                <a:cubicBezTo>
                  <a:pt x="7478" y="12203"/>
                  <a:pt x="7513" y="11560"/>
                  <a:pt x="7525" y="10953"/>
                </a:cubicBezTo>
                <a:cubicBezTo>
                  <a:pt x="7525" y="10632"/>
                  <a:pt x="7609" y="10227"/>
                  <a:pt x="7240" y="9941"/>
                </a:cubicBezTo>
                <a:cubicBezTo>
                  <a:pt x="7023" y="9779"/>
                  <a:pt x="6826" y="9670"/>
                  <a:pt x="6623" y="9670"/>
                </a:cubicBezTo>
                <a:cubicBezTo>
                  <a:pt x="6470" y="9670"/>
                  <a:pt x="6314" y="9733"/>
                  <a:pt x="6144" y="9882"/>
                </a:cubicBezTo>
                <a:cubicBezTo>
                  <a:pt x="6071" y="9940"/>
                  <a:pt x="6002" y="9966"/>
                  <a:pt x="5943" y="9966"/>
                </a:cubicBezTo>
                <a:cubicBezTo>
                  <a:pt x="5822" y="9966"/>
                  <a:pt x="5743" y="9852"/>
                  <a:pt x="5751" y="9667"/>
                </a:cubicBezTo>
                <a:cubicBezTo>
                  <a:pt x="5763" y="8632"/>
                  <a:pt x="5787" y="7596"/>
                  <a:pt x="5787" y="6560"/>
                </a:cubicBezTo>
                <a:cubicBezTo>
                  <a:pt x="5775" y="5595"/>
                  <a:pt x="5787" y="4643"/>
                  <a:pt x="5775" y="3679"/>
                </a:cubicBezTo>
                <a:cubicBezTo>
                  <a:pt x="5751" y="2714"/>
                  <a:pt x="5918" y="1762"/>
                  <a:pt x="5835" y="785"/>
                </a:cubicBezTo>
                <a:cubicBezTo>
                  <a:pt x="5862" y="236"/>
                  <a:pt x="5725" y="0"/>
                  <a:pt x="5405" y="0"/>
                </a:cubicBezTo>
                <a:close/>
              </a:path>
            </a:pathLst>
          </a:custGeom>
          <a:solidFill>
            <a:srgbClr val="0B4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bg2">
                  <a:lumMod val="50000"/>
                </a:schemeClr>
              </a:solidFill>
            </a:endParaRPr>
          </a:p>
        </p:txBody>
      </p:sp>
      <p:sp>
        <p:nvSpPr>
          <p:cNvPr id="6" name="TextBox 5">
            <a:extLst>
              <a:ext uri="{FF2B5EF4-FFF2-40B4-BE49-F238E27FC236}">
                <a16:creationId xmlns:a16="http://schemas.microsoft.com/office/drawing/2014/main" id="{464BFA49-38E8-C8C4-20C1-F25F76DE60D3}"/>
              </a:ext>
            </a:extLst>
          </p:cNvPr>
          <p:cNvSpPr txBox="1"/>
          <p:nvPr/>
        </p:nvSpPr>
        <p:spPr>
          <a:xfrm>
            <a:off x="1780207" y="2179764"/>
            <a:ext cx="2928418" cy="1169551"/>
          </a:xfrm>
          <a:prstGeom prst="rect">
            <a:avLst/>
          </a:prstGeom>
          <a:noFill/>
        </p:spPr>
        <p:txBody>
          <a:bodyPr wrap="square" rtlCol="0">
            <a:spAutoFit/>
          </a:bodyPr>
          <a:lstStyle/>
          <a:p>
            <a:r>
              <a:rPr lang="ar-EG" sz="1400" dirty="0"/>
              <a:t> ـ</a:t>
            </a:r>
            <a:r>
              <a:rPr lang="en-US" sz="1400" dirty="0"/>
              <a:t> Search for suitable tests match their needs as Petroleum </a:t>
            </a:r>
            <a:r>
              <a:rPr lang="en-US" sz="1400" dirty="0" err="1"/>
              <a:t>companies,Schools</a:t>
            </a:r>
            <a:endParaRPr lang="en-US" sz="1400" dirty="0"/>
          </a:p>
          <a:p>
            <a:r>
              <a:rPr lang="en-US" sz="1400" dirty="0">
                <a:latin typeface="Arial Nova Light (Body)"/>
              </a:rPr>
              <a:t> - Search for Good prices suitable their badged </a:t>
            </a:r>
          </a:p>
        </p:txBody>
      </p:sp>
    </p:spTree>
    <p:extLst>
      <p:ext uri="{BB962C8B-B14F-4D97-AF65-F5344CB8AC3E}">
        <p14:creationId xmlns:p14="http://schemas.microsoft.com/office/powerpoint/2010/main" val="13478397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Google Shape;1359;p42">
            <a:extLst>
              <a:ext uri="{FF2B5EF4-FFF2-40B4-BE49-F238E27FC236}">
                <a16:creationId xmlns:a16="http://schemas.microsoft.com/office/drawing/2014/main" id="{144B6CF7-422B-BFF5-C975-9EC7CD538E05}"/>
              </a:ext>
            </a:extLst>
          </p:cNvPr>
          <p:cNvSpPr/>
          <p:nvPr/>
        </p:nvSpPr>
        <p:spPr>
          <a:xfrm>
            <a:off x="6827624" y="1072474"/>
            <a:ext cx="5276362" cy="3627681"/>
          </a:xfrm>
          <a:prstGeom prst="roundRect">
            <a:avLst>
              <a:gd name="adj" fmla="val 16667"/>
            </a:avLst>
          </a:prstGeom>
          <a:solidFill>
            <a:schemeClr val="lt2"/>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9" name="Google Shape;1360;p42">
            <a:extLst>
              <a:ext uri="{FF2B5EF4-FFF2-40B4-BE49-F238E27FC236}">
                <a16:creationId xmlns:a16="http://schemas.microsoft.com/office/drawing/2014/main" id="{51F8AEA4-52EC-BA49-7F43-5DB7867FFB5B}"/>
              </a:ext>
            </a:extLst>
          </p:cNvPr>
          <p:cNvSpPr txBox="1"/>
          <p:nvPr/>
        </p:nvSpPr>
        <p:spPr>
          <a:xfrm>
            <a:off x="8480943" y="940477"/>
            <a:ext cx="1969723" cy="741826"/>
          </a:xfrm>
          <a:prstGeom prst="rect">
            <a:avLst/>
          </a:prstGeom>
          <a:no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lumMod val="95000"/>
                    <a:lumOff val="5000"/>
                  </a:prstClr>
                </a:solidFill>
                <a:effectLst/>
                <a:uLnTx/>
                <a:uFillTx/>
                <a:latin typeface="Montserrat" panose="00000500000000000000" pitchFamily="2" charset="0"/>
                <a:ea typeface="+mn-ea"/>
                <a:cs typeface="+mn-cs"/>
              </a:rPr>
              <a:t>Targeting</a:t>
            </a:r>
          </a:p>
        </p:txBody>
      </p:sp>
      <p:sp>
        <p:nvSpPr>
          <p:cNvPr id="10" name="Google Shape;1361;p42">
            <a:extLst>
              <a:ext uri="{FF2B5EF4-FFF2-40B4-BE49-F238E27FC236}">
                <a16:creationId xmlns:a16="http://schemas.microsoft.com/office/drawing/2014/main" id="{520FD058-AEEF-BA5E-AB62-228E45BFEE6F}"/>
              </a:ext>
            </a:extLst>
          </p:cNvPr>
          <p:cNvSpPr txBox="1"/>
          <p:nvPr/>
        </p:nvSpPr>
        <p:spPr>
          <a:xfrm>
            <a:off x="7605099" y="1563717"/>
            <a:ext cx="4567789" cy="3146244"/>
          </a:xfrm>
          <a:prstGeom prst="rect">
            <a:avLst/>
          </a:prstGeom>
          <a:noFill/>
          <a:ln>
            <a:noFill/>
          </a:ln>
        </p:spPr>
        <p:txBody>
          <a:bodyPr spcFirstLastPara="1" wrap="square" lIns="121900" tIns="121900" rIns="121900" bIns="121900" anchor="ctr" anchorCtr="0">
            <a:noAutofit/>
          </a:bodyPr>
          <a:lstStyle/>
          <a:p>
            <a:pPr marL="285750" marR="0" lvl="0" indent="-285750" algn="l" defTabSz="914400" rtl="0" eaLnBrk="1" fontAlgn="auto" latinLnBrk="0" hangingPunct="1">
              <a:lnSpc>
                <a:spcPct val="100000"/>
              </a:lnSpc>
              <a:spcBef>
                <a:spcPts val="0"/>
              </a:spcBef>
              <a:spcAft>
                <a:spcPts val="0"/>
              </a:spcAft>
              <a:buClrTx/>
              <a:buSzPct val="150000"/>
              <a:buFont typeface="Wingdings" panose="05000000000000000000" pitchFamily="2" charset="2"/>
              <a:buChar char="§"/>
              <a:tabLst/>
              <a:defRPr/>
            </a:pPr>
            <a:r>
              <a:rPr kumimoji="0" lang="en-US" sz="1600" b="0" i="0" u="none" strike="noStrike" kern="1200" cap="none" spc="0" normalizeH="0" baseline="0" noProof="0" dirty="0">
                <a:ln>
                  <a:noFill/>
                </a:ln>
                <a:solidFill>
                  <a:prstClr val="black"/>
                </a:solidFill>
                <a:effectLst/>
                <a:uLnTx/>
                <a:uFillTx/>
                <a:latin typeface="Calibri" panose="020F0502020204030204" pitchFamily="34" charset="0"/>
                <a:ea typeface="Roboto" panose="02000000000000000000" pitchFamily="2" charset="0"/>
                <a:cs typeface="Calibri" panose="020F0502020204030204" pitchFamily="34" charset="0"/>
              </a:rPr>
              <a:t>Geographic : Lower Egypt region </a:t>
            </a:r>
          </a:p>
          <a:p>
            <a:pPr marR="0" lvl="0" algn="l" defTabSz="914400" rtl="0" eaLnBrk="1" fontAlgn="auto" latinLnBrk="0" hangingPunct="1">
              <a:lnSpc>
                <a:spcPct val="100000"/>
              </a:lnSpc>
              <a:spcBef>
                <a:spcPts val="0"/>
              </a:spcBef>
              <a:spcAft>
                <a:spcPts val="0"/>
              </a:spcAft>
              <a:buClrTx/>
              <a:buSzTx/>
              <a:tabLst/>
              <a:defRPr/>
            </a:pPr>
            <a:r>
              <a:rPr lang="en-US" sz="1600" dirty="0">
                <a:solidFill>
                  <a:prstClr val="black"/>
                </a:solidFill>
                <a:latin typeface="Calibri" panose="020F0502020204030204" pitchFamily="34" charset="0"/>
                <a:ea typeface="Roboto" panose="02000000000000000000" pitchFamily="2" charset="0"/>
                <a:cs typeface="Calibri" panose="020F0502020204030204" pitchFamily="34" charset="0"/>
              </a:rPr>
              <a:t>      </a:t>
            </a:r>
            <a:r>
              <a:rPr kumimoji="0" lang="en-US" sz="1600" b="0" i="0" u="none" strike="noStrike" kern="1200" cap="none" spc="0" normalizeH="0" baseline="0" noProof="0" dirty="0">
                <a:ln>
                  <a:noFill/>
                </a:ln>
                <a:solidFill>
                  <a:prstClr val="black"/>
                </a:solidFill>
                <a:effectLst/>
                <a:uLnTx/>
                <a:uFillTx/>
                <a:latin typeface="Calibri" panose="020F0502020204030204" pitchFamily="34" charset="0"/>
                <a:ea typeface="Roboto" panose="02000000000000000000" pitchFamily="2" charset="0"/>
                <a:cs typeface="Calibri" panose="020F0502020204030204" pitchFamily="34" charset="0"/>
              </a:rPr>
              <a:t>Alexandria districts : Montazah, Sharq , Wassat</a:t>
            </a:r>
            <a:endParaRPr kumimoji="0" lang="ar-EG" sz="1600" b="0" i="0" u="none" strike="noStrike" kern="1200" cap="none" spc="0" normalizeH="0" baseline="0" noProof="0" dirty="0">
              <a:ln>
                <a:noFill/>
              </a:ln>
              <a:solidFill>
                <a:prstClr val="black"/>
              </a:solidFill>
              <a:effectLst/>
              <a:uLnTx/>
              <a:uFillTx/>
              <a:latin typeface="Calibri" panose="020F0502020204030204" pitchFamily="34" charset="0"/>
              <a:ea typeface="Roboto" panose="02000000000000000000" pitchFamily="2" charset="0"/>
              <a:cs typeface="Calibri" panose="020F0502020204030204" pitchFamily="34" charset="0"/>
            </a:endParaRPr>
          </a:p>
          <a:p>
            <a:pPr marR="0" lvl="0" algn="l" defTabSz="914400" rtl="0" eaLnBrk="1" fontAlgn="auto" latinLnBrk="0" hangingPunct="1">
              <a:lnSpc>
                <a:spcPct val="100000"/>
              </a:lnSpc>
              <a:spcBef>
                <a:spcPts val="0"/>
              </a:spcBef>
              <a:spcAft>
                <a:spcPts val="0"/>
              </a:spcAft>
              <a:buClrTx/>
              <a:buSzTx/>
              <a:tabLst/>
              <a:defRPr/>
            </a:pPr>
            <a:endParaRPr kumimoji="0" lang="en-US" sz="500" b="0" i="0" u="none" strike="noStrike" kern="1200" cap="none" spc="0" normalizeH="0" baseline="0" noProof="0" dirty="0">
              <a:ln>
                <a:noFill/>
              </a:ln>
              <a:solidFill>
                <a:prstClr val="black"/>
              </a:solidFill>
              <a:effectLst/>
              <a:uLnTx/>
              <a:uFillTx/>
              <a:latin typeface="Calibri" panose="020F0502020204030204" pitchFamily="34" charset="0"/>
              <a:ea typeface="Roboto" panose="02000000000000000000" pitchFamily="2" charset="0"/>
              <a:cs typeface="Calibri" panose="020F0502020204030204" pitchFamily="34" charset="0"/>
            </a:endParaRPr>
          </a:p>
          <a:p>
            <a:pPr marL="285750" marR="0" lvl="0" indent="-285750" algn="l" defTabSz="914400" rtl="0" eaLnBrk="1" fontAlgn="auto" latinLnBrk="0" hangingPunct="1">
              <a:lnSpc>
                <a:spcPct val="100000"/>
              </a:lnSpc>
              <a:spcBef>
                <a:spcPts val="0"/>
              </a:spcBef>
              <a:spcAft>
                <a:spcPts val="0"/>
              </a:spcAft>
              <a:buClrTx/>
              <a:buSzPct val="150000"/>
              <a:buFont typeface="Wingdings" panose="05000000000000000000" pitchFamily="2" charset="2"/>
              <a:buChar char="§"/>
              <a:tabLst/>
              <a:defRPr/>
            </a:pPr>
            <a:r>
              <a:rPr kumimoji="0" lang="en-US" sz="1600" b="0" i="0" u="none" strike="noStrike" kern="1200" cap="none" spc="0" normalizeH="0" baseline="0" noProof="0" dirty="0">
                <a:ln>
                  <a:noFill/>
                </a:ln>
                <a:solidFill>
                  <a:prstClr val="black"/>
                </a:solidFill>
                <a:effectLst/>
                <a:uLnTx/>
                <a:uFillTx/>
                <a:latin typeface="Calibri" panose="020F0502020204030204" pitchFamily="34" charset="0"/>
                <a:ea typeface="Roboto" panose="02000000000000000000" pitchFamily="2" charset="0"/>
                <a:cs typeface="Calibri" panose="020F0502020204030204" pitchFamily="34" charset="0"/>
              </a:rPr>
              <a:t>Psychographic: A- to B</a:t>
            </a:r>
            <a:endParaRPr kumimoji="0" lang="ar-EG" sz="1600" b="0" i="0" u="none" strike="noStrike" kern="1200" cap="none" spc="0" normalizeH="0" baseline="0" noProof="0" dirty="0">
              <a:ln>
                <a:noFill/>
              </a:ln>
              <a:solidFill>
                <a:prstClr val="black"/>
              </a:solidFill>
              <a:effectLst/>
              <a:uLnTx/>
              <a:uFillTx/>
              <a:latin typeface="Calibri" panose="020F0502020204030204" pitchFamily="34" charset="0"/>
              <a:ea typeface="Roboto" panose="02000000000000000000" pitchFamily="2" charset="0"/>
              <a:cs typeface="Calibri" panose="020F0502020204030204" pitchFamily="34" charset="0"/>
            </a:endParaRPr>
          </a:p>
          <a:p>
            <a:pPr marR="0" lvl="0" algn="l" defTabSz="914400" rtl="0" eaLnBrk="1" fontAlgn="auto" latinLnBrk="0" hangingPunct="1">
              <a:lnSpc>
                <a:spcPct val="100000"/>
              </a:lnSpc>
              <a:spcBef>
                <a:spcPts val="0"/>
              </a:spcBef>
              <a:spcAft>
                <a:spcPts val="0"/>
              </a:spcAft>
              <a:buClrTx/>
              <a:buSzPct val="150000"/>
              <a:tabLst/>
              <a:defRPr/>
            </a:pPr>
            <a:endParaRPr kumimoji="0" lang="en-US" sz="500" b="0" i="0" u="none" strike="noStrike" kern="1200" cap="none" spc="0" normalizeH="0" baseline="0" noProof="0" dirty="0">
              <a:ln>
                <a:noFill/>
              </a:ln>
              <a:solidFill>
                <a:prstClr val="black"/>
              </a:solidFill>
              <a:effectLst/>
              <a:uLnTx/>
              <a:uFillTx/>
              <a:latin typeface="Calibri" panose="020F0502020204030204" pitchFamily="34" charset="0"/>
              <a:ea typeface="Roboto" panose="02000000000000000000" pitchFamily="2" charset="0"/>
              <a:cs typeface="Calibri" panose="020F0502020204030204" pitchFamily="34" charset="0"/>
            </a:endParaRPr>
          </a:p>
          <a:p>
            <a:pPr marL="285750" marR="0" lvl="0" indent="-285750" algn="l" defTabSz="914400" rtl="0" eaLnBrk="1" fontAlgn="auto" latinLnBrk="0" hangingPunct="1">
              <a:lnSpc>
                <a:spcPct val="100000"/>
              </a:lnSpc>
              <a:spcBef>
                <a:spcPts val="0"/>
              </a:spcBef>
              <a:spcAft>
                <a:spcPts val="0"/>
              </a:spcAft>
              <a:buClrTx/>
              <a:buSzPct val="150000"/>
              <a:buFont typeface="Wingdings" panose="05000000000000000000" pitchFamily="2" charset="2"/>
              <a:buChar char="§"/>
              <a:tabLst/>
              <a:defRPr/>
            </a:pPr>
            <a:r>
              <a:rPr kumimoji="0" lang="en-US" sz="1600" b="0" i="0" u="none" strike="noStrike" kern="1200" cap="none" spc="0" normalizeH="0" baseline="0" noProof="0" dirty="0">
                <a:ln>
                  <a:noFill/>
                </a:ln>
                <a:solidFill>
                  <a:prstClr val="black"/>
                </a:solidFill>
                <a:effectLst/>
                <a:uLnTx/>
                <a:uFillTx/>
                <a:latin typeface="Calibri" panose="020F0502020204030204" pitchFamily="34" charset="0"/>
                <a:ea typeface="Roboto" panose="02000000000000000000" pitchFamily="2" charset="0"/>
                <a:cs typeface="Calibri" panose="020F0502020204030204" pitchFamily="34" charset="0"/>
              </a:rPr>
              <a:t>Demographic: gender , age, marital, occupation </a:t>
            </a:r>
          </a:p>
          <a:p>
            <a:pPr marR="0" lvl="0" algn="l" defTabSz="914400" rtl="0" eaLnBrk="1" fontAlgn="auto" latinLnBrk="0" hangingPunct="1">
              <a:lnSpc>
                <a:spcPct val="100000"/>
              </a:lnSpc>
              <a:spcBef>
                <a:spcPts val="0"/>
              </a:spcBef>
              <a:spcAft>
                <a:spcPts val="0"/>
              </a:spcAft>
              <a:buClrTx/>
              <a:buSzTx/>
              <a:tabLst/>
              <a:defRPr/>
            </a:pPr>
            <a:endParaRPr kumimoji="0" lang="en-US" sz="300" b="0" i="0" u="none" strike="noStrike" kern="1200" cap="none" spc="0" normalizeH="0" baseline="0" noProof="0" dirty="0">
              <a:ln>
                <a:noFill/>
              </a:ln>
              <a:solidFill>
                <a:prstClr val="black"/>
              </a:solidFill>
              <a:effectLst/>
              <a:uLnTx/>
              <a:uFillTx/>
              <a:latin typeface="Calibri" panose="020F0502020204030204" pitchFamily="34" charset="0"/>
              <a:ea typeface="Roboto" panose="02000000000000000000" pitchFamily="2" charset="0"/>
              <a:cs typeface="Calibri" panose="020F0502020204030204" pitchFamily="34" charset="0"/>
            </a:endParaRPr>
          </a:p>
          <a:p>
            <a:pPr>
              <a:defRPr/>
            </a:pPr>
            <a:r>
              <a:rPr lang="en-US" sz="1600" dirty="0">
                <a:solidFill>
                  <a:prstClr val="black"/>
                </a:solidFill>
                <a:latin typeface="Calibri" panose="020F0502020204030204" pitchFamily="34" charset="0"/>
                <a:ea typeface="Roboto" panose="02000000000000000000" pitchFamily="2" charset="0"/>
                <a:cs typeface="Calibri" panose="020F0502020204030204" pitchFamily="34" charset="0"/>
              </a:rPr>
              <a:t>Note : ( They deal with all publics without demographic segmentation , only target each category with different offers</a:t>
            </a:r>
            <a:r>
              <a:rPr lang="ar-EG" sz="1600" dirty="0">
                <a:solidFill>
                  <a:prstClr val="black"/>
                </a:solidFill>
                <a:latin typeface="Calibri" panose="020F0502020204030204" pitchFamily="34" charset="0"/>
                <a:ea typeface="Roboto" panose="02000000000000000000" pitchFamily="2" charset="0"/>
                <a:cs typeface="Calibri" panose="020F0502020204030204" pitchFamily="34" charset="0"/>
              </a:rPr>
              <a:t> </a:t>
            </a:r>
            <a:r>
              <a:rPr lang="en-US" sz="1600" dirty="0">
                <a:solidFill>
                  <a:prstClr val="black"/>
                </a:solidFill>
                <a:latin typeface="Calibri" panose="020F0502020204030204" pitchFamily="34" charset="0"/>
                <a:ea typeface="Roboto" panose="02000000000000000000" pitchFamily="2" charset="0"/>
                <a:cs typeface="Calibri" panose="020F0502020204030204" pitchFamily="34" charset="0"/>
              </a:rPr>
              <a:t>)</a:t>
            </a:r>
          </a:p>
          <a:p>
            <a:pPr marR="0" lvl="0" algn="l" defTabSz="914400" rtl="0" eaLnBrk="1" fontAlgn="auto" latinLnBrk="0" hangingPunct="1">
              <a:lnSpc>
                <a:spcPct val="100000"/>
              </a:lnSpc>
              <a:spcBef>
                <a:spcPts val="0"/>
              </a:spcBef>
              <a:spcAft>
                <a:spcPts val="0"/>
              </a:spcAft>
              <a:buClrTx/>
              <a:buSzTx/>
              <a:tabLst/>
              <a:defRPr/>
            </a:pPr>
            <a:endPar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Roboto" panose="02000000000000000000" pitchFamily="2" charset="0"/>
              <a:cs typeface="Calibri" panose="020F0502020204030204" pitchFamily="34" charset="0"/>
            </a:endParaRPr>
          </a:p>
          <a:p>
            <a:pPr marL="285750" marR="0" lvl="0" indent="-285750" algn="l" defTabSz="914400" rtl="0" eaLnBrk="1" fontAlgn="auto" latinLnBrk="0" hangingPunct="1">
              <a:lnSpc>
                <a:spcPct val="100000"/>
              </a:lnSpc>
              <a:spcBef>
                <a:spcPts val="0"/>
              </a:spcBef>
              <a:spcAft>
                <a:spcPts val="0"/>
              </a:spcAft>
              <a:buClrTx/>
              <a:buSzPct val="150000"/>
              <a:buFont typeface="Wingdings" panose="05000000000000000000" pitchFamily="2" charset="2"/>
              <a:buChar char="§"/>
              <a:tabLst/>
              <a:defRPr/>
            </a:pPr>
            <a:r>
              <a:rPr lang="en-US" sz="1600" dirty="0">
                <a:solidFill>
                  <a:prstClr val="black"/>
                </a:solidFill>
                <a:latin typeface="Calibri" panose="020F0502020204030204" pitchFamily="34" charset="0"/>
                <a:ea typeface="Roboto" panose="02000000000000000000" pitchFamily="2" charset="0"/>
                <a:cs typeface="Calibri" panose="020F0502020204030204" pitchFamily="34" charset="0"/>
              </a:rPr>
              <a:t>Business-to-Business (Org. deals) </a:t>
            </a:r>
            <a:r>
              <a:rPr kumimoji="0" lang="en-US" sz="1600" b="0" i="0" u="none" strike="noStrike" kern="1200" cap="none" spc="0" normalizeH="0" baseline="0" noProof="0" dirty="0">
                <a:ln>
                  <a:noFill/>
                </a:ln>
                <a:solidFill>
                  <a:prstClr val="black"/>
                </a:solidFill>
                <a:effectLst/>
                <a:uLnTx/>
                <a:uFillTx/>
                <a:latin typeface="Calibri" panose="020F0502020204030204" pitchFamily="34" charset="0"/>
                <a:ea typeface="Roboto" panose="02000000000000000000" pitchFamily="2" charset="0"/>
                <a:cs typeface="Calibri" panose="020F0502020204030204" pitchFamily="34" charset="0"/>
              </a:rPr>
              <a:t>:</a:t>
            </a:r>
          </a:p>
          <a:p>
            <a:pPr marR="0" lvl="0" algn="l" defTabSz="914400" rtl="0" eaLnBrk="1" fontAlgn="auto" latinLnBrk="0" hangingPunct="1">
              <a:lnSpc>
                <a:spcPct val="100000"/>
              </a:lnSpc>
              <a:spcBef>
                <a:spcPts val="0"/>
              </a:spcBef>
              <a:spcAft>
                <a:spcPts val="0"/>
              </a:spcAft>
              <a:buClrTx/>
              <a:buSzTx/>
              <a:tabLst/>
              <a:defRPr/>
            </a:pPr>
            <a:r>
              <a:rPr lang="en-US" sz="1600" dirty="0">
                <a:solidFill>
                  <a:prstClr val="black"/>
                </a:solidFill>
                <a:latin typeface="Calibri" panose="020F0502020204030204" pitchFamily="34" charset="0"/>
                <a:ea typeface="Roboto" panose="02000000000000000000" pitchFamily="2" charset="0"/>
                <a:cs typeface="Calibri" panose="020F0502020204030204" pitchFamily="34" charset="0"/>
              </a:rPr>
              <a:t>                </a:t>
            </a:r>
            <a:r>
              <a:rPr kumimoji="0" lang="en-US" sz="1600" b="0" i="0" u="none" strike="noStrike" kern="1200" cap="none" spc="0" normalizeH="0" baseline="0" noProof="0" dirty="0">
                <a:ln>
                  <a:noFill/>
                </a:ln>
                <a:solidFill>
                  <a:prstClr val="black"/>
                </a:solidFill>
                <a:effectLst/>
                <a:uLnTx/>
                <a:uFillTx/>
                <a:latin typeface="Calibri" panose="020F0502020204030204" pitchFamily="34" charset="0"/>
                <a:ea typeface="Roboto" panose="02000000000000000000" pitchFamily="2" charset="0"/>
                <a:cs typeface="Calibri" panose="020F0502020204030204" pitchFamily="34" charset="0"/>
              </a:rPr>
              <a:t>Lab-Lab, Syndicates</a:t>
            </a:r>
          </a:p>
          <a:p>
            <a:pPr marR="0" lvl="0" algn="l" defTabSz="914400" rtl="0" eaLnBrk="1" fontAlgn="auto" latinLnBrk="0" hangingPunct="1">
              <a:lnSpc>
                <a:spcPct val="100000"/>
              </a:lnSpc>
              <a:spcBef>
                <a:spcPts val="0"/>
              </a:spcBef>
              <a:spcAft>
                <a:spcPts val="0"/>
              </a:spcAft>
              <a:buClrTx/>
              <a:buSzTx/>
              <a:tabLst/>
              <a:defRPr/>
            </a:pPr>
            <a:endPar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Roboto" panose="02000000000000000000" pitchFamily="2"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lumMod val="95000"/>
                    <a:lumOff val="5000"/>
                  </a:prstClr>
                </a:solidFill>
                <a:effectLst/>
                <a:uLnTx/>
                <a:uFillTx/>
                <a:latin typeface="Calibri" panose="020F0502020204030204" pitchFamily="34" charset="0"/>
                <a:ea typeface="+mn-ea"/>
                <a:cs typeface="Calibri" panose="020F0502020204030204" pitchFamily="34" charset="0"/>
              </a:rPr>
              <a:t>Strategy: Differentiated</a:t>
            </a:r>
            <a:endParaRPr kumimoji="0" lang="en-US" sz="16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Calibri" panose="020F0502020204030204" pitchFamily="34" charset="0"/>
              </a:rPr>
              <a:t>  </a:t>
            </a:r>
          </a:p>
        </p:txBody>
      </p:sp>
      <p:sp>
        <p:nvSpPr>
          <p:cNvPr id="11" name="Google Shape;1362;p42">
            <a:extLst>
              <a:ext uri="{FF2B5EF4-FFF2-40B4-BE49-F238E27FC236}">
                <a16:creationId xmlns:a16="http://schemas.microsoft.com/office/drawing/2014/main" id="{FB8512E8-2E1A-A498-E377-4FA803D52FDE}"/>
              </a:ext>
            </a:extLst>
          </p:cNvPr>
          <p:cNvSpPr/>
          <p:nvPr/>
        </p:nvSpPr>
        <p:spPr>
          <a:xfrm>
            <a:off x="6100975" y="2923083"/>
            <a:ext cx="501292" cy="673433"/>
          </a:xfrm>
          <a:custGeom>
            <a:avLst/>
            <a:gdLst/>
            <a:ahLst/>
            <a:cxnLst/>
            <a:rect l="l" t="t" r="r" b="b"/>
            <a:pathLst>
              <a:path w="18051" h="16527" extrusionOk="0">
                <a:moveTo>
                  <a:pt x="11216" y="1"/>
                </a:moveTo>
                <a:cubicBezTo>
                  <a:pt x="5025" y="1"/>
                  <a:pt x="1" y="5013"/>
                  <a:pt x="1" y="11217"/>
                </a:cubicBezTo>
                <a:lnTo>
                  <a:pt x="1" y="16527"/>
                </a:lnTo>
                <a:lnTo>
                  <a:pt x="8919" y="16527"/>
                </a:lnTo>
                <a:cubicBezTo>
                  <a:pt x="13955" y="16527"/>
                  <a:pt x="18051" y="12443"/>
                  <a:pt x="18051" y="7395"/>
                </a:cubicBezTo>
                <a:lnTo>
                  <a:pt x="18051" y="1"/>
                </a:lnTo>
                <a:close/>
              </a:path>
            </a:pathLst>
          </a:custGeom>
          <a:gradFill flip="none" rotWithShape="1">
            <a:gsLst>
              <a:gs pos="0">
                <a:srgbClr val="0B4585">
                  <a:shade val="30000"/>
                  <a:satMod val="115000"/>
                </a:srgbClr>
              </a:gs>
              <a:gs pos="50000">
                <a:srgbClr val="0B4585">
                  <a:shade val="67500"/>
                  <a:satMod val="115000"/>
                </a:srgbClr>
              </a:gs>
              <a:gs pos="100000">
                <a:srgbClr val="0B4585">
                  <a:shade val="100000"/>
                  <a:satMod val="115000"/>
                </a:srgbClr>
              </a:gs>
            </a:gsLst>
            <a:lin ang="2700000" scaled="1"/>
            <a:tileRect/>
          </a:gra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12" name="Google Shape;1363;p42">
            <a:extLst>
              <a:ext uri="{FF2B5EF4-FFF2-40B4-BE49-F238E27FC236}">
                <a16:creationId xmlns:a16="http://schemas.microsoft.com/office/drawing/2014/main" id="{1AECA763-9AC6-7266-21FA-7B0F8E95C29A}"/>
              </a:ext>
            </a:extLst>
          </p:cNvPr>
          <p:cNvSpPr/>
          <p:nvPr/>
        </p:nvSpPr>
        <p:spPr>
          <a:xfrm>
            <a:off x="6096000" y="2193314"/>
            <a:ext cx="1578000" cy="1150871"/>
          </a:xfrm>
          <a:custGeom>
            <a:avLst/>
            <a:gdLst/>
            <a:ahLst/>
            <a:cxnLst/>
            <a:rect l="l" t="t" r="r" b="b"/>
            <a:pathLst>
              <a:path w="47924" h="34934" extrusionOk="0">
                <a:moveTo>
                  <a:pt x="28957" y="1"/>
                </a:moveTo>
                <a:lnTo>
                  <a:pt x="28957" y="5668"/>
                </a:lnTo>
                <a:lnTo>
                  <a:pt x="11216" y="5668"/>
                </a:lnTo>
                <a:cubicBezTo>
                  <a:pt x="5025" y="5668"/>
                  <a:pt x="1" y="10693"/>
                  <a:pt x="1" y="16896"/>
                </a:cubicBezTo>
                <a:lnTo>
                  <a:pt x="1" y="34934"/>
                </a:lnTo>
                <a:cubicBezTo>
                  <a:pt x="1" y="28730"/>
                  <a:pt x="5025" y="23718"/>
                  <a:pt x="11216" y="23718"/>
                </a:cubicBezTo>
                <a:lnTo>
                  <a:pt x="28957" y="23718"/>
                </a:lnTo>
                <a:lnTo>
                  <a:pt x="28957" y="29862"/>
                </a:lnTo>
                <a:lnTo>
                  <a:pt x="47888" y="14979"/>
                </a:lnTo>
                <a:cubicBezTo>
                  <a:pt x="47923" y="14955"/>
                  <a:pt x="47923" y="14907"/>
                  <a:pt x="47888" y="14883"/>
                </a:cubicBezTo>
                <a:lnTo>
                  <a:pt x="28957" y="1"/>
                </a:lnTo>
                <a:close/>
              </a:path>
            </a:pathLst>
          </a:custGeom>
          <a:solidFill>
            <a:srgbClr val="0B4585"/>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19" name="Google Shape;1319;p42">
            <a:extLst>
              <a:ext uri="{FF2B5EF4-FFF2-40B4-BE49-F238E27FC236}">
                <a16:creationId xmlns:a16="http://schemas.microsoft.com/office/drawing/2014/main" id="{BB93B133-4A6D-E065-46BD-3E1C1278A583}"/>
              </a:ext>
            </a:extLst>
          </p:cNvPr>
          <p:cNvSpPr txBox="1">
            <a:spLocks noGrp="1"/>
          </p:cNvSpPr>
          <p:nvPr>
            <p:ph type="title"/>
          </p:nvPr>
        </p:nvSpPr>
        <p:spPr>
          <a:xfrm>
            <a:off x="359059" y="178548"/>
            <a:ext cx="10298000" cy="641600"/>
          </a:xfrm>
          <a:prstGeom prst="rect">
            <a:avLst/>
          </a:prstGeom>
        </p:spPr>
        <p:txBody>
          <a:bodyPr spcFirstLastPara="1" wrap="square" lIns="121900" tIns="121900" rIns="121900" bIns="121900" anchor="ctr" anchorCtr="0">
            <a:noAutofit/>
          </a:bodyPr>
          <a:lstStyle/>
          <a:p>
            <a:r>
              <a:rPr kumimoji="0" lang="en-US" sz="3600" b="1" i="0" u="none" strike="noStrike" kern="1200" cap="none" spc="0" normalizeH="0" baseline="0" noProof="0" dirty="0">
                <a:ln>
                  <a:noFill/>
                </a:ln>
                <a:solidFill>
                  <a:srgbClr val="0F5CB1"/>
                </a:solidFill>
                <a:effectLst/>
                <a:uLnTx/>
                <a:uFillTx/>
                <a:latin typeface="Amasis MT Pro Light" panose="02040304050005020304" pitchFamily="18" charset="0"/>
                <a:ea typeface="+mj-ea"/>
                <a:cs typeface="+mj-cs"/>
              </a:rPr>
              <a:t>Customer Driven Marketing Strategy:</a:t>
            </a:r>
            <a:endParaRPr lang="en-US" dirty="0"/>
          </a:p>
        </p:txBody>
      </p:sp>
      <p:pic>
        <p:nvPicPr>
          <p:cNvPr id="20" name="Graphic 19" descr="Target Audience">
            <a:extLst>
              <a:ext uri="{FF2B5EF4-FFF2-40B4-BE49-F238E27FC236}">
                <a16:creationId xmlns:a16="http://schemas.microsoft.com/office/drawing/2014/main" id="{EDBC410A-67FA-71FB-0259-49DB3308817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952964" y="2414943"/>
            <a:ext cx="457200" cy="508140"/>
          </a:xfrm>
          <a:prstGeom prst="rect">
            <a:avLst/>
          </a:prstGeom>
        </p:spPr>
      </p:pic>
      <p:sp>
        <p:nvSpPr>
          <p:cNvPr id="25" name="Google Shape;1359;p42">
            <a:extLst>
              <a:ext uri="{FF2B5EF4-FFF2-40B4-BE49-F238E27FC236}">
                <a16:creationId xmlns:a16="http://schemas.microsoft.com/office/drawing/2014/main" id="{B31766AD-212F-32B8-E9D3-D8B78EC7B3E8}"/>
              </a:ext>
            </a:extLst>
          </p:cNvPr>
          <p:cNvSpPr/>
          <p:nvPr/>
        </p:nvSpPr>
        <p:spPr>
          <a:xfrm>
            <a:off x="579121" y="1072476"/>
            <a:ext cx="5384800" cy="3637485"/>
          </a:xfrm>
          <a:prstGeom prst="roundRect">
            <a:avLst>
              <a:gd name="adj" fmla="val 16667"/>
            </a:avLst>
          </a:prstGeom>
          <a:solidFill>
            <a:schemeClr val="lt2"/>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26" name="Google Shape;1360;p42">
            <a:extLst>
              <a:ext uri="{FF2B5EF4-FFF2-40B4-BE49-F238E27FC236}">
                <a16:creationId xmlns:a16="http://schemas.microsoft.com/office/drawing/2014/main" id="{63DC5906-7147-9B78-F913-6F5B4B41F07A}"/>
              </a:ext>
            </a:extLst>
          </p:cNvPr>
          <p:cNvSpPr txBox="1"/>
          <p:nvPr/>
        </p:nvSpPr>
        <p:spPr>
          <a:xfrm>
            <a:off x="2029682" y="978594"/>
            <a:ext cx="2684059" cy="741826"/>
          </a:xfrm>
          <a:prstGeom prst="rect">
            <a:avLst/>
          </a:prstGeom>
          <a:no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Segmentation</a:t>
            </a:r>
            <a:endParaRPr kumimoji="0" lang="en-US" sz="2400" b="0" i="0" u="none" strike="noStrike" kern="1200" cap="none" spc="0" normalizeH="0" baseline="0" noProof="0" dirty="0">
              <a:ln>
                <a:noFill/>
              </a:ln>
              <a:solidFill>
                <a:prstClr val="black"/>
              </a:solidFill>
              <a:effectLst/>
              <a:uLnTx/>
              <a:uFillTx/>
              <a:latin typeface="Arial Nova Light"/>
              <a:ea typeface="+mn-ea"/>
              <a:cs typeface="+mn-cs"/>
            </a:endParaRPr>
          </a:p>
        </p:txBody>
      </p:sp>
      <p:sp>
        <p:nvSpPr>
          <p:cNvPr id="27" name="Google Shape;1361;p42">
            <a:extLst>
              <a:ext uri="{FF2B5EF4-FFF2-40B4-BE49-F238E27FC236}">
                <a16:creationId xmlns:a16="http://schemas.microsoft.com/office/drawing/2014/main" id="{18681B69-E316-8A4C-713F-84F0A30FFDEA}"/>
              </a:ext>
            </a:extLst>
          </p:cNvPr>
          <p:cNvSpPr txBox="1"/>
          <p:nvPr/>
        </p:nvSpPr>
        <p:spPr>
          <a:xfrm>
            <a:off x="1487059" y="1754083"/>
            <a:ext cx="4432626" cy="2900511"/>
          </a:xfrm>
          <a:prstGeom prst="rect">
            <a:avLst/>
          </a:prstGeom>
          <a:noFill/>
          <a:ln>
            <a:noFill/>
          </a:ln>
        </p:spPr>
        <p:txBody>
          <a:bodyPr spcFirstLastPara="1" wrap="square" lIns="121900" tIns="121900" rIns="121900" bIns="121900" anchor="ctr" anchorCtr="0">
            <a:noAutofit/>
          </a:bodyPr>
          <a:lstStyle/>
          <a:p>
            <a:pPr marL="285750" marR="0" lvl="0" indent="-285750" algn="l" defTabSz="914400" rtl="0" eaLnBrk="1" fontAlgn="auto" latinLnBrk="0" hangingPunct="1">
              <a:lnSpc>
                <a:spcPct val="100000"/>
              </a:lnSpc>
              <a:spcBef>
                <a:spcPts val="0"/>
              </a:spcBef>
              <a:spcAft>
                <a:spcPts val="0"/>
              </a:spcAft>
              <a:buClrTx/>
              <a:buSzPct val="150000"/>
              <a:buFont typeface="Wingdings" panose="05000000000000000000" pitchFamily="2" charset="2"/>
              <a:buChar char="§"/>
              <a:tabLst/>
              <a:defRPr/>
            </a:pPr>
            <a:r>
              <a:rPr kumimoji="0" lang="en-US" sz="1600" b="0" i="0" u="none" strike="noStrike" kern="1200" cap="none" spc="0" normalizeH="0" baseline="0" noProof="0" dirty="0">
                <a:ln>
                  <a:noFill/>
                </a:ln>
                <a:solidFill>
                  <a:prstClr val="black"/>
                </a:solidFill>
                <a:effectLst/>
                <a:uLnTx/>
                <a:uFillTx/>
                <a:latin typeface="Calibri" panose="020F0502020204030204" pitchFamily="34" charset="0"/>
                <a:ea typeface="Roboto" panose="02000000000000000000" pitchFamily="2" charset="0"/>
                <a:cs typeface="Calibri" panose="020F0502020204030204" pitchFamily="34" charset="0"/>
              </a:rPr>
              <a:t>Geographic : through categorizing audience according to regions and districts</a:t>
            </a:r>
          </a:p>
          <a:p>
            <a:pPr marR="0" lvl="0" algn="l" defTabSz="914400" rtl="0" eaLnBrk="1" fontAlgn="auto" latinLnBrk="0" hangingPunct="1">
              <a:lnSpc>
                <a:spcPct val="100000"/>
              </a:lnSpc>
              <a:spcBef>
                <a:spcPts val="0"/>
              </a:spcBef>
              <a:spcAft>
                <a:spcPts val="0"/>
              </a:spcAft>
              <a:buClrTx/>
              <a:buSzPct val="150000"/>
              <a:tabLst/>
              <a:defRPr/>
            </a:pPr>
            <a:endParaRPr kumimoji="0" lang="en-US" sz="500" b="0" i="0" u="none" strike="noStrike" kern="1200" cap="none" spc="0" normalizeH="0" baseline="0" noProof="0" dirty="0">
              <a:ln>
                <a:noFill/>
              </a:ln>
              <a:solidFill>
                <a:prstClr val="black"/>
              </a:solidFill>
              <a:effectLst/>
              <a:uLnTx/>
              <a:uFillTx/>
              <a:latin typeface="Calibri" panose="020F0502020204030204" pitchFamily="34" charset="0"/>
              <a:ea typeface="Roboto" panose="02000000000000000000" pitchFamily="2" charset="0"/>
              <a:cs typeface="Calibri" panose="020F0502020204030204" pitchFamily="34" charset="0"/>
            </a:endParaRPr>
          </a:p>
          <a:p>
            <a:pPr marL="285750" marR="0" lvl="0" indent="-285750" algn="l" defTabSz="914400" rtl="0" eaLnBrk="1" fontAlgn="auto" latinLnBrk="0" hangingPunct="1">
              <a:lnSpc>
                <a:spcPct val="100000"/>
              </a:lnSpc>
              <a:spcBef>
                <a:spcPts val="0"/>
              </a:spcBef>
              <a:spcAft>
                <a:spcPts val="0"/>
              </a:spcAft>
              <a:buClrTx/>
              <a:buSzPct val="55000"/>
              <a:buFont typeface="Wingdings" panose="05000000000000000000" pitchFamily="2" charset="2"/>
              <a:buChar char="q"/>
              <a:tabLst/>
              <a:defRPr/>
            </a:pPr>
            <a:r>
              <a:rPr kumimoji="0" lang="en-US" sz="1600" b="0" i="0" u="none" strike="noStrike" kern="1200" cap="none" spc="0" normalizeH="0" baseline="0" noProof="0" dirty="0">
                <a:ln>
                  <a:noFill/>
                </a:ln>
                <a:solidFill>
                  <a:prstClr val="black"/>
                </a:solidFill>
                <a:effectLst/>
                <a:uLnTx/>
                <a:uFillTx/>
                <a:latin typeface="Calibri" panose="020F0502020204030204" pitchFamily="34" charset="0"/>
                <a:ea typeface="Roboto" panose="02000000000000000000" pitchFamily="2" charset="0"/>
                <a:cs typeface="Calibri" panose="020F0502020204030204" pitchFamily="34" charset="0"/>
              </a:rPr>
              <a:t>Alexandria districts : Montazah, Sharq (eastern Alexandria), Al-Gomrok, Wassat(central Alexandria), El-Dekhila-Agami (western Alexandria) and Al-Amriyah </a:t>
            </a:r>
          </a:p>
          <a:p>
            <a:pPr marR="0" lvl="0" algn="l" defTabSz="914400" rtl="0" eaLnBrk="1" fontAlgn="auto" latinLnBrk="0" hangingPunct="1">
              <a:lnSpc>
                <a:spcPct val="100000"/>
              </a:lnSpc>
              <a:spcBef>
                <a:spcPts val="0"/>
              </a:spcBef>
              <a:spcAft>
                <a:spcPts val="0"/>
              </a:spcAft>
              <a:buClrTx/>
              <a:buSzPct val="60000"/>
              <a:tabLst/>
              <a:defRPr/>
            </a:pPr>
            <a:endParaRPr kumimoji="0" lang="en-US" sz="500" b="0" i="0" u="none" strike="noStrike" kern="1200" cap="none" spc="0" normalizeH="0" baseline="0" noProof="0" dirty="0">
              <a:ln>
                <a:noFill/>
              </a:ln>
              <a:solidFill>
                <a:prstClr val="black"/>
              </a:solidFill>
              <a:effectLst/>
              <a:uLnTx/>
              <a:uFillTx/>
              <a:latin typeface="Calibri" panose="020F0502020204030204" pitchFamily="34" charset="0"/>
              <a:ea typeface="Roboto" panose="02000000000000000000" pitchFamily="2" charset="0"/>
              <a:cs typeface="Calibri" panose="020F0502020204030204" pitchFamily="34" charset="0"/>
            </a:endParaRPr>
          </a:p>
          <a:p>
            <a:pPr marL="285750" marR="0" lvl="0" indent="-285750" algn="l" defTabSz="914400" rtl="0" eaLnBrk="1" fontAlgn="auto" latinLnBrk="0" hangingPunct="1">
              <a:lnSpc>
                <a:spcPct val="100000"/>
              </a:lnSpc>
              <a:spcBef>
                <a:spcPts val="0"/>
              </a:spcBef>
              <a:spcAft>
                <a:spcPts val="0"/>
              </a:spcAft>
              <a:buClrTx/>
              <a:buSzPct val="55000"/>
              <a:buFont typeface="Wingdings" panose="05000000000000000000" pitchFamily="2" charset="2"/>
              <a:buChar char="q"/>
              <a:tabLst/>
              <a:defRPr/>
            </a:pPr>
            <a:r>
              <a:rPr lang="en-US" sz="1600" dirty="0">
                <a:solidFill>
                  <a:prstClr val="black"/>
                </a:solidFill>
                <a:latin typeface="Calibri" panose="020F0502020204030204" pitchFamily="34" charset="0"/>
                <a:ea typeface="Roboto" panose="02000000000000000000" pitchFamily="2" charset="0"/>
                <a:cs typeface="Calibri" panose="020F0502020204030204" pitchFamily="34" charset="0"/>
              </a:rPr>
              <a:t>R</a:t>
            </a:r>
            <a:r>
              <a:rPr kumimoji="0" lang="en-US" sz="1600" b="0" i="0" u="none" strike="noStrike" kern="1200" cap="none" spc="0" normalizeH="0" baseline="0" noProof="0" dirty="0">
                <a:ln>
                  <a:noFill/>
                </a:ln>
                <a:solidFill>
                  <a:prstClr val="black"/>
                </a:solidFill>
                <a:effectLst/>
                <a:uLnTx/>
                <a:uFillTx/>
                <a:latin typeface="Calibri" panose="020F0502020204030204" pitchFamily="34" charset="0"/>
                <a:ea typeface="Roboto" panose="02000000000000000000" pitchFamily="2" charset="0"/>
                <a:cs typeface="Calibri" panose="020F0502020204030204" pitchFamily="34" charset="0"/>
              </a:rPr>
              <a:t>egions : Lower Egypt ,Middle Egypt , Upper Egypt , Western Dessert , Sinai</a:t>
            </a:r>
          </a:p>
          <a:p>
            <a:pPr marR="0" lvl="0" algn="l" defTabSz="914400" rtl="0" eaLnBrk="1" fontAlgn="auto" latinLnBrk="0" hangingPunct="1">
              <a:lnSpc>
                <a:spcPct val="100000"/>
              </a:lnSpc>
              <a:spcBef>
                <a:spcPts val="0"/>
              </a:spcBef>
              <a:spcAft>
                <a:spcPts val="0"/>
              </a:spcAft>
              <a:buClrTx/>
              <a:buSzPct val="60000"/>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pitchFamily="34" charset="0"/>
              <a:ea typeface="Roboto" panose="02000000000000000000" pitchFamily="2" charset="0"/>
              <a:cs typeface="Calibri" panose="020F0502020204030204" pitchFamily="34" charset="0"/>
            </a:endParaRPr>
          </a:p>
          <a:p>
            <a:pPr marL="285750" marR="0" lvl="0" indent="-285750" algn="l" defTabSz="914400" rtl="0" eaLnBrk="1" fontAlgn="auto" latinLnBrk="0" hangingPunct="1">
              <a:lnSpc>
                <a:spcPct val="100000"/>
              </a:lnSpc>
              <a:spcBef>
                <a:spcPts val="0"/>
              </a:spcBef>
              <a:spcAft>
                <a:spcPts val="0"/>
              </a:spcAft>
              <a:buClrTx/>
              <a:buSzPct val="150000"/>
              <a:buFont typeface="Wingdings" panose="05000000000000000000" pitchFamily="2" charset="2"/>
              <a:buChar char="§"/>
              <a:tabLst/>
              <a:defRPr/>
            </a:pPr>
            <a:r>
              <a:rPr kumimoji="0" lang="en-US" sz="1600" b="0" i="0" u="none" strike="noStrike" kern="1200" cap="none" spc="0" normalizeH="0" baseline="0" noProof="0" dirty="0">
                <a:ln>
                  <a:noFill/>
                </a:ln>
                <a:solidFill>
                  <a:prstClr val="black"/>
                </a:solidFill>
                <a:effectLst/>
                <a:uLnTx/>
                <a:uFillTx/>
                <a:latin typeface="Calibri" panose="020F0502020204030204" pitchFamily="34" charset="0"/>
                <a:ea typeface="Roboto" panose="02000000000000000000" pitchFamily="2" charset="0"/>
                <a:cs typeface="Calibri" panose="020F0502020204030204" pitchFamily="34" charset="0"/>
              </a:rPr>
              <a:t>Psychographic : Audience classification by Social class : A-B-C</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Calibri" panose="020F0502020204030204" pitchFamily="34" charset="0"/>
              </a:rPr>
              <a:t>  </a:t>
            </a:r>
          </a:p>
        </p:txBody>
      </p:sp>
      <p:sp>
        <p:nvSpPr>
          <p:cNvPr id="28" name="Google Shape;1362;p42">
            <a:extLst>
              <a:ext uri="{FF2B5EF4-FFF2-40B4-BE49-F238E27FC236}">
                <a16:creationId xmlns:a16="http://schemas.microsoft.com/office/drawing/2014/main" id="{D7479058-7C21-DDE4-297C-E28D455F1670}"/>
              </a:ext>
            </a:extLst>
          </p:cNvPr>
          <p:cNvSpPr/>
          <p:nvPr/>
        </p:nvSpPr>
        <p:spPr>
          <a:xfrm>
            <a:off x="91709" y="2923083"/>
            <a:ext cx="481998" cy="673433"/>
          </a:xfrm>
          <a:custGeom>
            <a:avLst/>
            <a:gdLst/>
            <a:ahLst/>
            <a:cxnLst/>
            <a:rect l="l" t="t" r="r" b="b"/>
            <a:pathLst>
              <a:path w="18051" h="16527" extrusionOk="0">
                <a:moveTo>
                  <a:pt x="11216" y="1"/>
                </a:moveTo>
                <a:cubicBezTo>
                  <a:pt x="5025" y="1"/>
                  <a:pt x="1" y="5013"/>
                  <a:pt x="1" y="11217"/>
                </a:cubicBezTo>
                <a:lnTo>
                  <a:pt x="1" y="16527"/>
                </a:lnTo>
                <a:lnTo>
                  <a:pt x="8919" y="16527"/>
                </a:lnTo>
                <a:cubicBezTo>
                  <a:pt x="13955" y="16527"/>
                  <a:pt x="18051" y="12443"/>
                  <a:pt x="18051" y="7395"/>
                </a:cubicBezTo>
                <a:lnTo>
                  <a:pt x="18051" y="1"/>
                </a:lnTo>
                <a:close/>
              </a:path>
            </a:pathLst>
          </a:custGeom>
          <a:gradFill flip="none" rotWithShape="1">
            <a:gsLst>
              <a:gs pos="0">
                <a:srgbClr val="0B4585">
                  <a:shade val="30000"/>
                  <a:satMod val="115000"/>
                </a:srgbClr>
              </a:gs>
              <a:gs pos="50000">
                <a:srgbClr val="0B4585">
                  <a:shade val="67500"/>
                  <a:satMod val="115000"/>
                </a:srgbClr>
              </a:gs>
              <a:gs pos="100000">
                <a:srgbClr val="0B4585">
                  <a:shade val="100000"/>
                  <a:satMod val="115000"/>
                </a:srgbClr>
              </a:gs>
            </a:gsLst>
            <a:lin ang="2700000" scaled="1"/>
            <a:tileRect/>
          </a:gra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29" name="Google Shape;1363;p42">
            <a:extLst>
              <a:ext uri="{FF2B5EF4-FFF2-40B4-BE49-F238E27FC236}">
                <a16:creationId xmlns:a16="http://schemas.microsoft.com/office/drawing/2014/main" id="{214BBCE5-1496-F7E7-D1C5-CF48CA2780DB}"/>
              </a:ext>
            </a:extLst>
          </p:cNvPr>
          <p:cNvSpPr/>
          <p:nvPr/>
        </p:nvSpPr>
        <p:spPr>
          <a:xfrm>
            <a:off x="88015" y="2193314"/>
            <a:ext cx="1517265" cy="1150871"/>
          </a:xfrm>
          <a:custGeom>
            <a:avLst/>
            <a:gdLst/>
            <a:ahLst/>
            <a:cxnLst/>
            <a:rect l="l" t="t" r="r" b="b"/>
            <a:pathLst>
              <a:path w="47924" h="34934" extrusionOk="0">
                <a:moveTo>
                  <a:pt x="28957" y="1"/>
                </a:moveTo>
                <a:lnTo>
                  <a:pt x="28957" y="5668"/>
                </a:lnTo>
                <a:lnTo>
                  <a:pt x="11216" y="5668"/>
                </a:lnTo>
                <a:cubicBezTo>
                  <a:pt x="5025" y="5668"/>
                  <a:pt x="1" y="10693"/>
                  <a:pt x="1" y="16896"/>
                </a:cubicBezTo>
                <a:lnTo>
                  <a:pt x="1" y="34934"/>
                </a:lnTo>
                <a:cubicBezTo>
                  <a:pt x="1" y="28730"/>
                  <a:pt x="5025" y="23718"/>
                  <a:pt x="11216" y="23718"/>
                </a:cubicBezTo>
                <a:lnTo>
                  <a:pt x="28957" y="23718"/>
                </a:lnTo>
                <a:lnTo>
                  <a:pt x="28957" y="29862"/>
                </a:lnTo>
                <a:lnTo>
                  <a:pt x="47888" y="14979"/>
                </a:lnTo>
                <a:cubicBezTo>
                  <a:pt x="47923" y="14955"/>
                  <a:pt x="47923" y="14907"/>
                  <a:pt x="47888" y="14883"/>
                </a:cubicBezTo>
                <a:lnTo>
                  <a:pt x="28957" y="1"/>
                </a:lnTo>
                <a:close/>
              </a:path>
            </a:pathLst>
          </a:custGeom>
          <a:solidFill>
            <a:srgbClr val="0B4585"/>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dirty="0">
              <a:ln>
                <a:noFill/>
              </a:ln>
              <a:solidFill>
                <a:srgbClr val="000000"/>
              </a:solidFill>
              <a:effectLst/>
              <a:uLnTx/>
              <a:uFillTx/>
              <a:latin typeface="Arial"/>
              <a:ea typeface="+mn-ea"/>
              <a:cs typeface="Arial"/>
              <a:sym typeface="Arial"/>
            </a:endParaRPr>
          </a:p>
        </p:txBody>
      </p:sp>
      <p:pic>
        <p:nvPicPr>
          <p:cNvPr id="30" name="Graphic 29" descr="Pie chart">
            <a:extLst>
              <a:ext uri="{FF2B5EF4-FFF2-40B4-BE49-F238E27FC236}">
                <a16:creationId xmlns:a16="http://schemas.microsoft.com/office/drawing/2014/main" id="{13B65BF5-CBD6-26BA-EF18-21348581476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60104" y="2464064"/>
            <a:ext cx="409234" cy="409234"/>
          </a:xfrm>
          <a:prstGeom prst="rect">
            <a:avLst/>
          </a:prstGeom>
        </p:spPr>
      </p:pic>
      <p:grpSp>
        <p:nvGrpSpPr>
          <p:cNvPr id="32" name="Google Shape;1358;p42">
            <a:extLst>
              <a:ext uri="{FF2B5EF4-FFF2-40B4-BE49-F238E27FC236}">
                <a16:creationId xmlns:a16="http://schemas.microsoft.com/office/drawing/2014/main" id="{DAA25D36-FBDB-A40E-F7F5-0B49579CF6E1}"/>
              </a:ext>
            </a:extLst>
          </p:cNvPr>
          <p:cNvGrpSpPr/>
          <p:nvPr/>
        </p:nvGrpSpPr>
        <p:grpSpPr>
          <a:xfrm>
            <a:off x="3187114" y="4905388"/>
            <a:ext cx="5069119" cy="1683600"/>
            <a:chOff x="938863" y="2928100"/>
            <a:chExt cx="3537119" cy="1262700"/>
          </a:xfrm>
        </p:grpSpPr>
        <p:sp>
          <p:nvSpPr>
            <p:cNvPr id="33" name="Google Shape;1359;p42">
              <a:extLst>
                <a:ext uri="{FF2B5EF4-FFF2-40B4-BE49-F238E27FC236}">
                  <a16:creationId xmlns:a16="http://schemas.microsoft.com/office/drawing/2014/main" id="{61908787-B1B2-E1C2-32C7-20DB617CA9D9}"/>
                </a:ext>
              </a:extLst>
            </p:cNvPr>
            <p:cNvSpPr/>
            <p:nvPr/>
          </p:nvSpPr>
          <p:spPr>
            <a:xfrm>
              <a:off x="1497375" y="2928100"/>
              <a:ext cx="2926200" cy="1262700"/>
            </a:xfrm>
            <a:prstGeom prst="roundRect">
              <a:avLst>
                <a:gd name="adj" fmla="val 16667"/>
              </a:avLst>
            </a:prstGeom>
            <a:solidFill>
              <a:schemeClr val="lt2"/>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34" name="Google Shape;1360;p42">
              <a:extLst>
                <a:ext uri="{FF2B5EF4-FFF2-40B4-BE49-F238E27FC236}">
                  <a16:creationId xmlns:a16="http://schemas.microsoft.com/office/drawing/2014/main" id="{3D8CAC94-651D-9F09-1E79-55F6BD03FC63}"/>
                </a:ext>
              </a:extLst>
            </p:cNvPr>
            <p:cNvSpPr txBox="1"/>
            <p:nvPr/>
          </p:nvSpPr>
          <p:spPr>
            <a:xfrm>
              <a:off x="2328211" y="2941359"/>
              <a:ext cx="1560828" cy="429600"/>
            </a:xfrm>
            <a:prstGeom prst="rect">
              <a:avLst/>
            </a:prstGeom>
            <a:no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lumMod val="95000"/>
                      <a:lumOff val="5000"/>
                    </a:prstClr>
                  </a:solidFill>
                  <a:effectLst/>
                  <a:uLnTx/>
                  <a:uFillTx/>
                  <a:latin typeface="Montserrat" panose="00000500000000000000" pitchFamily="2" charset="0"/>
                  <a:ea typeface="+mn-ea"/>
                  <a:cs typeface="+mn-cs"/>
                </a:rPr>
                <a:t>Positioning</a:t>
              </a:r>
              <a:endParaRPr kumimoji="0" lang="en-US" sz="2400" b="0" i="0" u="none" strike="noStrike" kern="1200" cap="none" spc="0" normalizeH="0" baseline="0" noProof="0" dirty="0">
                <a:ln>
                  <a:noFill/>
                </a:ln>
                <a:solidFill>
                  <a:prstClr val="black"/>
                </a:solidFill>
                <a:effectLst/>
                <a:uLnTx/>
                <a:uFillTx/>
                <a:latin typeface="Arial Nova Light"/>
                <a:ea typeface="+mn-ea"/>
                <a:cs typeface="+mn-cs"/>
              </a:endParaRPr>
            </a:p>
          </p:txBody>
        </p:sp>
        <p:sp>
          <p:nvSpPr>
            <p:cNvPr id="35" name="Google Shape;1361;p42">
              <a:extLst>
                <a:ext uri="{FF2B5EF4-FFF2-40B4-BE49-F238E27FC236}">
                  <a16:creationId xmlns:a16="http://schemas.microsoft.com/office/drawing/2014/main" id="{90620042-96A8-D914-9921-55BCB6800EB3}"/>
                </a:ext>
              </a:extLst>
            </p:cNvPr>
            <p:cNvSpPr txBox="1"/>
            <p:nvPr/>
          </p:nvSpPr>
          <p:spPr>
            <a:xfrm>
              <a:off x="2337969" y="3258617"/>
              <a:ext cx="2138013" cy="765000"/>
            </a:xfrm>
            <a:prstGeom prst="rect">
              <a:avLst/>
            </a:prstGeom>
            <a:no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pitchFamily="34" charset="0"/>
                  <a:ea typeface="Roboto"/>
                  <a:cs typeface="Calibri" panose="020F0502020204030204" pitchFamily="34" charset="0"/>
                  <a:sym typeface="Roboto"/>
                </a:rPr>
                <a:t>Price/Quality Positioning.</a:t>
              </a:r>
            </a:p>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pitchFamily="34" charset="0"/>
                  <a:ea typeface="Roboto"/>
                  <a:cs typeface="Calibri" panose="020F0502020204030204" pitchFamily="34" charset="0"/>
                  <a:sym typeface="Roboto"/>
                </a:rPr>
                <a:t>Attribute/Benefit Positioning</a:t>
              </a:r>
            </a:p>
          </p:txBody>
        </p:sp>
        <p:sp>
          <p:nvSpPr>
            <p:cNvPr id="36" name="Google Shape;1362;p42">
              <a:extLst>
                <a:ext uri="{FF2B5EF4-FFF2-40B4-BE49-F238E27FC236}">
                  <a16:creationId xmlns:a16="http://schemas.microsoft.com/office/drawing/2014/main" id="{74F227A9-63AA-2F76-C584-ECE6AEE8EB74}"/>
                </a:ext>
              </a:extLst>
            </p:cNvPr>
            <p:cNvSpPr/>
            <p:nvPr/>
          </p:nvSpPr>
          <p:spPr>
            <a:xfrm>
              <a:off x="938863" y="3641117"/>
              <a:ext cx="451275" cy="413175"/>
            </a:xfrm>
            <a:custGeom>
              <a:avLst/>
              <a:gdLst/>
              <a:ahLst/>
              <a:cxnLst/>
              <a:rect l="l" t="t" r="r" b="b"/>
              <a:pathLst>
                <a:path w="18051" h="16527" extrusionOk="0">
                  <a:moveTo>
                    <a:pt x="11216" y="1"/>
                  </a:moveTo>
                  <a:cubicBezTo>
                    <a:pt x="5025" y="1"/>
                    <a:pt x="1" y="5013"/>
                    <a:pt x="1" y="11217"/>
                  </a:cubicBezTo>
                  <a:lnTo>
                    <a:pt x="1" y="16527"/>
                  </a:lnTo>
                  <a:lnTo>
                    <a:pt x="8919" y="16527"/>
                  </a:lnTo>
                  <a:cubicBezTo>
                    <a:pt x="13955" y="16527"/>
                    <a:pt x="18051" y="12443"/>
                    <a:pt x="18051" y="7395"/>
                  </a:cubicBezTo>
                  <a:lnTo>
                    <a:pt x="18051" y="1"/>
                  </a:lnTo>
                  <a:close/>
                </a:path>
              </a:pathLst>
            </a:custGeom>
            <a:gradFill flip="none" rotWithShape="1">
              <a:gsLst>
                <a:gs pos="0">
                  <a:srgbClr val="0B4585">
                    <a:shade val="30000"/>
                    <a:satMod val="115000"/>
                  </a:srgbClr>
                </a:gs>
                <a:gs pos="50000">
                  <a:srgbClr val="0B4585">
                    <a:shade val="67500"/>
                    <a:satMod val="115000"/>
                  </a:srgbClr>
                </a:gs>
                <a:gs pos="100000">
                  <a:srgbClr val="0B4585">
                    <a:shade val="100000"/>
                    <a:satMod val="115000"/>
                  </a:srgbClr>
                </a:gs>
              </a:gsLst>
              <a:lin ang="2700000" scaled="1"/>
              <a:tileRect/>
            </a:gra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37" name="Google Shape;1363;p42">
              <a:extLst>
                <a:ext uri="{FF2B5EF4-FFF2-40B4-BE49-F238E27FC236}">
                  <a16:creationId xmlns:a16="http://schemas.microsoft.com/office/drawing/2014/main" id="{782F4F23-9721-9BB1-D2DA-4FDDCA72C257}"/>
                </a:ext>
              </a:extLst>
            </p:cNvPr>
            <p:cNvSpPr/>
            <p:nvPr/>
          </p:nvSpPr>
          <p:spPr>
            <a:xfrm>
              <a:off x="938863" y="3057925"/>
              <a:ext cx="1198100" cy="873350"/>
            </a:xfrm>
            <a:custGeom>
              <a:avLst/>
              <a:gdLst/>
              <a:ahLst/>
              <a:cxnLst/>
              <a:rect l="l" t="t" r="r" b="b"/>
              <a:pathLst>
                <a:path w="47924" h="34934" extrusionOk="0">
                  <a:moveTo>
                    <a:pt x="28957" y="1"/>
                  </a:moveTo>
                  <a:lnTo>
                    <a:pt x="28957" y="5668"/>
                  </a:lnTo>
                  <a:lnTo>
                    <a:pt x="11216" y="5668"/>
                  </a:lnTo>
                  <a:cubicBezTo>
                    <a:pt x="5025" y="5668"/>
                    <a:pt x="1" y="10693"/>
                    <a:pt x="1" y="16896"/>
                  </a:cubicBezTo>
                  <a:lnTo>
                    <a:pt x="1" y="34934"/>
                  </a:lnTo>
                  <a:cubicBezTo>
                    <a:pt x="1" y="28730"/>
                    <a:pt x="5025" y="23718"/>
                    <a:pt x="11216" y="23718"/>
                  </a:cubicBezTo>
                  <a:lnTo>
                    <a:pt x="28957" y="23718"/>
                  </a:lnTo>
                  <a:lnTo>
                    <a:pt x="28957" y="29862"/>
                  </a:lnTo>
                  <a:lnTo>
                    <a:pt x="47888" y="14979"/>
                  </a:lnTo>
                  <a:cubicBezTo>
                    <a:pt x="47923" y="14955"/>
                    <a:pt x="47923" y="14907"/>
                    <a:pt x="47888" y="14883"/>
                  </a:cubicBezTo>
                  <a:lnTo>
                    <a:pt x="28957" y="1"/>
                  </a:lnTo>
                  <a:close/>
                </a:path>
              </a:pathLst>
            </a:custGeom>
            <a:solidFill>
              <a:srgbClr val="0B4585"/>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dirty="0">
                <a:ln>
                  <a:noFill/>
                </a:ln>
                <a:solidFill>
                  <a:srgbClr val="000000"/>
                </a:solidFill>
                <a:effectLst/>
                <a:uLnTx/>
                <a:uFillTx/>
                <a:latin typeface="Arial"/>
                <a:ea typeface="+mn-ea"/>
                <a:cs typeface="Arial"/>
                <a:sym typeface="Arial"/>
              </a:endParaRPr>
            </a:p>
          </p:txBody>
        </p:sp>
      </p:grpSp>
      <p:grpSp>
        <p:nvGrpSpPr>
          <p:cNvPr id="38" name="Google Shape;1364;p42">
            <a:extLst>
              <a:ext uri="{FF2B5EF4-FFF2-40B4-BE49-F238E27FC236}">
                <a16:creationId xmlns:a16="http://schemas.microsoft.com/office/drawing/2014/main" id="{FB370F0A-164E-5FAD-D72B-A2A2802AA0A9}"/>
              </a:ext>
            </a:extLst>
          </p:cNvPr>
          <p:cNvGrpSpPr/>
          <p:nvPr/>
        </p:nvGrpSpPr>
        <p:grpSpPr>
          <a:xfrm>
            <a:off x="4167266" y="5324576"/>
            <a:ext cx="407163" cy="408203"/>
            <a:chOff x="-1591550" y="3597475"/>
            <a:chExt cx="293825" cy="294575"/>
          </a:xfrm>
        </p:grpSpPr>
        <p:sp>
          <p:nvSpPr>
            <p:cNvPr id="39" name="Google Shape;1365;p42">
              <a:extLst>
                <a:ext uri="{FF2B5EF4-FFF2-40B4-BE49-F238E27FC236}">
                  <a16:creationId xmlns:a16="http://schemas.microsoft.com/office/drawing/2014/main" id="{311FE3E7-38C7-55F0-5BDB-06C2FC6F6845}"/>
                </a:ext>
              </a:extLst>
            </p:cNvPr>
            <p:cNvSpPr/>
            <p:nvPr/>
          </p:nvSpPr>
          <p:spPr>
            <a:xfrm>
              <a:off x="-1509625" y="3597475"/>
              <a:ext cx="211900" cy="207150"/>
            </a:xfrm>
            <a:custGeom>
              <a:avLst/>
              <a:gdLst/>
              <a:ahLst/>
              <a:cxnLst/>
              <a:rect l="l" t="t" r="r" b="b"/>
              <a:pathLst>
                <a:path w="8476" h="8286" extrusionOk="0">
                  <a:moveTo>
                    <a:pt x="6105" y="1"/>
                  </a:moveTo>
                  <a:cubicBezTo>
                    <a:pt x="6014" y="1"/>
                    <a:pt x="5916" y="39"/>
                    <a:pt x="5829" y="126"/>
                  </a:cubicBezTo>
                  <a:lnTo>
                    <a:pt x="3781" y="2205"/>
                  </a:lnTo>
                  <a:cubicBezTo>
                    <a:pt x="3718" y="2268"/>
                    <a:pt x="3655" y="2363"/>
                    <a:pt x="3655" y="2426"/>
                  </a:cubicBezTo>
                  <a:lnTo>
                    <a:pt x="3655" y="4253"/>
                  </a:lnTo>
                  <a:lnTo>
                    <a:pt x="1544" y="6332"/>
                  </a:lnTo>
                  <a:cubicBezTo>
                    <a:pt x="1400" y="6270"/>
                    <a:pt x="1256" y="6242"/>
                    <a:pt x="1119" y="6242"/>
                  </a:cubicBezTo>
                  <a:cubicBezTo>
                    <a:pt x="835" y="6242"/>
                    <a:pt x="580" y="6362"/>
                    <a:pt x="410" y="6553"/>
                  </a:cubicBezTo>
                  <a:cubicBezTo>
                    <a:pt x="0" y="6931"/>
                    <a:pt x="0" y="7592"/>
                    <a:pt x="410" y="8002"/>
                  </a:cubicBezTo>
                  <a:cubicBezTo>
                    <a:pt x="599" y="8191"/>
                    <a:pt x="859" y="8286"/>
                    <a:pt x="1123" y="8286"/>
                  </a:cubicBezTo>
                  <a:cubicBezTo>
                    <a:pt x="1387" y="8286"/>
                    <a:pt x="1655" y="8191"/>
                    <a:pt x="1859" y="8002"/>
                  </a:cubicBezTo>
                  <a:cubicBezTo>
                    <a:pt x="2174" y="7687"/>
                    <a:pt x="2206" y="7214"/>
                    <a:pt x="2048" y="6868"/>
                  </a:cubicBezTo>
                  <a:lnTo>
                    <a:pt x="4128" y="4757"/>
                  </a:lnTo>
                  <a:lnTo>
                    <a:pt x="5955" y="4757"/>
                  </a:lnTo>
                  <a:cubicBezTo>
                    <a:pt x="6018" y="4757"/>
                    <a:pt x="6144" y="4725"/>
                    <a:pt x="6175" y="4662"/>
                  </a:cubicBezTo>
                  <a:lnTo>
                    <a:pt x="8286" y="2552"/>
                  </a:lnTo>
                  <a:cubicBezTo>
                    <a:pt x="8475" y="2331"/>
                    <a:pt x="8349" y="1985"/>
                    <a:pt x="8034" y="1985"/>
                  </a:cubicBezTo>
                  <a:lnTo>
                    <a:pt x="6428" y="1985"/>
                  </a:lnTo>
                  <a:lnTo>
                    <a:pt x="6428" y="346"/>
                  </a:lnTo>
                  <a:cubicBezTo>
                    <a:pt x="6428" y="140"/>
                    <a:pt x="6278" y="1"/>
                    <a:pt x="6105" y="1"/>
                  </a:cubicBezTo>
                  <a:close/>
                </a:path>
              </a:pathLst>
            </a:custGeom>
            <a:solidFill>
              <a:srgbClr val="FFFFFF"/>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40" name="Google Shape;1366;p42">
              <a:extLst>
                <a:ext uri="{FF2B5EF4-FFF2-40B4-BE49-F238E27FC236}">
                  <a16:creationId xmlns:a16="http://schemas.microsoft.com/office/drawing/2014/main" id="{E2E5D288-00FF-090E-9C42-C564A90F284A}"/>
                </a:ext>
              </a:extLst>
            </p:cNvPr>
            <p:cNvSpPr/>
            <p:nvPr/>
          </p:nvSpPr>
          <p:spPr>
            <a:xfrm>
              <a:off x="-1541125" y="3719125"/>
              <a:ext cx="120525" cy="118275"/>
            </a:xfrm>
            <a:custGeom>
              <a:avLst/>
              <a:gdLst/>
              <a:ahLst/>
              <a:cxnLst/>
              <a:rect l="l" t="t" r="r" b="b"/>
              <a:pathLst>
                <a:path w="4821" h="4731" extrusionOk="0">
                  <a:moveTo>
                    <a:pt x="2340" y="1"/>
                  </a:moveTo>
                  <a:cubicBezTo>
                    <a:pt x="1722" y="1"/>
                    <a:pt x="1163" y="241"/>
                    <a:pt x="725" y="679"/>
                  </a:cubicBezTo>
                  <a:cubicBezTo>
                    <a:pt x="284" y="1120"/>
                    <a:pt x="0" y="1750"/>
                    <a:pt x="0" y="2380"/>
                  </a:cubicBezTo>
                  <a:cubicBezTo>
                    <a:pt x="0" y="3943"/>
                    <a:pt x="1211" y="4731"/>
                    <a:pt x="2420" y="4731"/>
                  </a:cubicBezTo>
                  <a:cubicBezTo>
                    <a:pt x="3622" y="4731"/>
                    <a:pt x="4821" y="3951"/>
                    <a:pt x="4821" y="2380"/>
                  </a:cubicBezTo>
                  <a:cubicBezTo>
                    <a:pt x="4821" y="2096"/>
                    <a:pt x="4758" y="1844"/>
                    <a:pt x="4663" y="1592"/>
                  </a:cubicBezTo>
                  <a:lnTo>
                    <a:pt x="4096" y="2159"/>
                  </a:lnTo>
                  <a:cubicBezTo>
                    <a:pt x="4253" y="3199"/>
                    <a:pt x="3434" y="4081"/>
                    <a:pt x="2395" y="4081"/>
                  </a:cubicBezTo>
                  <a:cubicBezTo>
                    <a:pt x="882" y="4081"/>
                    <a:pt x="126" y="2222"/>
                    <a:pt x="1197" y="1151"/>
                  </a:cubicBezTo>
                  <a:cubicBezTo>
                    <a:pt x="1522" y="827"/>
                    <a:pt x="1984" y="665"/>
                    <a:pt x="2428" y="665"/>
                  </a:cubicBezTo>
                  <a:cubicBezTo>
                    <a:pt x="2501" y="665"/>
                    <a:pt x="2575" y="670"/>
                    <a:pt x="2647" y="679"/>
                  </a:cubicBezTo>
                  <a:lnTo>
                    <a:pt x="3182" y="143"/>
                  </a:lnTo>
                  <a:cubicBezTo>
                    <a:pt x="2894" y="47"/>
                    <a:pt x="2611" y="1"/>
                    <a:pt x="2340" y="1"/>
                  </a:cubicBezTo>
                  <a:close/>
                </a:path>
              </a:pathLst>
            </a:custGeom>
            <a:solidFill>
              <a:srgbClr val="FFFFFF"/>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41" name="Google Shape;1367;p42">
              <a:extLst>
                <a:ext uri="{FF2B5EF4-FFF2-40B4-BE49-F238E27FC236}">
                  <a16:creationId xmlns:a16="http://schemas.microsoft.com/office/drawing/2014/main" id="{9E07ABDA-B153-8A39-8EB8-E83DAD705537}"/>
                </a:ext>
              </a:extLst>
            </p:cNvPr>
            <p:cNvSpPr/>
            <p:nvPr/>
          </p:nvSpPr>
          <p:spPr>
            <a:xfrm>
              <a:off x="-1591550" y="3668825"/>
              <a:ext cx="222925" cy="223225"/>
            </a:xfrm>
            <a:custGeom>
              <a:avLst/>
              <a:gdLst/>
              <a:ahLst/>
              <a:cxnLst/>
              <a:rect l="l" t="t" r="r" b="b"/>
              <a:pathLst>
                <a:path w="8917" h="8929" extrusionOk="0">
                  <a:moveTo>
                    <a:pt x="4475" y="1"/>
                  </a:moveTo>
                  <a:cubicBezTo>
                    <a:pt x="3329" y="1"/>
                    <a:pt x="2187" y="454"/>
                    <a:pt x="1324" y="1336"/>
                  </a:cubicBezTo>
                  <a:cubicBezTo>
                    <a:pt x="474" y="2155"/>
                    <a:pt x="1" y="3289"/>
                    <a:pt x="1" y="4486"/>
                  </a:cubicBezTo>
                  <a:cubicBezTo>
                    <a:pt x="1" y="6912"/>
                    <a:pt x="2017" y="8929"/>
                    <a:pt x="4475" y="8929"/>
                  </a:cubicBezTo>
                  <a:cubicBezTo>
                    <a:pt x="6901" y="8929"/>
                    <a:pt x="8917" y="6912"/>
                    <a:pt x="8917" y="4486"/>
                  </a:cubicBezTo>
                  <a:cubicBezTo>
                    <a:pt x="8917" y="3604"/>
                    <a:pt x="8696" y="2817"/>
                    <a:pt x="8255" y="2124"/>
                  </a:cubicBezTo>
                  <a:cubicBezTo>
                    <a:pt x="8098" y="2218"/>
                    <a:pt x="7342" y="2943"/>
                    <a:pt x="7184" y="3100"/>
                  </a:cubicBezTo>
                  <a:cubicBezTo>
                    <a:pt x="8161" y="5148"/>
                    <a:pt x="6680" y="7511"/>
                    <a:pt x="4412" y="7511"/>
                  </a:cubicBezTo>
                  <a:cubicBezTo>
                    <a:pt x="1702" y="7511"/>
                    <a:pt x="316" y="4203"/>
                    <a:pt x="2269" y="2281"/>
                  </a:cubicBezTo>
                  <a:cubicBezTo>
                    <a:pt x="2869" y="1681"/>
                    <a:pt x="3659" y="1373"/>
                    <a:pt x="4447" y="1373"/>
                  </a:cubicBezTo>
                  <a:cubicBezTo>
                    <a:pt x="4900" y="1373"/>
                    <a:pt x="5352" y="1475"/>
                    <a:pt x="5766" y="1682"/>
                  </a:cubicBezTo>
                  <a:cubicBezTo>
                    <a:pt x="5924" y="1525"/>
                    <a:pt x="6617" y="800"/>
                    <a:pt x="6838" y="706"/>
                  </a:cubicBezTo>
                  <a:cubicBezTo>
                    <a:pt x="6115" y="233"/>
                    <a:pt x="5294" y="1"/>
                    <a:pt x="4475" y="1"/>
                  </a:cubicBezTo>
                  <a:close/>
                </a:path>
              </a:pathLst>
            </a:custGeom>
            <a:solidFill>
              <a:srgbClr val="FFFFFF"/>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dirty="0">
                <a:ln>
                  <a:noFill/>
                </a:ln>
                <a:solidFill>
                  <a:srgbClr val="000000"/>
                </a:solidFill>
                <a:effectLst/>
                <a:uLnTx/>
                <a:uFillTx/>
                <a:latin typeface="Arial"/>
                <a:ea typeface="+mn-ea"/>
                <a:cs typeface="Arial"/>
                <a:sym typeface="Arial"/>
              </a:endParaRPr>
            </a:p>
          </p:txBody>
        </p:sp>
      </p:grpSp>
    </p:spTree>
    <p:extLst>
      <p:ext uri="{BB962C8B-B14F-4D97-AF65-F5344CB8AC3E}">
        <p14:creationId xmlns:p14="http://schemas.microsoft.com/office/powerpoint/2010/main" val="6080595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B1BC25-71EF-2B63-05DA-5EF03042D11D}"/>
              </a:ext>
            </a:extLst>
          </p:cNvPr>
          <p:cNvSpPr>
            <a:spLocks noGrp="1"/>
          </p:cNvSpPr>
          <p:nvPr>
            <p:ph type="title"/>
          </p:nvPr>
        </p:nvSpPr>
        <p:spPr>
          <a:xfrm>
            <a:off x="73743" y="192668"/>
            <a:ext cx="10073885" cy="650722"/>
          </a:xfrm>
        </p:spPr>
        <p:txBody>
          <a:bodyPr>
            <a:normAutofit/>
          </a:bodyPr>
          <a:lstStyle/>
          <a:p>
            <a:r>
              <a:rPr lang="en-US" sz="3600" b="1" dirty="0">
                <a:latin typeface="Amasis MT Pro Light" panose="02040304050005020304" pitchFamily="18" charset="0"/>
              </a:rPr>
              <a:t>Marketing Implementation :</a:t>
            </a:r>
          </a:p>
        </p:txBody>
      </p:sp>
      <p:grpSp>
        <p:nvGrpSpPr>
          <p:cNvPr id="7" name="Group 6">
            <a:extLst>
              <a:ext uri="{FF2B5EF4-FFF2-40B4-BE49-F238E27FC236}">
                <a16:creationId xmlns:a16="http://schemas.microsoft.com/office/drawing/2014/main" id="{B294EC9E-7D05-D631-C43C-7A713D810DB4}"/>
              </a:ext>
            </a:extLst>
          </p:cNvPr>
          <p:cNvGrpSpPr/>
          <p:nvPr/>
        </p:nvGrpSpPr>
        <p:grpSpPr>
          <a:xfrm>
            <a:off x="371796" y="1217575"/>
            <a:ext cx="10007260" cy="1155903"/>
            <a:chOff x="-91736" y="153752"/>
            <a:chExt cx="10007260" cy="970853"/>
          </a:xfrm>
        </p:grpSpPr>
        <p:sp>
          <p:nvSpPr>
            <p:cNvPr id="11" name="Rectangle 10">
              <a:extLst>
                <a:ext uri="{FF2B5EF4-FFF2-40B4-BE49-F238E27FC236}">
                  <a16:creationId xmlns:a16="http://schemas.microsoft.com/office/drawing/2014/main" id="{99D9669A-A67E-9BD9-6D45-CF9173F4127C}"/>
                </a:ext>
              </a:extLst>
            </p:cNvPr>
            <p:cNvSpPr/>
            <p:nvPr/>
          </p:nvSpPr>
          <p:spPr>
            <a:xfrm>
              <a:off x="0" y="154405"/>
              <a:ext cx="9915524" cy="970200"/>
            </a:xfrm>
            <a:prstGeom prst="rect">
              <a:avLst/>
            </a:prstGeom>
            <a:ln>
              <a:solidFill>
                <a:schemeClr val="tx2">
                  <a:lumMod val="75000"/>
                  <a:alpha val="90000"/>
                </a:schemeClr>
              </a:solidFill>
            </a:ln>
          </p:spPr>
          <p:style>
            <a:lnRef idx="1">
              <a:scrgbClr r="0" g="0" b="0"/>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12" name="TextBox 11">
              <a:extLst>
                <a:ext uri="{FF2B5EF4-FFF2-40B4-BE49-F238E27FC236}">
                  <a16:creationId xmlns:a16="http://schemas.microsoft.com/office/drawing/2014/main" id="{DF281E46-5491-98D9-5217-407D4B44C5BB}"/>
                </a:ext>
              </a:extLst>
            </p:cNvPr>
            <p:cNvSpPr txBox="1"/>
            <p:nvPr/>
          </p:nvSpPr>
          <p:spPr>
            <a:xfrm>
              <a:off x="-91736" y="153752"/>
              <a:ext cx="9915524" cy="970200"/>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769555" tIns="229108" rIns="769555" bIns="128016" numCol="1" spcCol="1270" anchor="t" anchorCtr="0">
              <a:noAutofit/>
            </a:bodyPr>
            <a:lstStyle/>
            <a:p>
              <a:pPr marL="0" lvl="1" algn="l" defTabSz="800100">
                <a:lnSpc>
                  <a:spcPct val="90000"/>
                </a:lnSpc>
                <a:spcBef>
                  <a:spcPct val="0"/>
                </a:spcBef>
                <a:spcAft>
                  <a:spcPct val="15000"/>
                </a:spcAft>
              </a:pPr>
              <a:endParaRPr lang="ar-EG" sz="900" kern="1200" dirty="0">
                <a:latin typeface="Montserrat" panose="00000500000000000000" pitchFamily="2" charset="0"/>
              </a:endParaRPr>
            </a:p>
            <a:p>
              <a:pPr marL="171450" lvl="1" indent="-171450" algn="l" defTabSz="800100">
                <a:lnSpc>
                  <a:spcPct val="90000"/>
                </a:lnSpc>
                <a:spcBef>
                  <a:spcPct val="0"/>
                </a:spcBef>
                <a:spcAft>
                  <a:spcPct val="15000"/>
                </a:spcAft>
                <a:buChar char="•"/>
              </a:pPr>
              <a:r>
                <a:rPr lang="en-US" sz="1800" kern="1200" dirty="0">
                  <a:latin typeface="Montserrat" panose="00000500000000000000" pitchFamily="2" charset="0"/>
                </a:rPr>
                <a:t>Provide more than 1,000 test .</a:t>
              </a:r>
            </a:p>
            <a:p>
              <a:pPr marL="171450" lvl="1" indent="-171450" algn="l" defTabSz="800100">
                <a:lnSpc>
                  <a:spcPct val="90000"/>
                </a:lnSpc>
                <a:spcBef>
                  <a:spcPct val="0"/>
                </a:spcBef>
                <a:spcAft>
                  <a:spcPct val="15000"/>
                </a:spcAft>
                <a:buChar char="•"/>
              </a:pPr>
              <a:r>
                <a:rPr lang="en-US" sz="1800" kern="1200" dirty="0">
                  <a:latin typeface="Montserrat" panose="00000500000000000000" pitchFamily="2" charset="0"/>
                </a:rPr>
                <a:t>Offer accurate results as quick as possible</a:t>
              </a:r>
              <a:r>
                <a:rPr lang="ar-EG" sz="1800" kern="1200" dirty="0">
                  <a:latin typeface="Montserrat" panose="00000500000000000000" pitchFamily="2" charset="0"/>
                </a:rPr>
                <a:t> </a:t>
              </a:r>
              <a:r>
                <a:rPr lang="en-US" sz="1500" dirty="0">
                  <a:latin typeface="Montserrat" panose="00000500000000000000" pitchFamily="2" charset="0"/>
                </a:rPr>
                <a:t>.</a:t>
              </a:r>
              <a:endParaRPr lang="ar-EG" sz="1500" kern="1200" dirty="0"/>
            </a:p>
          </p:txBody>
        </p:sp>
      </p:grpSp>
      <p:grpSp>
        <p:nvGrpSpPr>
          <p:cNvPr id="8" name="Group 7">
            <a:extLst>
              <a:ext uri="{FF2B5EF4-FFF2-40B4-BE49-F238E27FC236}">
                <a16:creationId xmlns:a16="http://schemas.microsoft.com/office/drawing/2014/main" id="{3F594EC9-C72D-EAF3-EABC-1A9FC3240C0B}"/>
              </a:ext>
            </a:extLst>
          </p:cNvPr>
          <p:cNvGrpSpPr/>
          <p:nvPr/>
        </p:nvGrpSpPr>
        <p:grpSpPr>
          <a:xfrm>
            <a:off x="728488" y="1009404"/>
            <a:ext cx="1847658" cy="413280"/>
            <a:chOff x="495776" y="54295"/>
            <a:chExt cx="1847658" cy="413280"/>
          </a:xfrm>
          <a:scene3d>
            <a:camera prst="orthographicFront"/>
            <a:lightRig rig="flat" dir="t"/>
          </a:scene3d>
        </p:grpSpPr>
        <p:sp>
          <p:nvSpPr>
            <p:cNvPr id="9" name="Rectangle: Rounded Corners 8">
              <a:extLst>
                <a:ext uri="{FF2B5EF4-FFF2-40B4-BE49-F238E27FC236}">
                  <a16:creationId xmlns:a16="http://schemas.microsoft.com/office/drawing/2014/main" id="{FD9A6639-7E16-ED98-E8D9-10032F097239}"/>
                </a:ext>
              </a:extLst>
            </p:cNvPr>
            <p:cNvSpPr/>
            <p:nvPr/>
          </p:nvSpPr>
          <p:spPr>
            <a:xfrm>
              <a:off x="495776" y="54295"/>
              <a:ext cx="1847658" cy="413280"/>
            </a:xfrm>
            <a:prstGeom prst="roundRect">
              <a:avLst/>
            </a:prstGeom>
            <a:solidFill>
              <a:srgbClr val="0B4585"/>
            </a:solidFill>
            <a:sp3d prstMaterial="dkEdge">
              <a:bevelT w="8200" h="38100"/>
            </a:sp3d>
          </p:spPr>
          <p:style>
            <a:lnRef idx="0">
              <a:schemeClr val="lt1">
                <a:hueOff val="0"/>
                <a:satOff val="0"/>
                <a:lumOff val="0"/>
                <a:alphaOff val="0"/>
              </a:schemeClr>
            </a:lnRef>
            <a:fillRef idx="2">
              <a:scrgbClr r="0" g="0" b="0"/>
            </a:fillRef>
            <a:effectRef idx="1">
              <a:schemeClr val="accent1">
                <a:alpha val="90000"/>
                <a:hueOff val="0"/>
                <a:satOff val="0"/>
                <a:lumOff val="0"/>
                <a:alphaOff val="0"/>
              </a:schemeClr>
            </a:effectRef>
            <a:fontRef idx="minor">
              <a:schemeClr val="dk1"/>
            </a:fontRef>
          </p:style>
        </p:sp>
        <p:sp>
          <p:nvSpPr>
            <p:cNvPr id="10" name="Rectangle: Rounded Corners 6">
              <a:extLst>
                <a:ext uri="{FF2B5EF4-FFF2-40B4-BE49-F238E27FC236}">
                  <a16:creationId xmlns:a16="http://schemas.microsoft.com/office/drawing/2014/main" id="{7791246F-2647-48E6-05F8-ABAB68EE419A}"/>
                </a:ext>
              </a:extLst>
            </p:cNvPr>
            <p:cNvSpPr txBox="1"/>
            <p:nvPr/>
          </p:nvSpPr>
          <p:spPr>
            <a:xfrm>
              <a:off x="515951" y="74470"/>
              <a:ext cx="1807308" cy="372930"/>
            </a:xfrm>
            <a:prstGeom prst="rect">
              <a:avLst/>
            </a:prstGeom>
            <a:sp3d/>
          </p:spPr>
          <p:style>
            <a:lnRef idx="0">
              <a:scrgbClr r="0" g="0" b="0"/>
            </a:lnRef>
            <a:fillRef idx="0">
              <a:scrgbClr r="0" g="0" b="0"/>
            </a:fillRef>
            <a:effectRef idx="0">
              <a:scrgbClr r="0" g="0" b="0"/>
            </a:effectRef>
            <a:fontRef idx="minor">
              <a:schemeClr val="dk1"/>
            </a:fontRef>
          </p:style>
          <p:txBody>
            <a:bodyPr spcFirstLastPara="0" vert="horz" wrap="square" lIns="262348" tIns="0" rIns="262348" bIns="0" numCol="1" spcCol="1270" anchor="ctr" anchorCtr="0">
              <a:noAutofit/>
            </a:bodyPr>
            <a:lstStyle/>
            <a:p>
              <a:pPr marL="0" lvl="0" indent="0" algn="l" defTabSz="889000">
                <a:lnSpc>
                  <a:spcPct val="90000"/>
                </a:lnSpc>
                <a:spcBef>
                  <a:spcPct val="0"/>
                </a:spcBef>
                <a:spcAft>
                  <a:spcPct val="35000"/>
                </a:spcAft>
                <a:buFont typeface="Wingdings" panose="05000000000000000000" pitchFamily="2" charset="2"/>
                <a:buNone/>
              </a:pPr>
              <a:r>
                <a:rPr lang="en-US" sz="2000" kern="1200" dirty="0">
                  <a:solidFill>
                    <a:schemeClr val="bg1"/>
                  </a:solidFill>
                  <a:latin typeface="Montserrat" panose="00000500000000000000" pitchFamily="2" charset="0"/>
                </a:rPr>
                <a:t>Services:</a:t>
              </a:r>
            </a:p>
          </p:txBody>
        </p:sp>
      </p:grpSp>
      <p:grpSp>
        <p:nvGrpSpPr>
          <p:cNvPr id="19" name="Group 18">
            <a:extLst>
              <a:ext uri="{FF2B5EF4-FFF2-40B4-BE49-F238E27FC236}">
                <a16:creationId xmlns:a16="http://schemas.microsoft.com/office/drawing/2014/main" id="{AE420FF2-1D16-F43D-3280-DA0EA332B33D}"/>
              </a:ext>
            </a:extLst>
          </p:cNvPr>
          <p:cNvGrpSpPr/>
          <p:nvPr/>
        </p:nvGrpSpPr>
        <p:grpSpPr>
          <a:xfrm>
            <a:off x="351930" y="2590060"/>
            <a:ext cx="10024167" cy="2778656"/>
            <a:chOff x="-792460" y="2461334"/>
            <a:chExt cx="10027158" cy="2996621"/>
          </a:xfrm>
        </p:grpSpPr>
        <p:sp>
          <p:nvSpPr>
            <p:cNvPr id="23" name="Rectangle 22">
              <a:extLst>
                <a:ext uri="{FF2B5EF4-FFF2-40B4-BE49-F238E27FC236}">
                  <a16:creationId xmlns:a16="http://schemas.microsoft.com/office/drawing/2014/main" id="{369F77BC-87AF-9D3A-75C1-FCB75832803A}"/>
                </a:ext>
              </a:extLst>
            </p:cNvPr>
            <p:cNvSpPr/>
            <p:nvPr/>
          </p:nvSpPr>
          <p:spPr>
            <a:xfrm>
              <a:off x="-683785" y="2586178"/>
              <a:ext cx="9918483" cy="2871777"/>
            </a:xfrm>
            <a:prstGeom prst="rect">
              <a:avLst/>
            </a:prstGeom>
            <a:ln>
              <a:solidFill>
                <a:schemeClr val="tx2">
                  <a:lumMod val="75000"/>
                  <a:alpha val="70000"/>
                </a:schemeClr>
              </a:solidFill>
            </a:ln>
          </p:spPr>
          <p:style>
            <a:lnRef idx="1">
              <a:scrgbClr r="0" g="0" b="0"/>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24" name="TextBox 23">
              <a:extLst>
                <a:ext uri="{FF2B5EF4-FFF2-40B4-BE49-F238E27FC236}">
                  <a16:creationId xmlns:a16="http://schemas.microsoft.com/office/drawing/2014/main" id="{0D40AB71-E9E3-3B1F-2FB7-D281BADCCF86}"/>
                </a:ext>
              </a:extLst>
            </p:cNvPr>
            <p:cNvSpPr txBox="1"/>
            <p:nvPr/>
          </p:nvSpPr>
          <p:spPr>
            <a:xfrm>
              <a:off x="-792460" y="2461334"/>
              <a:ext cx="9915524" cy="1793690"/>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769555" tIns="229108" rIns="769555" bIns="128016" numCol="1" spcCol="1270" anchor="t" anchorCtr="0">
              <a:noAutofit/>
            </a:bodyPr>
            <a:lstStyle/>
            <a:p>
              <a:pPr marL="114300" lvl="1" indent="-114300" algn="l" defTabSz="622300">
                <a:lnSpc>
                  <a:spcPct val="90000"/>
                </a:lnSpc>
                <a:spcBef>
                  <a:spcPct val="0"/>
                </a:spcBef>
                <a:spcAft>
                  <a:spcPct val="15000"/>
                </a:spcAft>
                <a:buChar char="•"/>
              </a:pPr>
              <a:endParaRPr lang="en-US" sz="1400" kern="1200" dirty="0">
                <a:solidFill>
                  <a:schemeClr val="tx1">
                    <a:lumMod val="95000"/>
                    <a:lumOff val="5000"/>
                  </a:schemeClr>
                </a:solidFill>
              </a:endParaRPr>
            </a:p>
            <a:p>
              <a:pPr marL="171450" lvl="1" indent="-171450" algn="l" defTabSz="800100">
                <a:lnSpc>
                  <a:spcPct val="90000"/>
                </a:lnSpc>
                <a:spcBef>
                  <a:spcPct val="0"/>
                </a:spcBef>
                <a:spcAft>
                  <a:spcPct val="15000"/>
                </a:spcAft>
                <a:buChar char="•"/>
              </a:pPr>
              <a:r>
                <a:rPr lang="en-US" sz="1800" kern="1200" dirty="0">
                  <a:latin typeface="Montserrat" panose="00000500000000000000" pitchFamily="2" charset="0"/>
                </a:rPr>
                <a:t>Brand name: Mabaret El- Asafra Labs </a:t>
              </a:r>
            </a:p>
            <a:p>
              <a:pPr marL="171450" lvl="1" indent="-171450" algn="l" defTabSz="800100">
                <a:lnSpc>
                  <a:spcPct val="90000"/>
                </a:lnSpc>
                <a:spcBef>
                  <a:spcPct val="0"/>
                </a:spcBef>
                <a:spcAft>
                  <a:spcPct val="15000"/>
                </a:spcAft>
                <a:buChar char="•"/>
              </a:pPr>
              <a:r>
                <a:rPr lang="en-US" sz="1800" kern="1200" dirty="0">
                  <a:latin typeface="Montserrat" panose="00000500000000000000" pitchFamily="2" charset="0"/>
                </a:rPr>
                <a:t>Design: Logo contains 3 colors to stuck with patients’ mind : Red(Focus, positive), Blue(creativity) and White (Pureness , clarity).</a:t>
              </a:r>
            </a:p>
            <a:p>
              <a:pPr marL="171450" lvl="1" indent="-171450" algn="l" defTabSz="800100">
                <a:lnSpc>
                  <a:spcPct val="90000"/>
                </a:lnSpc>
                <a:spcBef>
                  <a:spcPct val="0"/>
                </a:spcBef>
                <a:spcAft>
                  <a:spcPct val="15000"/>
                </a:spcAft>
                <a:buChar char="•"/>
              </a:pPr>
              <a:r>
                <a:rPr lang="en-US" dirty="0">
                  <a:latin typeface="Montserrat" panose="00000500000000000000" pitchFamily="2" charset="0"/>
                </a:rPr>
                <a:t>Slogan :</a:t>
              </a:r>
              <a:r>
                <a:rPr lang="ar-EG" dirty="0">
                  <a:latin typeface="Montserrat" panose="00000500000000000000" pitchFamily="2" charset="0"/>
                </a:rPr>
                <a:t> مقياس الدقة – #ويستمر_التطوير</a:t>
              </a:r>
              <a:endParaRPr lang="en-US" sz="1800" kern="1200" dirty="0">
                <a:latin typeface="Montserrat" panose="00000500000000000000" pitchFamily="2" charset="0"/>
              </a:endParaRPr>
            </a:p>
            <a:p>
              <a:pPr marL="171450" lvl="1" indent="-171450" algn="l" defTabSz="800100">
                <a:lnSpc>
                  <a:spcPct val="90000"/>
                </a:lnSpc>
                <a:spcBef>
                  <a:spcPct val="0"/>
                </a:spcBef>
                <a:spcAft>
                  <a:spcPct val="15000"/>
                </a:spcAft>
                <a:buChar char="•"/>
              </a:pPr>
              <a:r>
                <a:rPr lang="en-US" sz="1800" kern="1200" dirty="0">
                  <a:latin typeface="Montserrat" panose="00000500000000000000" pitchFamily="2" charset="0"/>
                </a:rPr>
                <a:t>Packaging: An envelope contains name, hotline and logo printed on it. </a:t>
              </a:r>
            </a:p>
            <a:p>
              <a:pPr marL="171450" lvl="1" indent="-171450" algn="l" defTabSz="800100">
                <a:lnSpc>
                  <a:spcPct val="90000"/>
                </a:lnSpc>
                <a:spcBef>
                  <a:spcPct val="0"/>
                </a:spcBef>
                <a:spcAft>
                  <a:spcPct val="15000"/>
                </a:spcAft>
                <a:buChar char="•"/>
              </a:pPr>
              <a:r>
                <a:rPr lang="en-US" sz="1800" kern="1200" dirty="0">
                  <a:latin typeface="Montserrat" panose="00000500000000000000" pitchFamily="2" charset="0"/>
                </a:rPr>
                <a:t>Delivery and Credit.</a:t>
              </a:r>
            </a:p>
            <a:p>
              <a:pPr marL="171450" lvl="1" indent="-171450" algn="l" defTabSz="800100">
                <a:lnSpc>
                  <a:spcPct val="90000"/>
                </a:lnSpc>
                <a:spcBef>
                  <a:spcPct val="0"/>
                </a:spcBef>
                <a:spcAft>
                  <a:spcPct val="15000"/>
                </a:spcAft>
                <a:buChar char="•"/>
              </a:pPr>
              <a:r>
                <a:rPr lang="en-US" sz="1800" kern="1200" dirty="0">
                  <a:latin typeface="Montserrat" panose="00000500000000000000" pitchFamily="2" charset="0"/>
                </a:rPr>
                <a:t>After sale service.</a:t>
              </a:r>
            </a:p>
            <a:p>
              <a:pPr marL="171450" lvl="1" indent="-171450" defTabSz="800100">
                <a:lnSpc>
                  <a:spcPct val="90000"/>
                </a:lnSpc>
                <a:spcBef>
                  <a:spcPct val="0"/>
                </a:spcBef>
                <a:spcAft>
                  <a:spcPct val="15000"/>
                </a:spcAft>
                <a:buFontTx/>
                <a:buChar char="•"/>
              </a:pPr>
              <a:r>
                <a:rPr lang="en-US" kern="1200" dirty="0">
                  <a:latin typeface="Montserrat" panose="00000500000000000000" pitchFamily="2" charset="0"/>
                </a:rPr>
                <a:t>Empowered and licensed by </a:t>
              </a:r>
              <a:r>
                <a:rPr lang="en-US" dirty="0">
                  <a:latin typeface="Montserrat" panose="00000500000000000000" pitchFamily="2" charset="0"/>
                </a:rPr>
                <a:t>ISO qualification </a:t>
              </a:r>
              <a:endParaRPr lang="en-US" kern="1200" dirty="0">
                <a:latin typeface="Montserrat" panose="00000500000000000000" pitchFamily="2" charset="0"/>
              </a:endParaRPr>
            </a:p>
            <a:p>
              <a:pPr marL="171450" lvl="1" indent="-171450" algn="l" defTabSz="800100">
                <a:lnSpc>
                  <a:spcPct val="90000"/>
                </a:lnSpc>
                <a:spcBef>
                  <a:spcPct val="0"/>
                </a:spcBef>
                <a:spcAft>
                  <a:spcPct val="15000"/>
                </a:spcAft>
                <a:buChar char="•"/>
              </a:pPr>
              <a:endParaRPr lang="en-US" sz="1800" kern="1200" dirty="0">
                <a:latin typeface="Montserrat" panose="00000500000000000000" pitchFamily="2" charset="0"/>
              </a:endParaRPr>
            </a:p>
            <a:p>
              <a:pPr marL="114300" lvl="1" indent="-114300" algn="l" defTabSz="622300">
                <a:lnSpc>
                  <a:spcPct val="90000"/>
                </a:lnSpc>
                <a:spcBef>
                  <a:spcPct val="0"/>
                </a:spcBef>
                <a:spcAft>
                  <a:spcPct val="15000"/>
                </a:spcAft>
                <a:buChar char="•"/>
              </a:pPr>
              <a:endParaRPr lang="en-US" sz="1400" kern="1200" dirty="0"/>
            </a:p>
          </p:txBody>
        </p:sp>
      </p:grpSp>
      <p:grpSp>
        <p:nvGrpSpPr>
          <p:cNvPr id="20" name="Group 19">
            <a:extLst>
              <a:ext uri="{FF2B5EF4-FFF2-40B4-BE49-F238E27FC236}">
                <a16:creationId xmlns:a16="http://schemas.microsoft.com/office/drawing/2014/main" id="{81954FDC-4935-B9D2-DCFC-1E27119C3F60}"/>
              </a:ext>
            </a:extLst>
          </p:cNvPr>
          <p:cNvGrpSpPr/>
          <p:nvPr/>
        </p:nvGrpSpPr>
        <p:grpSpPr>
          <a:xfrm>
            <a:off x="728488" y="2500041"/>
            <a:ext cx="4221782" cy="413280"/>
            <a:chOff x="495776" y="1306735"/>
            <a:chExt cx="4221782" cy="413280"/>
          </a:xfrm>
          <a:scene3d>
            <a:camera prst="orthographicFront"/>
            <a:lightRig rig="flat" dir="t"/>
          </a:scene3d>
        </p:grpSpPr>
        <p:sp>
          <p:nvSpPr>
            <p:cNvPr id="21" name="Rectangle: Rounded Corners 20">
              <a:extLst>
                <a:ext uri="{FF2B5EF4-FFF2-40B4-BE49-F238E27FC236}">
                  <a16:creationId xmlns:a16="http://schemas.microsoft.com/office/drawing/2014/main" id="{5D6CDA4E-B1EA-F2ED-F751-7D9C4A84BE20}"/>
                </a:ext>
              </a:extLst>
            </p:cNvPr>
            <p:cNvSpPr/>
            <p:nvPr/>
          </p:nvSpPr>
          <p:spPr>
            <a:xfrm flipH="1">
              <a:off x="495776" y="1306735"/>
              <a:ext cx="4221782" cy="413280"/>
            </a:xfrm>
            <a:prstGeom prst="roundRect">
              <a:avLst/>
            </a:prstGeom>
            <a:solidFill>
              <a:srgbClr val="0B4585"/>
            </a:solidFill>
            <a:sp3d prstMaterial="dkEdge">
              <a:bevelT w="8200" h="38100"/>
            </a:sp3d>
          </p:spPr>
          <p:style>
            <a:lnRef idx="0">
              <a:schemeClr val="lt1">
                <a:hueOff val="0"/>
                <a:satOff val="0"/>
                <a:lumOff val="0"/>
                <a:alphaOff val="0"/>
              </a:schemeClr>
            </a:lnRef>
            <a:fillRef idx="2">
              <a:scrgbClr r="0" g="0" b="0"/>
            </a:fillRef>
            <a:effectRef idx="1">
              <a:schemeClr val="accent1">
                <a:alpha val="90000"/>
                <a:hueOff val="0"/>
                <a:satOff val="0"/>
                <a:lumOff val="0"/>
                <a:alphaOff val="-20000"/>
              </a:schemeClr>
            </a:effectRef>
            <a:fontRef idx="minor">
              <a:schemeClr val="dk1"/>
            </a:fontRef>
          </p:style>
        </p:sp>
        <p:sp>
          <p:nvSpPr>
            <p:cNvPr id="22" name="Rectangle: Rounded Corners 6">
              <a:extLst>
                <a:ext uri="{FF2B5EF4-FFF2-40B4-BE49-F238E27FC236}">
                  <a16:creationId xmlns:a16="http://schemas.microsoft.com/office/drawing/2014/main" id="{9440D19E-0010-8B7A-E5FD-27D8EB7D291E}"/>
                </a:ext>
              </a:extLst>
            </p:cNvPr>
            <p:cNvSpPr txBox="1"/>
            <p:nvPr/>
          </p:nvSpPr>
          <p:spPr>
            <a:xfrm>
              <a:off x="515951" y="1326910"/>
              <a:ext cx="4181432" cy="372930"/>
            </a:xfrm>
            <a:prstGeom prst="rect">
              <a:avLst/>
            </a:prstGeom>
            <a:sp3d/>
          </p:spPr>
          <p:style>
            <a:lnRef idx="0">
              <a:scrgbClr r="0" g="0" b="0"/>
            </a:lnRef>
            <a:fillRef idx="0">
              <a:scrgbClr r="0" g="0" b="0"/>
            </a:fillRef>
            <a:effectRef idx="0">
              <a:scrgbClr r="0" g="0" b="0"/>
            </a:effectRef>
            <a:fontRef idx="minor">
              <a:schemeClr val="dk1"/>
            </a:fontRef>
          </p:style>
          <p:txBody>
            <a:bodyPr spcFirstLastPara="0" vert="horz" wrap="square" lIns="262348" tIns="0" rIns="262348" bIns="0" numCol="1" spcCol="1270" anchor="ctr" anchorCtr="0">
              <a:noAutofit/>
            </a:bodyPr>
            <a:lstStyle/>
            <a:p>
              <a:pPr marL="0" lvl="0" indent="0" algn="l" defTabSz="889000">
                <a:lnSpc>
                  <a:spcPct val="90000"/>
                </a:lnSpc>
                <a:spcBef>
                  <a:spcPct val="0"/>
                </a:spcBef>
                <a:spcAft>
                  <a:spcPct val="35000"/>
                </a:spcAft>
                <a:buFont typeface="Wingdings" panose="05000000000000000000" pitchFamily="2" charset="2"/>
                <a:buNone/>
              </a:pPr>
              <a:r>
                <a:rPr lang="en-US" sz="2000" kern="1200" dirty="0">
                  <a:solidFill>
                    <a:schemeClr val="bg1"/>
                  </a:solidFill>
                  <a:latin typeface="Montserrat" panose="00000500000000000000" pitchFamily="2" charset="0"/>
                </a:rPr>
                <a:t>Core &amp; augmented service:</a:t>
              </a:r>
            </a:p>
          </p:txBody>
        </p:sp>
      </p:grpSp>
      <p:grpSp>
        <p:nvGrpSpPr>
          <p:cNvPr id="25" name="Group 24">
            <a:extLst>
              <a:ext uri="{FF2B5EF4-FFF2-40B4-BE49-F238E27FC236}">
                <a16:creationId xmlns:a16="http://schemas.microsoft.com/office/drawing/2014/main" id="{F539985E-AF40-332F-AA45-05F41025F676}"/>
              </a:ext>
            </a:extLst>
          </p:cNvPr>
          <p:cNvGrpSpPr/>
          <p:nvPr/>
        </p:nvGrpSpPr>
        <p:grpSpPr>
          <a:xfrm>
            <a:off x="460573" y="5625260"/>
            <a:ext cx="9915524" cy="997488"/>
            <a:chOff x="0" y="4050192"/>
            <a:chExt cx="9915524" cy="731000"/>
          </a:xfrm>
        </p:grpSpPr>
        <p:sp>
          <p:nvSpPr>
            <p:cNvPr id="29" name="Rectangle 28">
              <a:extLst>
                <a:ext uri="{FF2B5EF4-FFF2-40B4-BE49-F238E27FC236}">
                  <a16:creationId xmlns:a16="http://schemas.microsoft.com/office/drawing/2014/main" id="{FF6900F1-C156-6E36-7A96-D594D52CB5CE}"/>
                </a:ext>
              </a:extLst>
            </p:cNvPr>
            <p:cNvSpPr/>
            <p:nvPr/>
          </p:nvSpPr>
          <p:spPr>
            <a:xfrm>
              <a:off x="0" y="4108667"/>
              <a:ext cx="9915524" cy="672525"/>
            </a:xfrm>
            <a:prstGeom prst="rect">
              <a:avLst/>
            </a:prstGeom>
            <a:ln>
              <a:solidFill>
                <a:schemeClr val="tx2">
                  <a:lumMod val="75000"/>
                  <a:alpha val="50000"/>
                </a:schemeClr>
              </a:solidFill>
            </a:ln>
          </p:spPr>
          <p:style>
            <a:lnRef idx="1">
              <a:scrgbClr r="0" g="0" b="0"/>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30" name="TextBox 29">
              <a:extLst>
                <a:ext uri="{FF2B5EF4-FFF2-40B4-BE49-F238E27FC236}">
                  <a16:creationId xmlns:a16="http://schemas.microsoft.com/office/drawing/2014/main" id="{369AAD6B-6DCD-2B00-1942-E6047B142F36}"/>
                </a:ext>
              </a:extLst>
            </p:cNvPr>
            <p:cNvSpPr txBox="1"/>
            <p:nvPr/>
          </p:nvSpPr>
          <p:spPr>
            <a:xfrm>
              <a:off x="0" y="4050192"/>
              <a:ext cx="9915524" cy="672525"/>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769555" tIns="229108" rIns="769555" bIns="128016" numCol="1" spcCol="1270" anchor="t" anchorCtr="0">
              <a:noAutofit/>
            </a:bodyPr>
            <a:lstStyle/>
            <a:p>
              <a:pPr marL="171450" lvl="1" indent="-171450" algn="l" defTabSz="800100">
                <a:lnSpc>
                  <a:spcPct val="90000"/>
                </a:lnSpc>
                <a:spcBef>
                  <a:spcPct val="0"/>
                </a:spcBef>
                <a:spcAft>
                  <a:spcPct val="15000"/>
                </a:spcAft>
                <a:buChar char="•"/>
              </a:pPr>
              <a:endParaRPr lang="ar-EG" sz="1800" kern="1200" dirty="0">
                <a:solidFill>
                  <a:schemeClr val="tx1"/>
                </a:solidFill>
                <a:latin typeface="Montserrat" panose="00000500000000000000" pitchFamily="2" charset="0"/>
              </a:endParaRPr>
            </a:p>
            <a:p>
              <a:pPr marL="171450" lvl="1" indent="-171450" algn="l" defTabSz="800100">
                <a:lnSpc>
                  <a:spcPct val="90000"/>
                </a:lnSpc>
                <a:spcBef>
                  <a:spcPct val="0"/>
                </a:spcBef>
                <a:spcAft>
                  <a:spcPct val="15000"/>
                </a:spcAft>
                <a:buChar char="•"/>
              </a:pPr>
              <a:r>
                <a:rPr lang="en-US" sz="1800" kern="1200" dirty="0">
                  <a:solidFill>
                    <a:schemeClr val="tx1"/>
                  </a:solidFill>
                  <a:latin typeface="Montserrat" panose="00000500000000000000" pitchFamily="2" charset="0"/>
                </a:rPr>
                <a:t>Follow Line Extension</a:t>
              </a:r>
            </a:p>
          </p:txBody>
        </p:sp>
      </p:grpSp>
      <p:grpSp>
        <p:nvGrpSpPr>
          <p:cNvPr id="26" name="Group 25">
            <a:extLst>
              <a:ext uri="{FF2B5EF4-FFF2-40B4-BE49-F238E27FC236}">
                <a16:creationId xmlns:a16="http://schemas.microsoft.com/office/drawing/2014/main" id="{DD929E7A-402C-4314-DD08-4FCE11C1B4F6}"/>
              </a:ext>
            </a:extLst>
          </p:cNvPr>
          <p:cNvGrpSpPr/>
          <p:nvPr/>
        </p:nvGrpSpPr>
        <p:grpSpPr>
          <a:xfrm>
            <a:off x="734922" y="5501776"/>
            <a:ext cx="3161565" cy="420702"/>
            <a:chOff x="141182" y="3905389"/>
            <a:chExt cx="3161565" cy="420702"/>
          </a:xfrm>
          <a:scene3d>
            <a:camera prst="orthographicFront"/>
            <a:lightRig rig="flat" dir="t"/>
          </a:scene3d>
        </p:grpSpPr>
        <p:sp>
          <p:nvSpPr>
            <p:cNvPr id="27" name="Rectangle: Rounded Corners 26">
              <a:extLst>
                <a:ext uri="{FF2B5EF4-FFF2-40B4-BE49-F238E27FC236}">
                  <a16:creationId xmlns:a16="http://schemas.microsoft.com/office/drawing/2014/main" id="{69B34794-A271-3812-8229-5FE49882660B}"/>
                </a:ext>
              </a:extLst>
            </p:cNvPr>
            <p:cNvSpPr/>
            <p:nvPr/>
          </p:nvSpPr>
          <p:spPr>
            <a:xfrm flipH="1">
              <a:off x="141182" y="3905389"/>
              <a:ext cx="3161565" cy="420702"/>
            </a:xfrm>
            <a:prstGeom prst="roundRect">
              <a:avLst/>
            </a:prstGeom>
            <a:solidFill>
              <a:srgbClr val="0B4585"/>
            </a:solidFill>
            <a:sp3d prstMaterial="dkEdge">
              <a:bevelT w="8200" h="38100"/>
            </a:sp3d>
          </p:spPr>
          <p:style>
            <a:lnRef idx="0">
              <a:schemeClr val="lt1">
                <a:hueOff val="0"/>
                <a:satOff val="0"/>
                <a:lumOff val="0"/>
                <a:alphaOff val="0"/>
              </a:schemeClr>
            </a:lnRef>
            <a:fillRef idx="2">
              <a:scrgbClr r="0" g="0" b="0"/>
            </a:fillRef>
            <a:effectRef idx="1">
              <a:schemeClr val="accent1">
                <a:alpha val="90000"/>
                <a:hueOff val="0"/>
                <a:satOff val="0"/>
                <a:lumOff val="0"/>
                <a:alphaOff val="-40000"/>
              </a:schemeClr>
            </a:effectRef>
            <a:fontRef idx="minor">
              <a:schemeClr val="dk1"/>
            </a:fontRef>
          </p:style>
        </p:sp>
        <p:sp>
          <p:nvSpPr>
            <p:cNvPr id="28" name="Rectangle: Rounded Corners 6">
              <a:extLst>
                <a:ext uri="{FF2B5EF4-FFF2-40B4-BE49-F238E27FC236}">
                  <a16:creationId xmlns:a16="http://schemas.microsoft.com/office/drawing/2014/main" id="{F4261AE1-6CF0-B7A0-C853-6D00A4E9D2C7}"/>
                </a:ext>
              </a:extLst>
            </p:cNvPr>
            <p:cNvSpPr txBox="1"/>
            <p:nvPr/>
          </p:nvSpPr>
          <p:spPr>
            <a:xfrm>
              <a:off x="161719" y="3925926"/>
              <a:ext cx="3120491" cy="379628"/>
            </a:xfrm>
            <a:prstGeom prst="rect">
              <a:avLst/>
            </a:prstGeom>
            <a:sp3d/>
          </p:spPr>
          <p:style>
            <a:lnRef idx="0">
              <a:scrgbClr r="0" g="0" b="0"/>
            </a:lnRef>
            <a:fillRef idx="0">
              <a:scrgbClr r="0" g="0" b="0"/>
            </a:fillRef>
            <a:effectRef idx="0">
              <a:scrgbClr r="0" g="0" b="0"/>
            </a:effectRef>
            <a:fontRef idx="minor">
              <a:schemeClr val="dk1"/>
            </a:fontRef>
          </p:style>
          <p:txBody>
            <a:bodyPr spcFirstLastPara="0" vert="horz" wrap="square" lIns="262348" tIns="0" rIns="262348" bIns="0" numCol="1" spcCol="1270" anchor="ctr" anchorCtr="0">
              <a:noAutofit/>
            </a:bodyPr>
            <a:lstStyle/>
            <a:p>
              <a:pPr marL="0" lvl="0" indent="0" algn="l" defTabSz="889000">
                <a:lnSpc>
                  <a:spcPct val="90000"/>
                </a:lnSpc>
                <a:spcBef>
                  <a:spcPct val="0"/>
                </a:spcBef>
                <a:spcAft>
                  <a:spcPct val="35000"/>
                </a:spcAft>
                <a:buFont typeface="Wingdings" panose="05000000000000000000" pitchFamily="2" charset="2"/>
                <a:buNone/>
              </a:pPr>
              <a:r>
                <a:rPr lang="en-US" sz="2000" kern="1200" dirty="0">
                  <a:solidFill>
                    <a:schemeClr val="bg1"/>
                  </a:solidFill>
                  <a:latin typeface="Montserrat" panose="00000500000000000000" pitchFamily="2" charset="0"/>
                </a:rPr>
                <a:t>Brand’s strategy:</a:t>
              </a:r>
            </a:p>
          </p:txBody>
        </p:sp>
      </p:grpSp>
      <p:pic>
        <p:nvPicPr>
          <p:cNvPr id="3" name="Picture 2">
            <a:extLst>
              <a:ext uri="{FF2B5EF4-FFF2-40B4-BE49-F238E27FC236}">
                <a16:creationId xmlns:a16="http://schemas.microsoft.com/office/drawing/2014/main" id="{A3949259-3B0E-E4C2-C08A-4BA41DDF64DB}"/>
              </a:ext>
            </a:extLst>
          </p:cNvPr>
          <p:cNvPicPr>
            <a:picLocks noChangeAspect="1"/>
          </p:cNvPicPr>
          <p:nvPr/>
        </p:nvPicPr>
        <p:blipFill>
          <a:blip r:embed="rId2"/>
          <a:stretch>
            <a:fillRect/>
          </a:stretch>
        </p:blipFill>
        <p:spPr>
          <a:xfrm>
            <a:off x="9649309" y="3109150"/>
            <a:ext cx="1916550" cy="1870018"/>
          </a:xfrm>
          <a:prstGeom prst="rect">
            <a:avLst/>
          </a:prstGeom>
        </p:spPr>
      </p:pic>
    </p:spTree>
    <p:extLst>
      <p:ext uri="{BB962C8B-B14F-4D97-AF65-F5344CB8AC3E}">
        <p14:creationId xmlns:p14="http://schemas.microsoft.com/office/powerpoint/2010/main" val="16330271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04D48-A271-EF37-DA72-ACE8EE9312A0}"/>
              </a:ext>
            </a:extLst>
          </p:cNvPr>
          <p:cNvSpPr>
            <a:spLocks noGrp="1"/>
          </p:cNvSpPr>
          <p:nvPr>
            <p:ph type="title"/>
          </p:nvPr>
        </p:nvSpPr>
        <p:spPr>
          <a:xfrm>
            <a:off x="661675" y="-55247"/>
            <a:ext cx="9914859" cy="1329004"/>
          </a:xfrm>
        </p:spPr>
        <p:txBody>
          <a:bodyPr>
            <a:normAutofit/>
          </a:bodyPr>
          <a:lstStyle/>
          <a:p>
            <a:r>
              <a:rPr lang="en-US" sz="3600" b="1" dirty="0">
                <a:latin typeface="Amasis MT Pro Light" panose="02040304050005020304" pitchFamily="18" charset="0"/>
              </a:rPr>
              <a:t>Promotion</a:t>
            </a:r>
            <a:r>
              <a:rPr lang="en-US" sz="3600" dirty="0">
                <a:latin typeface="Arial Rounded MT Bold" panose="020F0704030504030204" pitchFamily="34" charset="0"/>
              </a:rPr>
              <a:t> </a:t>
            </a:r>
            <a:r>
              <a:rPr lang="en-US" sz="3600" b="1" dirty="0">
                <a:latin typeface="Amasis MT Pro Light" panose="02040304050005020304" pitchFamily="18" charset="0"/>
              </a:rPr>
              <a:t>mix:</a:t>
            </a:r>
          </a:p>
        </p:txBody>
      </p:sp>
      <p:graphicFrame>
        <p:nvGraphicFramePr>
          <p:cNvPr id="36" name="Content Placeholder 35">
            <a:extLst>
              <a:ext uri="{FF2B5EF4-FFF2-40B4-BE49-F238E27FC236}">
                <a16:creationId xmlns:a16="http://schemas.microsoft.com/office/drawing/2014/main" id="{042D17E2-1440-864E-A97B-980A635B857D}"/>
              </a:ext>
            </a:extLst>
          </p:cNvPr>
          <p:cNvGraphicFramePr>
            <a:graphicFrameLocks noGrp="1"/>
          </p:cNvGraphicFramePr>
          <p:nvPr>
            <p:ph idx="1"/>
            <p:extLst>
              <p:ext uri="{D42A27DB-BD31-4B8C-83A1-F6EECF244321}">
                <p14:modId xmlns:p14="http://schemas.microsoft.com/office/powerpoint/2010/main" val="1598385489"/>
              </p:ext>
            </p:extLst>
          </p:nvPr>
        </p:nvGraphicFramePr>
        <p:xfrm>
          <a:off x="3887264" y="1344178"/>
          <a:ext cx="8545447" cy="453561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7" name="Google Shape;351;p21">
            <a:extLst>
              <a:ext uri="{FF2B5EF4-FFF2-40B4-BE49-F238E27FC236}">
                <a16:creationId xmlns:a16="http://schemas.microsoft.com/office/drawing/2014/main" id="{30937D4F-8703-6F5C-3C26-96DCCB6B0865}"/>
              </a:ext>
            </a:extLst>
          </p:cNvPr>
          <p:cNvGrpSpPr/>
          <p:nvPr/>
        </p:nvGrpSpPr>
        <p:grpSpPr>
          <a:xfrm>
            <a:off x="1482564" y="1055324"/>
            <a:ext cx="2789926" cy="2059646"/>
            <a:chOff x="1048359" y="2521162"/>
            <a:chExt cx="1496586" cy="1944827"/>
          </a:xfrm>
        </p:grpSpPr>
        <p:sp>
          <p:nvSpPr>
            <p:cNvPr id="8" name="Google Shape;353;p21">
              <a:extLst>
                <a:ext uri="{FF2B5EF4-FFF2-40B4-BE49-F238E27FC236}">
                  <a16:creationId xmlns:a16="http://schemas.microsoft.com/office/drawing/2014/main" id="{9D31C22B-14BD-FE5D-D53B-ABBE43000488}"/>
                </a:ext>
              </a:extLst>
            </p:cNvPr>
            <p:cNvSpPr/>
            <p:nvPr/>
          </p:nvSpPr>
          <p:spPr>
            <a:xfrm>
              <a:off x="1048359" y="3044133"/>
              <a:ext cx="1496586" cy="1421856"/>
            </a:xfrm>
            <a:custGeom>
              <a:avLst/>
              <a:gdLst/>
              <a:ahLst/>
              <a:cxnLst/>
              <a:rect l="l" t="t" r="r" b="b"/>
              <a:pathLst>
                <a:path w="58318" h="55406" extrusionOk="0">
                  <a:moveTo>
                    <a:pt x="34124" y="935"/>
                  </a:moveTo>
                  <a:cubicBezTo>
                    <a:pt x="34235" y="1012"/>
                    <a:pt x="34186" y="1268"/>
                    <a:pt x="34279" y="1268"/>
                  </a:cubicBezTo>
                  <a:cubicBezTo>
                    <a:pt x="34315" y="1268"/>
                    <a:pt x="34372" y="1229"/>
                    <a:pt x="34469" y="1126"/>
                  </a:cubicBezTo>
                  <a:cubicBezTo>
                    <a:pt x="34490" y="1105"/>
                    <a:pt x="34519" y="1096"/>
                    <a:pt x="34553" y="1096"/>
                  </a:cubicBezTo>
                  <a:cubicBezTo>
                    <a:pt x="34691" y="1096"/>
                    <a:pt x="34919" y="1238"/>
                    <a:pt x="35100" y="1257"/>
                  </a:cubicBezTo>
                  <a:cubicBezTo>
                    <a:pt x="35326" y="1293"/>
                    <a:pt x="35541" y="1328"/>
                    <a:pt x="35767" y="1352"/>
                  </a:cubicBezTo>
                  <a:cubicBezTo>
                    <a:pt x="36160" y="1376"/>
                    <a:pt x="48459" y="1435"/>
                    <a:pt x="48852" y="1447"/>
                  </a:cubicBezTo>
                  <a:cubicBezTo>
                    <a:pt x="49161" y="1447"/>
                    <a:pt x="49469" y="1579"/>
                    <a:pt x="49788" y="1579"/>
                  </a:cubicBezTo>
                  <a:cubicBezTo>
                    <a:pt x="49802" y="1579"/>
                    <a:pt x="49815" y="1579"/>
                    <a:pt x="49828" y="1578"/>
                  </a:cubicBezTo>
                  <a:cubicBezTo>
                    <a:pt x="49853" y="1577"/>
                    <a:pt x="49878" y="1577"/>
                    <a:pt x="49902" y="1577"/>
                  </a:cubicBezTo>
                  <a:cubicBezTo>
                    <a:pt x="50372" y="1577"/>
                    <a:pt x="50792" y="1786"/>
                    <a:pt x="51233" y="1888"/>
                  </a:cubicBezTo>
                  <a:cubicBezTo>
                    <a:pt x="51426" y="1934"/>
                    <a:pt x="51605" y="1987"/>
                    <a:pt x="51796" y="1987"/>
                  </a:cubicBezTo>
                  <a:cubicBezTo>
                    <a:pt x="51853" y="1987"/>
                    <a:pt x="51911" y="1982"/>
                    <a:pt x="51971" y="1971"/>
                  </a:cubicBezTo>
                  <a:cubicBezTo>
                    <a:pt x="51979" y="1970"/>
                    <a:pt x="51987" y="1969"/>
                    <a:pt x="51994" y="1969"/>
                  </a:cubicBezTo>
                  <a:cubicBezTo>
                    <a:pt x="52113" y="1969"/>
                    <a:pt x="52197" y="2139"/>
                    <a:pt x="52376" y="2150"/>
                  </a:cubicBezTo>
                  <a:cubicBezTo>
                    <a:pt x="52579" y="2150"/>
                    <a:pt x="52638" y="2090"/>
                    <a:pt x="52614" y="1912"/>
                  </a:cubicBezTo>
                  <a:lnTo>
                    <a:pt x="52614" y="1912"/>
                  </a:lnTo>
                  <a:cubicBezTo>
                    <a:pt x="52757" y="1947"/>
                    <a:pt x="52781" y="2066"/>
                    <a:pt x="52841" y="2150"/>
                  </a:cubicBezTo>
                  <a:cubicBezTo>
                    <a:pt x="52882" y="2208"/>
                    <a:pt x="52923" y="2294"/>
                    <a:pt x="52996" y="2294"/>
                  </a:cubicBezTo>
                  <a:cubicBezTo>
                    <a:pt x="53028" y="2294"/>
                    <a:pt x="53067" y="2277"/>
                    <a:pt x="53114" y="2233"/>
                  </a:cubicBezTo>
                  <a:cubicBezTo>
                    <a:pt x="53162" y="2192"/>
                    <a:pt x="53200" y="2176"/>
                    <a:pt x="53231" y="2176"/>
                  </a:cubicBezTo>
                  <a:cubicBezTo>
                    <a:pt x="53309" y="2176"/>
                    <a:pt x="53346" y="2279"/>
                    <a:pt x="53388" y="2364"/>
                  </a:cubicBezTo>
                  <a:cubicBezTo>
                    <a:pt x="53412" y="2400"/>
                    <a:pt x="53376" y="2471"/>
                    <a:pt x="53448" y="2483"/>
                  </a:cubicBezTo>
                  <a:cubicBezTo>
                    <a:pt x="53900" y="2519"/>
                    <a:pt x="54222" y="2805"/>
                    <a:pt x="54555" y="3055"/>
                  </a:cubicBezTo>
                  <a:cubicBezTo>
                    <a:pt x="54900" y="3317"/>
                    <a:pt x="55198" y="3638"/>
                    <a:pt x="55555" y="3888"/>
                  </a:cubicBezTo>
                  <a:cubicBezTo>
                    <a:pt x="55829" y="4090"/>
                    <a:pt x="56067" y="4317"/>
                    <a:pt x="56305" y="4567"/>
                  </a:cubicBezTo>
                  <a:cubicBezTo>
                    <a:pt x="56651" y="4948"/>
                    <a:pt x="56698" y="5448"/>
                    <a:pt x="56936" y="5865"/>
                  </a:cubicBezTo>
                  <a:cubicBezTo>
                    <a:pt x="56996" y="5972"/>
                    <a:pt x="56901" y="6067"/>
                    <a:pt x="56877" y="6162"/>
                  </a:cubicBezTo>
                  <a:cubicBezTo>
                    <a:pt x="56853" y="6281"/>
                    <a:pt x="56817" y="6388"/>
                    <a:pt x="56972" y="6412"/>
                  </a:cubicBezTo>
                  <a:cubicBezTo>
                    <a:pt x="57067" y="6424"/>
                    <a:pt x="57067" y="6484"/>
                    <a:pt x="57067" y="6543"/>
                  </a:cubicBezTo>
                  <a:cubicBezTo>
                    <a:pt x="56972" y="7091"/>
                    <a:pt x="57210" y="7627"/>
                    <a:pt x="57174" y="8162"/>
                  </a:cubicBezTo>
                  <a:cubicBezTo>
                    <a:pt x="57151" y="8758"/>
                    <a:pt x="57246" y="9341"/>
                    <a:pt x="57139" y="9936"/>
                  </a:cubicBezTo>
                  <a:cubicBezTo>
                    <a:pt x="57055" y="10389"/>
                    <a:pt x="57139" y="10889"/>
                    <a:pt x="57163" y="11365"/>
                  </a:cubicBezTo>
                  <a:cubicBezTo>
                    <a:pt x="57186" y="11675"/>
                    <a:pt x="57115" y="11972"/>
                    <a:pt x="57115" y="12282"/>
                  </a:cubicBezTo>
                  <a:cubicBezTo>
                    <a:pt x="57115" y="12524"/>
                    <a:pt x="56941" y="12585"/>
                    <a:pt x="56758" y="12585"/>
                  </a:cubicBezTo>
                  <a:cubicBezTo>
                    <a:pt x="56670" y="12585"/>
                    <a:pt x="56581" y="12571"/>
                    <a:pt x="56508" y="12556"/>
                  </a:cubicBezTo>
                  <a:cubicBezTo>
                    <a:pt x="56055" y="12472"/>
                    <a:pt x="55603" y="12484"/>
                    <a:pt x="55150" y="12461"/>
                  </a:cubicBezTo>
                  <a:cubicBezTo>
                    <a:pt x="54579" y="12437"/>
                    <a:pt x="54019" y="12425"/>
                    <a:pt x="53448" y="12389"/>
                  </a:cubicBezTo>
                  <a:cubicBezTo>
                    <a:pt x="53408" y="12384"/>
                    <a:pt x="53368" y="12383"/>
                    <a:pt x="53328" y="12383"/>
                  </a:cubicBezTo>
                  <a:cubicBezTo>
                    <a:pt x="53163" y="12383"/>
                    <a:pt x="52994" y="12415"/>
                    <a:pt x="52841" y="12425"/>
                  </a:cubicBezTo>
                  <a:cubicBezTo>
                    <a:pt x="52691" y="12437"/>
                    <a:pt x="52542" y="12441"/>
                    <a:pt x="52391" y="12441"/>
                  </a:cubicBezTo>
                  <a:cubicBezTo>
                    <a:pt x="51999" y="12441"/>
                    <a:pt x="51604" y="12412"/>
                    <a:pt x="51208" y="12412"/>
                  </a:cubicBezTo>
                  <a:cubicBezTo>
                    <a:pt x="51161" y="12412"/>
                    <a:pt x="51114" y="12412"/>
                    <a:pt x="51067" y="12413"/>
                  </a:cubicBezTo>
                  <a:cubicBezTo>
                    <a:pt x="50896" y="12417"/>
                    <a:pt x="50721" y="12418"/>
                    <a:pt x="50545" y="12418"/>
                  </a:cubicBezTo>
                  <a:cubicBezTo>
                    <a:pt x="50192" y="12418"/>
                    <a:pt x="49832" y="12413"/>
                    <a:pt x="49483" y="12413"/>
                  </a:cubicBezTo>
                  <a:cubicBezTo>
                    <a:pt x="48921" y="12413"/>
                    <a:pt x="40739" y="12367"/>
                    <a:pt x="37129" y="12367"/>
                  </a:cubicBezTo>
                  <a:cubicBezTo>
                    <a:pt x="36227" y="12367"/>
                    <a:pt x="35610" y="12370"/>
                    <a:pt x="35469" y="12377"/>
                  </a:cubicBezTo>
                  <a:cubicBezTo>
                    <a:pt x="35111" y="12399"/>
                    <a:pt x="34749" y="12403"/>
                    <a:pt x="34386" y="12403"/>
                  </a:cubicBezTo>
                  <a:cubicBezTo>
                    <a:pt x="34179" y="12403"/>
                    <a:pt x="33970" y="12402"/>
                    <a:pt x="33763" y="12402"/>
                  </a:cubicBezTo>
                  <a:cubicBezTo>
                    <a:pt x="33357" y="12402"/>
                    <a:pt x="32953" y="12407"/>
                    <a:pt x="32552" y="12437"/>
                  </a:cubicBezTo>
                  <a:cubicBezTo>
                    <a:pt x="32149" y="12458"/>
                    <a:pt x="31746" y="12464"/>
                    <a:pt x="31342" y="12464"/>
                  </a:cubicBezTo>
                  <a:cubicBezTo>
                    <a:pt x="30832" y="12464"/>
                    <a:pt x="30322" y="12455"/>
                    <a:pt x="29812" y="12455"/>
                  </a:cubicBezTo>
                  <a:cubicBezTo>
                    <a:pt x="29606" y="12455"/>
                    <a:pt x="29401" y="12456"/>
                    <a:pt x="29195" y="12461"/>
                  </a:cubicBezTo>
                  <a:cubicBezTo>
                    <a:pt x="29097" y="12462"/>
                    <a:pt x="28998" y="12463"/>
                    <a:pt x="28899" y="12463"/>
                  </a:cubicBezTo>
                  <a:cubicBezTo>
                    <a:pt x="28195" y="12463"/>
                    <a:pt x="27477" y="12425"/>
                    <a:pt x="26778" y="12341"/>
                  </a:cubicBezTo>
                  <a:cubicBezTo>
                    <a:pt x="26619" y="12319"/>
                    <a:pt x="25735" y="12313"/>
                    <a:pt x="24577" y="12313"/>
                  </a:cubicBezTo>
                  <a:cubicBezTo>
                    <a:pt x="23170" y="12313"/>
                    <a:pt x="21358" y="12322"/>
                    <a:pt x="19949" y="12322"/>
                  </a:cubicBezTo>
                  <a:cubicBezTo>
                    <a:pt x="18790" y="12322"/>
                    <a:pt x="17904" y="12316"/>
                    <a:pt x="17741" y="12294"/>
                  </a:cubicBezTo>
                  <a:cubicBezTo>
                    <a:pt x="17484" y="12258"/>
                    <a:pt x="16585" y="12251"/>
                    <a:pt x="15529" y="12251"/>
                  </a:cubicBezTo>
                  <a:cubicBezTo>
                    <a:pt x="14853" y="12251"/>
                    <a:pt x="14113" y="12254"/>
                    <a:pt x="13436" y="12254"/>
                  </a:cubicBezTo>
                  <a:cubicBezTo>
                    <a:pt x="12380" y="12254"/>
                    <a:pt x="11478" y="12247"/>
                    <a:pt x="11216" y="12211"/>
                  </a:cubicBezTo>
                  <a:cubicBezTo>
                    <a:pt x="11148" y="12200"/>
                    <a:pt x="11079" y="12196"/>
                    <a:pt x="11008" y="12196"/>
                  </a:cubicBezTo>
                  <a:cubicBezTo>
                    <a:pt x="10757" y="12196"/>
                    <a:pt x="10497" y="12249"/>
                    <a:pt x="10245" y="12249"/>
                  </a:cubicBezTo>
                  <a:cubicBezTo>
                    <a:pt x="10175" y="12249"/>
                    <a:pt x="10106" y="12245"/>
                    <a:pt x="10038" y="12234"/>
                  </a:cubicBezTo>
                  <a:cubicBezTo>
                    <a:pt x="9947" y="12220"/>
                    <a:pt x="9857" y="12214"/>
                    <a:pt x="9767" y="12214"/>
                  </a:cubicBezTo>
                  <a:cubicBezTo>
                    <a:pt x="9410" y="12214"/>
                    <a:pt x="9056" y="12307"/>
                    <a:pt x="8700" y="12307"/>
                  </a:cubicBezTo>
                  <a:cubicBezTo>
                    <a:pt x="8567" y="12307"/>
                    <a:pt x="8433" y="12294"/>
                    <a:pt x="8299" y="12258"/>
                  </a:cubicBezTo>
                  <a:cubicBezTo>
                    <a:pt x="8271" y="12251"/>
                    <a:pt x="8233" y="12248"/>
                    <a:pt x="8191" y="12248"/>
                  </a:cubicBezTo>
                  <a:cubicBezTo>
                    <a:pt x="8088" y="12248"/>
                    <a:pt x="7958" y="12265"/>
                    <a:pt x="7883" y="12282"/>
                  </a:cubicBezTo>
                  <a:cubicBezTo>
                    <a:pt x="7144" y="12472"/>
                    <a:pt x="6382" y="12413"/>
                    <a:pt x="5632" y="12496"/>
                  </a:cubicBezTo>
                  <a:cubicBezTo>
                    <a:pt x="5073" y="12556"/>
                    <a:pt x="4430" y="12461"/>
                    <a:pt x="3930" y="12615"/>
                  </a:cubicBezTo>
                  <a:cubicBezTo>
                    <a:pt x="3759" y="12667"/>
                    <a:pt x="3585" y="12678"/>
                    <a:pt x="3412" y="12678"/>
                  </a:cubicBezTo>
                  <a:cubicBezTo>
                    <a:pt x="3299" y="12678"/>
                    <a:pt x="3186" y="12673"/>
                    <a:pt x="3074" y="12673"/>
                  </a:cubicBezTo>
                  <a:cubicBezTo>
                    <a:pt x="2806" y="12673"/>
                    <a:pt x="2541" y="12698"/>
                    <a:pt x="2287" y="12865"/>
                  </a:cubicBezTo>
                  <a:cubicBezTo>
                    <a:pt x="2191" y="12927"/>
                    <a:pt x="2095" y="12955"/>
                    <a:pt x="2007" y="12955"/>
                  </a:cubicBezTo>
                  <a:cubicBezTo>
                    <a:pt x="1722" y="12955"/>
                    <a:pt x="1509" y="12666"/>
                    <a:pt x="1572" y="12294"/>
                  </a:cubicBezTo>
                  <a:cubicBezTo>
                    <a:pt x="1715" y="11520"/>
                    <a:pt x="1513" y="10746"/>
                    <a:pt x="1608" y="9984"/>
                  </a:cubicBezTo>
                  <a:cubicBezTo>
                    <a:pt x="1715" y="9198"/>
                    <a:pt x="1691" y="8424"/>
                    <a:pt x="1739" y="7639"/>
                  </a:cubicBezTo>
                  <a:cubicBezTo>
                    <a:pt x="1751" y="7341"/>
                    <a:pt x="1715" y="7031"/>
                    <a:pt x="1644" y="6746"/>
                  </a:cubicBezTo>
                  <a:cubicBezTo>
                    <a:pt x="1620" y="6698"/>
                    <a:pt x="1608" y="6615"/>
                    <a:pt x="1632" y="6591"/>
                  </a:cubicBezTo>
                  <a:cubicBezTo>
                    <a:pt x="1941" y="6329"/>
                    <a:pt x="1727" y="5888"/>
                    <a:pt x="1894" y="5662"/>
                  </a:cubicBezTo>
                  <a:cubicBezTo>
                    <a:pt x="2096" y="5388"/>
                    <a:pt x="2037" y="5103"/>
                    <a:pt x="2144" y="4841"/>
                  </a:cubicBezTo>
                  <a:cubicBezTo>
                    <a:pt x="2465" y="4031"/>
                    <a:pt x="2965" y="3352"/>
                    <a:pt x="3727" y="2959"/>
                  </a:cubicBezTo>
                  <a:cubicBezTo>
                    <a:pt x="4204" y="2709"/>
                    <a:pt x="4704" y="2471"/>
                    <a:pt x="5227" y="2316"/>
                  </a:cubicBezTo>
                  <a:cubicBezTo>
                    <a:pt x="5751" y="2150"/>
                    <a:pt x="6311" y="2138"/>
                    <a:pt x="6823" y="2007"/>
                  </a:cubicBezTo>
                  <a:cubicBezTo>
                    <a:pt x="7454" y="1852"/>
                    <a:pt x="8121" y="1793"/>
                    <a:pt x="8752" y="1590"/>
                  </a:cubicBezTo>
                  <a:cubicBezTo>
                    <a:pt x="8891" y="1545"/>
                    <a:pt x="9040" y="1531"/>
                    <a:pt x="9195" y="1531"/>
                  </a:cubicBezTo>
                  <a:cubicBezTo>
                    <a:pt x="9449" y="1531"/>
                    <a:pt x="9718" y="1569"/>
                    <a:pt x="9978" y="1569"/>
                  </a:cubicBezTo>
                  <a:cubicBezTo>
                    <a:pt x="10018" y="1569"/>
                    <a:pt x="10058" y="1568"/>
                    <a:pt x="10097" y="1566"/>
                  </a:cubicBezTo>
                  <a:cubicBezTo>
                    <a:pt x="10788" y="1519"/>
                    <a:pt x="11466" y="1423"/>
                    <a:pt x="12145" y="1352"/>
                  </a:cubicBezTo>
                  <a:cubicBezTo>
                    <a:pt x="12597" y="1304"/>
                    <a:pt x="17527" y="1304"/>
                    <a:pt x="17991" y="1269"/>
                  </a:cubicBezTo>
                  <a:cubicBezTo>
                    <a:pt x="18454" y="1235"/>
                    <a:pt x="21280" y="1221"/>
                    <a:pt x="23806" y="1221"/>
                  </a:cubicBezTo>
                  <a:cubicBezTo>
                    <a:pt x="25762" y="1221"/>
                    <a:pt x="27538" y="1229"/>
                    <a:pt x="27897" y="1245"/>
                  </a:cubicBezTo>
                  <a:cubicBezTo>
                    <a:pt x="27929" y="1246"/>
                    <a:pt x="27961" y="1246"/>
                    <a:pt x="27992" y="1246"/>
                  </a:cubicBezTo>
                  <a:cubicBezTo>
                    <a:pt x="28426" y="1246"/>
                    <a:pt x="28865" y="1191"/>
                    <a:pt x="29306" y="1191"/>
                  </a:cubicBezTo>
                  <a:cubicBezTo>
                    <a:pt x="29439" y="1191"/>
                    <a:pt x="29573" y="1196"/>
                    <a:pt x="29707" y="1209"/>
                  </a:cubicBezTo>
                  <a:cubicBezTo>
                    <a:pt x="29908" y="1226"/>
                    <a:pt x="30121" y="1256"/>
                    <a:pt x="30339" y="1256"/>
                  </a:cubicBezTo>
                  <a:cubicBezTo>
                    <a:pt x="30585" y="1256"/>
                    <a:pt x="30835" y="1217"/>
                    <a:pt x="31076" y="1078"/>
                  </a:cubicBezTo>
                  <a:cubicBezTo>
                    <a:pt x="31099" y="1065"/>
                    <a:pt x="31127" y="1060"/>
                    <a:pt x="31158" y="1060"/>
                  </a:cubicBezTo>
                  <a:cubicBezTo>
                    <a:pt x="31287" y="1060"/>
                    <a:pt x="31470" y="1152"/>
                    <a:pt x="31620" y="1152"/>
                  </a:cubicBezTo>
                  <a:cubicBezTo>
                    <a:pt x="31633" y="1152"/>
                    <a:pt x="31646" y="1151"/>
                    <a:pt x="31659" y="1150"/>
                  </a:cubicBezTo>
                  <a:cubicBezTo>
                    <a:pt x="31700" y="1145"/>
                    <a:pt x="31743" y="1144"/>
                    <a:pt x="31788" y="1144"/>
                  </a:cubicBezTo>
                  <a:cubicBezTo>
                    <a:pt x="31882" y="1144"/>
                    <a:pt x="31981" y="1151"/>
                    <a:pt x="32066" y="1151"/>
                  </a:cubicBezTo>
                  <a:cubicBezTo>
                    <a:pt x="32154" y="1151"/>
                    <a:pt x="32227" y="1143"/>
                    <a:pt x="32267" y="1114"/>
                  </a:cubicBezTo>
                  <a:cubicBezTo>
                    <a:pt x="32347" y="1057"/>
                    <a:pt x="32423" y="1038"/>
                    <a:pt x="32493" y="1038"/>
                  </a:cubicBezTo>
                  <a:cubicBezTo>
                    <a:pt x="32598" y="1038"/>
                    <a:pt x="32693" y="1081"/>
                    <a:pt x="32779" y="1102"/>
                  </a:cubicBezTo>
                  <a:cubicBezTo>
                    <a:pt x="32917" y="1129"/>
                    <a:pt x="33054" y="1132"/>
                    <a:pt x="33189" y="1132"/>
                  </a:cubicBezTo>
                  <a:cubicBezTo>
                    <a:pt x="33235" y="1132"/>
                    <a:pt x="33280" y="1132"/>
                    <a:pt x="33325" y="1132"/>
                  </a:cubicBezTo>
                  <a:cubicBezTo>
                    <a:pt x="33505" y="1132"/>
                    <a:pt x="33683" y="1138"/>
                    <a:pt x="33862" y="1197"/>
                  </a:cubicBezTo>
                  <a:cubicBezTo>
                    <a:pt x="33881" y="1203"/>
                    <a:pt x="33900" y="1206"/>
                    <a:pt x="33916" y="1206"/>
                  </a:cubicBezTo>
                  <a:cubicBezTo>
                    <a:pt x="34034" y="1206"/>
                    <a:pt x="34093" y="1071"/>
                    <a:pt x="34124" y="935"/>
                  </a:cubicBezTo>
                  <a:close/>
                  <a:moveTo>
                    <a:pt x="11048" y="13120"/>
                  </a:moveTo>
                  <a:cubicBezTo>
                    <a:pt x="11204" y="13120"/>
                    <a:pt x="11359" y="13126"/>
                    <a:pt x="11514" y="13139"/>
                  </a:cubicBezTo>
                  <a:cubicBezTo>
                    <a:pt x="11907" y="13163"/>
                    <a:pt x="12312" y="13139"/>
                    <a:pt x="12705" y="13175"/>
                  </a:cubicBezTo>
                  <a:cubicBezTo>
                    <a:pt x="13502" y="13246"/>
                    <a:pt x="26230" y="13258"/>
                    <a:pt x="27040" y="13306"/>
                  </a:cubicBezTo>
                  <a:cubicBezTo>
                    <a:pt x="27397" y="13318"/>
                    <a:pt x="27766" y="13342"/>
                    <a:pt x="28123" y="13342"/>
                  </a:cubicBezTo>
                  <a:cubicBezTo>
                    <a:pt x="28280" y="13342"/>
                    <a:pt x="28437" y="13340"/>
                    <a:pt x="28595" y="13340"/>
                  </a:cubicBezTo>
                  <a:cubicBezTo>
                    <a:pt x="28830" y="13340"/>
                    <a:pt x="29066" y="13344"/>
                    <a:pt x="29302" y="13365"/>
                  </a:cubicBezTo>
                  <a:cubicBezTo>
                    <a:pt x="29418" y="13373"/>
                    <a:pt x="29534" y="13376"/>
                    <a:pt x="29650" y="13376"/>
                  </a:cubicBezTo>
                  <a:cubicBezTo>
                    <a:pt x="29978" y="13376"/>
                    <a:pt x="30306" y="13353"/>
                    <a:pt x="30633" y="13353"/>
                  </a:cubicBezTo>
                  <a:cubicBezTo>
                    <a:pt x="30880" y="13353"/>
                    <a:pt x="31127" y="13366"/>
                    <a:pt x="31374" y="13413"/>
                  </a:cubicBezTo>
                  <a:cubicBezTo>
                    <a:pt x="31409" y="13419"/>
                    <a:pt x="31443" y="13422"/>
                    <a:pt x="31476" y="13422"/>
                  </a:cubicBezTo>
                  <a:cubicBezTo>
                    <a:pt x="31682" y="13422"/>
                    <a:pt x="31859" y="13317"/>
                    <a:pt x="32081" y="13317"/>
                  </a:cubicBezTo>
                  <a:cubicBezTo>
                    <a:pt x="32091" y="13317"/>
                    <a:pt x="32102" y="13317"/>
                    <a:pt x="32112" y="13318"/>
                  </a:cubicBezTo>
                  <a:cubicBezTo>
                    <a:pt x="32333" y="13330"/>
                    <a:pt x="32556" y="13335"/>
                    <a:pt x="32779" y="13335"/>
                  </a:cubicBezTo>
                  <a:cubicBezTo>
                    <a:pt x="33282" y="13335"/>
                    <a:pt x="33788" y="13313"/>
                    <a:pt x="34289" y="13313"/>
                  </a:cubicBezTo>
                  <a:cubicBezTo>
                    <a:pt x="34417" y="13313"/>
                    <a:pt x="34544" y="13314"/>
                    <a:pt x="34672" y="13318"/>
                  </a:cubicBezTo>
                  <a:cubicBezTo>
                    <a:pt x="34777" y="13321"/>
                    <a:pt x="34882" y="13323"/>
                    <a:pt x="34987" y="13323"/>
                  </a:cubicBezTo>
                  <a:cubicBezTo>
                    <a:pt x="35356" y="13323"/>
                    <a:pt x="35723" y="13305"/>
                    <a:pt x="36091" y="13305"/>
                  </a:cubicBezTo>
                  <a:cubicBezTo>
                    <a:pt x="36304" y="13305"/>
                    <a:pt x="36517" y="13311"/>
                    <a:pt x="36731" y="13330"/>
                  </a:cubicBezTo>
                  <a:cubicBezTo>
                    <a:pt x="37052" y="13355"/>
                    <a:pt x="40689" y="13370"/>
                    <a:pt x="44147" y="13370"/>
                  </a:cubicBezTo>
                  <a:cubicBezTo>
                    <a:pt x="47244" y="13370"/>
                    <a:pt x="50197" y="13358"/>
                    <a:pt x="50495" y="13330"/>
                  </a:cubicBezTo>
                  <a:cubicBezTo>
                    <a:pt x="50571" y="13325"/>
                    <a:pt x="50648" y="13323"/>
                    <a:pt x="50726" y="13323"/>
                  </a:cubicBezTo>
                  <a:cubicBezTo>
                    <a:pt x="50986" y="13323"/>
                    <a:pt x="51256" y="13344"/>
                    <a:pt x="51518" y="13344"/>
                  </a:cubicBezTo>
                  <a:cubicBezTo>
                    <a:pt x="51562" y="13344"/>
                    <a:pt x="51606" y="13343"/>
                    <a:pt x="51650" y="13342"/>
                  </a:cubicBezTo>
                  <a:cubicBezTo>
                    <a:pt x="51773" y="13342"/>
                    <a:pt x="51897" y="13343"/>
                    <a:pt x="52022" y="13343"/>
                  </a:cubicBezTo>
                  <a:cubicBezTo>
                    <a:pt x="52272" y="13343"/>
                    <a:pt x="52523" y="13338"/>
                    <a:pt x="52769" y="13306"/>
                  </a:cubicBezTo>
                  <a:cubicBezTo>
                    <a:pt x="52894" y="13291"/>
                    <a:pt x="53023" y="13284"/>
                    <a:pt x="53150" y="13284"/>
                  </a:cubicBezTo>
                  <a:cubicBezTo>
                    <a:pt x="53328" y="13284"/>
                    <a:pt x="53503" y="13297"/>
                    <a:pt x="53662" y="13318"/>
                  </a:cubicBezTo>
                  <a:cubicBezTo>
                    <a:pt x="53811" y="13332"/>
                    <a:pt x="53959" y="13337"/>
                    <a:pt x="54105" y="13337"/>
                  </a:cubicBezTo>
                  <a:cubicBezTo>
                    <a:pt x="54354" y="13337"/>
                    <a:pt x="54600" y="13324"/>
                    <a:pt x="54846" y="13324"/>
                  </a:cubicBezTo>
                  <a:cubicBezTo>
                    <a:pt x="54931" y="13324"/>
                    <a:pt x="55017" y="13325"/>
                    <a:pt x="55103" y="13330"/>
                  </a:cubicBezTo>
                  <a:cubicBezTo>
                    <a:pt x="55270" y="13337"/>
                    <a:pt x="55447" y="13403"/>
                    <a:pt x="55637" y="13403"/>
                  </a:cubicBezTo>
                  <a:cubicBezTo>
                    <a:pt x="55745" y="13403"/>
                    <a:pt x="55856" y="13382"/>
                    <a:pt x="55972" y="13318"/>
                  </a:cubicBezTo>
                  <a:cubicBezTo>
                    <a:pt x="56027" y="13288"/>
                    <a:pt x="56103" y="13278"/>
                    <a:pt x="56192" y="13278"/>
                  </a:cubicBezTo>
                  <a:cubicBezTo>
                    <a:pt x="56391" y="13278"/>
                    <a:pt x="56651" y="13330"/>
                    <a:pt x="56865" y="13330"/>
                  </a:cubicBezTo>
                  <a:cubicBezTo>
                    <a:pt x="56924" y="13330"/>
                    <a:pt x="57127" y="13496"/>
                    <a:pt x="57103" y="13699"/>
                  </a:cubicBezTo>
                  <a:cubicBezTo>
                    <a:pt x="57055" y="14127"/>
                    <a:pt x="56960" y="14544"/>
                    <a:pt x="56984" y="14973"/>
                  </a:cubicBezTo>
                  <a:cubicBezTo>
                    <a:pt x="57008" y="15354"/>
                    <a:pt x="57032" y="15735"/>
                    <a:pt x="57032" y="16116"/>
                  </a:cubicBezTo>
                  <a:cubicBezTo>
                    <a:pt x="57032" y="16556"/>
                    <a:pt x="57020" y="16997"/>
                    <a:pt x="57008" y="17437"/>
                  </a:cubicBezTo>
                  <a:cubicBezTo>
                    <a:pt x="56996" y="17866"/>
                    <a:pt x="57020" y="18307"/>
                    <a:pt x="56984" y="18735"/>
                  </a:cubicBezTo>
                  <a:cubicBezTo>
                    <a:pt x="56960" y="19188"/>
                    <a:pt x="57103" y="19664"/>
                    <a:pt x="56877" y="20092"/>
                  </a:cubicBezTo>
                  <a:cubicBezTo>
                    <a:pt x="56782" y="20271"/>
                    <a:pt x="56889" y="20462"/>
                    <a:pt x="56877" y="20652"/>
                  </a:cubicBezTo>
                  <a:cubicBezTo>
                    <a:pt x="56841" y="20962"/>
                    <a:pt x="56853" y="21331"/>
                    <a:pt x="56901" y="21664"/>
                  </a:cubicBezTo>
                  <a:cubicBezTo>
                    <a:pt x="56960" y="22009"/>
                    <a:pt x="56948" y="22343"/>
                    <a:pt x="56865" y="22688"/>
                  </a:cubicBezTo>
                  <a:cubicBezTo>
                    <a:pt x="56782" y="23045"/>
                    <a:pt x="56865" y="23426"/>
                    <a:pt x="56865" y="23795"/>
                  </a:cubicBezTo>
                  <a:cubicBezTo>
                    <a:pt x="56853" y="24176"/>
                    <a:pt x="56972" y="24617"/>
                    <a:pt x="56877" y="24950"/>
                  </a:cubicBezTo>
                  <a:cubicBezTo>
                    <a:pt x="56746" y="25415"/>
                    <a:pt x="56948" y="25831"/>
                    <a:pt x="56889" y="26260"/>
                  </a:cubicBezTo>
                  <a:cubicBezTo>
                    <a:pt x="56829" y="26700"/>
                    <a:pt x="56936" y="27153"/>
                    <a:pt x="56889" y="27581"/>
                  </a:cubicBezTo>
                  <a:cubicBezTo>
                    <a:pt x="56841" y="28105"/>
                    <a:pt x="57043" y="28605"/>
                    <a:pt x="56924" y="29141"/>
                  </a:cubicBezTo>
                  <a:cubicBezTo>
                    <a:pt x="56841" y="29522"/>
                    <a:pt x="56948" y="29939"/>
                    <a:pt x="56996" y="30344"/>
                  </a:cubicBezTo>
                  <a:cubicBezTo>
                    <a:pt x="57055" y="30820"/>
                    <a:pt x="56960" y="31320"/>
                    <a:pt x="56960" y="31808"/>
                  </a:cubicBezTo>
                  <a:cubicBezTo>
                    <a:pt x="56960" y="32225"/>
                    <a:pt x="57103" y="32642"/>
                    <a:pt x="57055" y="33058"/>
                  </a:cubicBezTo>
                  <a:cubicBezTo>
                    <a:pt x="57020" y="33416"/>
                    <a:pt x="57115" y="33761"/>
                    <a:pt x="57043" y="34118"/>
                  </a:cubicBezTo>
                  <a:cubicBezTo>
                    <a:pt x="56996" y="34428"/>
                    <a:pt x="57103" y="34785"/>
                    <a:pt x="57174" y="35106"/>
                  </a:cubicBezTo>
                  <a:cubicBezTo>
                    <a:pt x="57246" y="35428"/>
                    <a:pt x="57174" y="35737"/>
                    <a:pt x="57186" y="36059"/>
                  </a:cubicBezTo>
                  <a:cubicBezTo>
                    <a:pt x="57186" y="36178"/>
                    <a:pt x="57174" y="36309"/>
                    <a:pt x="57222" y="36416"/>
                  </a:cubicBezTo>
                  <a:cubicBezTo>
                    <a:pt x="57377" y="36833"/>
                    <a:pt x="57234" y="37249"/>
                    <a:pt x="57293" y="37678"/>
                  </a:cubicBezTo>
                  <a:cubicBezTo>
                    <a:pt x="57377" y="38214"/>
                    <a:pt x="57401" y="38761"/>
                    <a:pt x="57353" y="39297"/>
                  </a:cubicBezTo>
                  <a:cubicBezTo>
                    <a:pt x="57282" y="39916"/>
                    <a:pt x="57413" y="40535"/>
                    <a:pt x="57317" y="41166"/>
                  </a:cubicBezTo>
                  <a:cubicBezTo>
                    <a:pt x="57246" y="41547"/>
                    <a:pt x="57317" y="41964"/>
                    <a:pt x="57365" y="42357"/>
                  </a:cubicBezTo>
                  <a:cubicBezTo>
                    <a:pt x="57413" y="42643"/>
                    <a:pt x="57222" y="42905"/>
                    <a:pt x="57305" y="43202"/>
                  </a:cubicBezTo>
                  <a:cubicBezTo>
                    <a:pt x="57413" y="43595"/>
                    <a:pt x="57329" y="44012"/>
                    <a:pt x="57329" y="44405"/>
                  </a:cubicBezTo>
                  <a:cubicBezTo>
                    <a:pt x="57329" y="44703"/>
                    <a:pt x="57484" y="45072"/>
                    <a:pt x="57258" y="45357"/>
                  </a:cubicBezTo>
                  <a:cubicBezTo>
                    <a:pt x="57139" y="45512"/>
                    <a:pt x="57234" y="45691"/>
                    <a:pt x="57270" y="45774"/>
                  </a:cubicBezTo>
                  <a:cubicBezTo>
                    <a:pt x="57413" y="46191"/>
                    <a:pt x="57091" y="46584"/>
                    <a:pt x="57258" y="46977"/>
                  </a:cubicBezTo>
                  <a:cubicBezTo>
                    <a:pt x="57282" y="47036"/>
                    <a:pt x="57282" y="47120"/>
                    <a:pt x="57246" y="47167"/>
                  </a:cubicBezTo>
                  <a:cubicBezTo>
                    <a:pt x="56912" y="47727"/>
                    <a:pt x="56972" y="48382"/>
                    <a:pt x="56782" y="48965"/>
                  </a:cubicBezTo>
                  <a:cubicBezTo>
                    <a:pt x="56662" y="49310"/>
                    <a:pt x="56567" y="49691"/>
                    <a:pt x="56520" y="50049"/>
                  </a:cubicBezTo>
                  <a:cubicBezTo>
                    <a:pt x="56436" y="50620"/>
                    <a:pt x="56031" y="50965"/>
                    <a:pt x="55698" y="51346"/>
                  </a:cubicBezTo>
                  <a:cubicBezTo>
                    <a:pt x="55377" y="51703"/>
                    <a:pt x="54948" y="51977"/>
                    <a:pt x="54555" y="52215"/>
                  </a:cubicBezTo>
                  <a:cubicBezTo>
                    <a:pt x="53805" y="52668"/>
                    <a:pt x="53055" y="53192"/>
                    <a:pt x="52198" y="53370"/>
                  </a:cubicBezTo>
                  <a:cubicBezTo>
                    <a:pt x="51602" y="53501"/>
                    <a:pt x="50995" y="53573"/>
                    <a:pt x="50376" y="53585"/>
                  </a:cubicBezTo>
                  <a:cubicBezTo>
                    <a:pt x="50043" y="53585"/>
                    <a:pt x="49697" y="53704"/>
                    <a:pt x="49376" y="53716"/>
                  </a:cubicBezTo>
                  <a:cubicBezTo>
                    <a:pt x="48864" y="53728"/>
                    <a:pt x="36446" y="53775"/>
                    <a:pt x="35946" y="53775"/>
                  </a:cubicBezTo>
                  <a:cubicBezTo>
                    <a:pt x="35434" y="53787"/>
                    <a:pt x="34934" y="53870"/>
                    <a:pt x="34422" y="53906"/>
                  </a:cubicBezTo>
                  <a:cubicBezTo>
                    <a:pt x="33600" y="53942"/>
                    <a:pt x="32790" y="54109"/>
                    <a:pt x="31957" y="54109"/>
                  </a:cubicBezTo>
                  <a:cubicBezTo>
                    <a:pt x="31207" y="54109"/>
                    <a:pt x="30445" y="54120"/>
                    <a:pt x="29695" y="54156"/>
                  </a:cubicBezTo>
                  <a:cubicBezTo>
                    <a:pt x="29004" y="54192"/>
                    <a:pt x="28302" y="54192"/>
                    <a:pt x="27611" y="54287"/>
                  </a:cubicBezTo>
                  <a:cubicBezTo>
                    <a:pt x="27449" y="54309"/>
                    <a:pt x="27273" y="54316"/>
                    <a:pt x="27093" y="54316"/>
                  </a:cubicBezTo>
                  <a:cubicBezTo>
                    <a:pt x="26875" y="54316"/>
                    <a:pt x="26653" y="54306"/>
                    <a:pt x="26444" y="54299"/>
                  </a:cubicBezTo>
                  <a:cubicBezTo>
                    <a:pt x="26219" y="54292"/>
                    <a:pt x="23528" y="54278"/>
                    <a:pt x="21199" y="54278"/>
                  </a:cubicBezTo>
                  <a:cubicBezTo>
                    <a:pt x="19471" y="54278"/>
                    <a:pt x="17942" y="54286"/>
                    <a:pt x="17765" y="54311"/>
                  </a:cubicBezTo>
                  <a:cubicBezTo>
                    <a:pt x="17653" y="54328"/>
                    <a:pt x="17346" y="54335"/>
                    <a:pt x="16927" y="54335"/>
                  </a:cubicBezTo>
                  <a:cubicBezTo>
                    <a:pt x="15336" y="54335"/>
                    <a:pt x="12119" y="54235"/>
                    <a:pt x="11704" y="54216"/>
                  </a:cubicBezTo>
                  <a:cubicBezTo>
                    <a:pt x="11400" y="54216"/>
                    <a:pt x="11118" y="54109"/>
                    <a:pt x="10810" y="54109"/>
                  </a:cubicBezTo>
                  <a:cubicBezTo>
                    <a:pt x="10733" y="54109"/>
                    <a:pt x="10654" y="54116"/>
                    <a:pt x="10573" y="54132"/>
                  </a:cubicBezTo>
                  <a:cubicBezTo>
                    <a:pt x="10546" y="54137"/>
                    <a:pt x="10517" y="54139"/>
                    <a:pt x="10488" y="54139"/>
                  </a:cubicBezTo>
                  <a:cubicBezTo>
                    <a:pt x="10284" y="54139"/>
                    <a:pt x="10028" y="54043"/>
                    <a:pt x="9799" y="54001"/>
                  </a:cubicBezTo>
                  <a:cubicBezTo>
                    <a:pt x="8847" y="53811"/>
                    <a:pt x="7894" y="53787"/>
                    <a:pt x="6918" y="53751"/>
                  </a:cubicBezTo>
                  <a:cubicBezTo>
                    <a:pt x="6216" y="53716"/>
                    <a:pt x="5454" y="53799"/>
                    <a:pt x="4799" y="53549"/>
                  </a:cubicBezTo>
                  <a:cubicBezTo>
                    <a:pt x="4192" y="53311"/>
                    <a:pt x="3561" y="53037"/>
                    <a:pt x="3025" y="52608"/>
                  </a:cubicBezTo>
                  <a:cubicBezTo>
                    <a:pt x="2537" y="52227"/>
                    <a:pt x="2299" y="51715"/>
                    <a:pt x="2013" y="51203"/>
                  </a:cubicBezTo>
                  <a:cubicBezTo>
                    <a:pt x="1429" y="50168"/>
                    <a:pt x="1548" y="48989"/>
                    <a:pt x="1382" y="47882"/>
                  </a:cubicBezTo>
                  <a:cubicBezTo>
                    <a:pt x="1263" y="46989"/>
                    <a:pt x="1275" y="46060"/>
                    <a:pt x="1286" y="45143"/>
                  </a:cubicBezTo>
                  <a:cubicBezTo>
                    <a:pt x="1298" y="44453"/>
                    <a:pt x="1227" y="43738"/>
                    <a:pt x="1227" y="43036"/>
                  </a:cubicBezTo>
                  <a:cubicBezTo>
                    <a:pt x="1215" y="42476"/>
                    <a:pt x="1191" y="41917"/>
                    <a:pt x="1191" y="41369"/>
                  </a:cubicBezTo>
                  <a:cubicBezTo>
                    <a:pt x="1203" y="40952"/>
                    <a:pt x="1191" y="40524"/>
                    <a:pt x="1179" y="40095"/>
                  </a:cubicBezTo>
                  <a:cubicBezTo>
                    <a:pt x="1132" y="38904"/>
                    <a:pt x="1036" y="37714"/>
                    <a:pt x="1025" y="36523"/>
                  </a:cubicBezTo>
                  <a:cubicBezTo>
                    <a:pt x="1013" y="35059"/>
                    <a:pt x="1096" y="33594"/>
                    <a:pt x="1108" y="32130"/>
                  </a:cubicBezTo>
                  <a:cubicBezTo>
                    <a:pt x="1120" y="31260"/>
                    <a:pt x="1156" y="30391"/>
                    <a:pt x="1167" y="29534"/>
                  </a:cubicBezTo>
                  <a:cubicBezTo>
                    <a:pt x="1167" y="28451"/>
                    <a:pt x="1275" y="27379"/>
                    <a:pt x="1275" y="26296"/>
                  </a:cubicBezTo>
                  <a:cubicBezTo>
                    <a:pt x="1286" y="25248"/>
                    <a:pt x="1334" y="24188"/>
                    <a:pt x="1382" y="23140"/>
                  </a:cubicBezTo>
                  <a:cubicBezTo>
                    <a:pt x="1417" y="22497"/>
                    <a:pt x="1417" y="21843"/>
                    <a:pt x="1382" y="21188"/>
                  </a:cubicBezTo>
                  <a:cubicBezTo>
                    <a:pt x="1358" y="20628"/>
                    <a:pt x="1394" y="20045"/>
                    <a:pt x="1441" y="19473"/>
                  </a:cubicBezTo>
                  <a:cubicBezTo>
                    <a:pt x="1477" y="19069"/>
                    <a:pt x="1417" y="18676"/>
                    <a:pt x="1441" y="18271"/>
                  </a:cubicBezTo>
                  <a:cubicBezTo>
                    <a:pt x="1465" y="17783"/>
                    <a:pt x="1525" y="17306"/>
                    <a:pt x="1513" y="16818"/>
                  </a:cubicBezTo>
                  <a:cubicBezTo>
                    <a:pt x="1513" y="16271"/>
                    <a:pt x="1548" y="15735"/>
                    <a:pt x="1513" y="15199"/>
                  </a:cubicBezTo>
                  <a:cubicBezTo>
                    <a:pt x="1489" y="14770"/>
                    <a:pt x="1656" y="14377"/>
                    <a:pt x="1596" y="13973"/>
                  </a:cubicBezTo>
                  <a:cubicBezTo>
                    <a:pt x="1584" y="13806"/>
                    <a:pt x="1763" y="13770"/>
                    <a:pt x="1846" y="13758"/>
                  </a:cubicBezTo>
                  <a:cubicBezTo>
                    <a:pt x="2560" y="13735"/>
                    <a:pt x="3251" y="13592"/>
                    <a:pt x="3953" y="13556"/>
                  </a:cubicBezTo>
                  <a:cubicBezTo>
                    <a:pt x="4787" y="13520"/>
                    <a:pt x="5620" y="13342"/>
                    <a:pt x="6454" y="13318"/>
                  </a:cubicBezTo>
                  <a:cubicBezTo>
                    <a:pt x="7266" y="13307"/>
                    <a:pt x="8089" y="13210"/>
                    <a:pt x="8902" y="13210"/>
                  </a:cubicBezTo>
                  <a:cubicBezTo>
                    <a:pt x="8947" y="13210"/>
                    <a:pt x="8992" y="13210"/>
                    <a:pt x="9037" y="13211"/>
                  </a:cubicBezTo>
                  <a:cubicBezTo>
                    <a:pt x="9069" y="13211"/>
                    <a:pt x="9100" y="13211"/>
                    <a:pt x="9131" y="13211"/>
                  </a:cubicBezTo>
                  <a:cubicBezTo>
                    <a:pt x="9775" y="13211"/>
                    <a:pt x="10412" y="13120"/>
                    <a:pt x="11048" y="13120"/>
                  </a:cubicBezTo>
                  <a:close/>
                  <a:moveTo>
                    <a:pt x="32967" y="0"/>
                  </a:moveTo>
                  <a:cubicBezTo>
                    <a:pt x="32866" y="0"/>
                    <a:pt x="32762" y="15"/>
                    <a:pt x="32671" y="30"/>
                  </a:cubicBezTo>
                  <a:cubicBezTo>
                    <a:pt x="32414" y="73"/>
                    <a:pt x="32153" y="82"/>
                    <a:pt x="31892" y="82"/>
                  </a:cubicBezTo>
                  <a:cubicBezTo>
                    <a:pt x="31718" y="82"/>
                    <a:pt x="31545" y="78"/>
                    <a:pt x="31374" y="78"/>
                  </a:cubicBezTo>
                  <a:cubicBezTo>
                    <a:pt x="30979" y="78"/>
                    <a:pt x="30579" y="134"/>
                    <a:pt x="30185" y="134"/>
                  </a:cubicBezTo>
                  <a:cubicBezTo>
                    <a:pt x="30032" y="134"/>
                    <a:pt x="29881" y="125"/>
                    <a:pt x="29731" y="102"/>
                  </a:cubicBezTo>
                  <a:cubicBezTo>
                    <a:pt x="29689" y="96"/>
                    <a:pt x="29648" y="94"/>
                    <a:pt x="29607" y="94"/>
                  </a:cubicBezTo>
                  <a:cubicBezTo>
                    <a:pt x="29265" y="94"/>
                    <a:pt x="28932" y="261"/>
                    <a:pt x="28598" y="261"/>
                  </a:cubicBezTo>
                  <a:cubicBezTo>
                    <a:pt x="28440" y="261"/>
                    <a:pt x="28282" y="223"/>
                    <a:pt x="28123" y="114"/>
                  </a:cubicBezTo>
                  <a:cubicBezTo>
                    <a:pt x="28111" y="102"/>
                    <a:pt x="28090" y="96"/>
                    <a:pt x="28068" y="96"/>
                  </a:cubicBezTo>
                  <a:cubicBezTo>
                    <a:pt x="28046" y="96"/>
                    <a:pt x="28022" y="102"/>
                    <a:pt x="28004" y="114"/>
                  </a:cubicBezTo>
                  <a:cubicBezTo>
                    <a:pt x="27806" y="211"/>
                    <a:pt x="27601" y="235"/>
                    <a:pt x="27394" y="235"/>
                  </a:cubicBezTo>
                  <a:cubicBezTo>
                    <a:pt x="27191" y="235"/>
                    <a:pt x="26984" y="211"/>
                    <a:pt x="26778" y="211"/>
                  </a:cubicBezTo>
                  <a:cubicBezTo>
                    <a:pt x="26679" y="211"/>
                    <a:pt x="26579" y="217"/>
                    <a:pt x="26480" y="233"/>
                  </a:cubicBezTo>
                  <a:cubicBezTo>
                    <a:pt x="26218" y="269"/>
                    <a:pt x="18491" y="292"/>
                    <a:pt x="18217" y="304"/>
                  </a:cubicBezTo>
                  <a:cubicBezTo>
                    <a:pt x="18126" y="306"/>
                    <a:pt x="17919" y="307"/>
                    <a:pt x="17635" y="307"/>
                  </a:cubicBezTo>
                  <a:cubicBezTo>
                    <a:pt x="16913" y="307"/>
                    <a:pt x="15691" y="302"/>
                    <a:pt x="14567" y="302"/>
                  </a:cubicBezTo>
                  <a:cubicBezTo>
                    <a:pt x="13370" y="302"/>
                    <a:pt x="12285" y="307"/>
                    <a:pt x="12038" y="328"/>
                  </a:cubicBezTo>
                  <a:cubicBezTo>
                    <a:pt x="11865" y="346"/>
                    <a:pt x="11693" y="346"/>
                    <a:pt x="11520" y="346"/>
                  </a:cubicBezTo>
                  <a:cubicBezTo>
                    <a:pt x="11347" y="346"/>
                    <a:pt x="11175" y="346"/>
                    <a:pt x="11002" y="364"/>
                  </a:cubicBezTo>
                  <a:cubicBezTo>
                    <a:pt x="10805" y="388"/>
                    <a:pt x="10613" y="487"/>
                    <a:pt x="10416" y="487"/>
                  </a:cubicBezTo>
                  <a:cubicBezTo>
                    <a:pt x="10327" y="487"/>
                    <a:pt x="10237" y="467"/>
                    <a:pt x="10145" y="411"/>
                  </a:cubicBezTo>
                  <a:cubicBezTo>
                    <a:pt x="10130" y="401"/>
                    <a:pt x="10108" y="398"/>
                    <a:pt x="10085" y="398"/>
                  </a:cubicBezTo>
                  <a:cubicBezTo>
                    <a:pt x="10053" y="398"/>
                    <a:pt x="10017" y="405"/>
                    <a:pt x="9990" y="411"/>
                  </a:cubicBezTo>
                  <a:cubicBezTo>
                    <a:pt x="9430" y="590"/>
                    <a:pt x="8823" y="638"/>
                    <a:pt x="8264" y="673"/>
                  </a:cubicBezTo>
                  <a:cubicBezTo>
                    <a:pt x="7754" y="715"/>
                    <a:pt x="7280" y="939"/>
                    <a:pt x="6779" y="939"/>
                  </a:cubicBezTo>
                  <a:cubicBezTo>
                    <a:pt x="6707" y="939"/>
                    <a:pt x="6634" y="934"/>
                    <a:pt x="6561" y="923"/>
                  </a:cubicBezTo>
                  <a:cubicBezTo>
                    <a:pt x="6557" y="923"/>
                    <a:pt x="6553" y="922"/>
                    <a:pt x="6549" y="922"/>
                  </a:cubicBezTo>
                  <a:cubicBezTo>
                    <a:pt x="6496" y="922"/>
                    <a:pt x="6394" y="986"/>
                    <a:pt x="6394" y="1019"/>
                  </a:cubicBezTo>
                  <a:cubicBezTo>
                    <a:pt x="6394" y="1161"/>
                    <a:pt x="6331" y="1187"/>
                    <a:pt x="6256" y="1187"/>
                  </a:cubicBezTo>
                  <a:cubicBezTo>
                    <a:pt x="6212" y="1187"/>
                    <a:pt x="6165" y="1179"/>
                    <a:pt x="6123" y="1179"/>
                  </a:cubicBezTo>
                  <a:cubicBezTo>
                    <a:pt x="6105" y="1179"/>
                    <a:pt x="6088" y="1180"/>
                    <a:pt x="6073" y="1185"/>
                  </a:cubicBezTo>
                  <a:cubicBezTo>
                    <a:pt x="5728" y="1293"/>
                    <a:pt x="5358" y="1197"/>
                    <a:pt x="5013" y="1400"/>
                  </a:cubicBezTo>
                  <a:cubicBezTo>
                    <a:pt x="4927" y="1454"/>
                    <a:pt x="4841" y="1595"/>
                    <a:pt x="4693" y="1595"/>
                  </a:cubicBezTo>
                  <a:cubicBezTo>
                    <a:pt x="4677" y="1595"/>
                    <a:pt x="4661" y="1594"/>
                    <a:pt x="4644" y="1590"/>
                  </a:cubicBezTo>
                  <a:cubicBezTo>
                    <a:pt x="4598" y="1580"/>
                    <a:pt x="4553" y="1576"/>
                    <a:pt x="4509" y="1576"/>
                  </a:cubicBezTo>
                  <a:cubicBezTo>
                    <a:pt x="4228" y="1576"/>
                    <a:pt x="3975" y="1753"/>
                    <a:pt x="3811" y="1876"/>
                  </a:cubicBezTo>
                  <a:cubicBezTo>
                    <a:pt x="3394" y="2174"/>
                    <a:pt x="2894" y="2352"/>
                    <a:pt x="2525" y="2769"/>
                  </a:cubicBezTo>
                  <a:cubicBezTo>
                    <a:pt x="2179" y="3150"/>
                    <a:pt x="1787" y="3471"/>
                    <a:pt x="1572" y="3948"/>
                  </a:cubicBezTo>
                  <a:cubicBezTo>
                    <a:pt x="1144" y="4912"/>
                    <a:pt x="965" y="5936"/>
                    <a:pt x="1013" y="6996"/>
                  </a:cubicBezTo>
                  <a:cubicBezTo>
                    <a:pt x="1036" y="7281"/>
                    <a:pt x="1096" y="7615"/>
                    <a:pt x="977" y="7853"/>
                  </a:cubicBezTo>
                  <a:cubicBezTo>
                    <a:pt x="798" y="8234"/>
                    <a:pt x="1072" y="8615"/>
                    <a:pt x="870" y="9008"/>
                  </a:cubicBezTo>
                  <a:cubicBezTo>
                    <a:pt x="763" y="9222"/>
                    <a:pt x="858" y="9567"/>
                    <a:pt x="905" y="9853"/>
                  </a:cubicBezTo>
                  <a:cubicBezTo>
                    <a:pt x="965" y="10139"/>
                    <a:pt x="679" y="10329"/>
                    <a:pt x="739" y="10567"/>
                  </a:cubicBezTo>
                  <a:cubicBezTo>
                    <a:pt x="870" y="11163"/>
                    <a:pt x="667" y="11758"/>
                    <a:pt x="775" y="12353"/>
                  </a:cubicBezTo>
                  <a:cubicBezTo>
                    <a:pt x="822" y="12639"/>
                    <a:pt x="810" y="12996"/>
                    <a:pt x="620" y="13223"/>
                  </a:cubicBezTo>
                  <a:cubicBezTo>
                    <a:pt x="417" y="13461"/>
                    <a:pt x="465" y="13604"/>
                    <a:pt x="632" y="13782"/>
                  </a:cubicBezTo>
                  <a:cubicBezTo>
                    <a:pt x="691" y="13842"/>
                    <a:pt x="667" y="13913"/>
                    <a:pt x="691" y="13961"/>
                  </a:cubicBezTo>
                  <a:cubicBezTo>
                    <a:pt x="834" y="14211"/>
                    <a:pt x="560" y="14413"/>
                    <a:pt x="608" y="14592"/>
                  </a:cubicBezTo>
                  <a:cubicBezTo>
                    <a:pt x="751" y="15187"/>
                    <a:pt x="644" y="15759"/>
                    <a:pt x="620" y="16330"/>
                  </a:cubicBezTo>
                  <a:cubicBezTo>
                    <a:pt x="596" y="16866"/>
                    <a:pt x="715" y="17414"/>
                    <a:pt x="572" y="17937"/>
                  </a:cubicBezTo>
                  <a:cubicBezTo>
                    <a:pt x="501" y="18235"/>
                    <a:pt x="620" y="18533"/>
                    <a:pt x="572" y="18830"/>
                  </a:cubicBezTo>
                  <a:cubicBezTo>
                    <a:pt x="560" y="18985"/>
                    <a:pt x="501" y="19164"/>
                    <a:pt x="524" y="19342"/>
                  </a:cubicBezTo>
                  <a:cubicBezTo>
                    <a:pt x="572" y="19580"/>
                    <a:pt x="620" y="19842"/>
                    <a:pt x="584" y="20081"/>
                  </a:cubicBezTo>
                  <a:cubicBezTo>
                    <a:pt x="513" y="20545"/>
                    <a:pt x="441" y="21021"/>
                    <a:pt x="489" y="21450"/>
                  </a:cubicBezTo>
                  <a:cubicBezTo>
                    <a:pt x="536" y="21890"/>
                    <a:pt x="417" y="22307"/>
                    <a:pt x="477" y="22736"/>
                  </a:cubicBezTo>
                  <a:cubicBezTo>
                    <a:pt x="536" y="23164"/>
                    <a:pt x="394" y="23617"/>
                    <a:pt x="453" y="24010"/>
                  </a:cubicBezTo>
                  <a:cubicBezTo>
                    <a:pt x="501" y="24367"/>
                    <a:pt x="286" y="24724"/>
                    <a:pt x="465" y="25093"/>
                  </a:cubicBezTo>
                  <a:cubicBezTo>
                    <a:pt x="513" y="25176"/>
                    <a:pt x="548" y="25403"/>
                    <a:pt x="477" y="25569"/>
                  </a:cubicBezTo>
                  <a:cubicBezTo>
                    <a:pt x="298" y="26034"/>
                    <a:pt x="501" y="26534"/>
                    <a:pt x="370" y="27010"/>
                  </a:cubicBezTo>
                  <a:cubicBezTo>
                    <a:pt x="298" y="27284"/>
                    <a:pt x="429" y="27581"/>
                    <a:pt x="394" y="27891"/>
                  </a:cubicBezTo>
                  <a:cubicBezTo>
                    <a:pt x="358" y="28129"/>
                    <a:pt x="215" y="28343"/>
                    <a:pt x="239" y="28593"/>
                  </a:cubicBezTo>
                  <a:cubicBezTo>
                    <a:pt x="310" y="29201"/>
                    <a:pt x="203" y="29796"/>
                    <a:pt x="227" y="30391"/>
                  </a:cubicBezTo>
                  <a:cubicBezTo>
                    <a:pt x="263" y="31058"/>
                    <a:pt x="179" y="31737"/>
                    <a:pt x="203" y="32415"/>
                  </a:cubicBezTo>
                  <a:cubicBezTo>
                    <a:pt x="215" y="32939"/>
                    <a:pt x="286" y="33475"/>
                    <a:pt x="215" y="33987"/>
                  </a:cubicBezTo>
                  <a:cubicBezTo>
                    <a:pt x="143" y="34487"/>
                    <a:pt x="215" y="34963"/>
                    <a:pt x="191" y="35440"/>
                  </a:cubicBezTo>
                  <a:cubicBezTo>
                    <a:pt x="179" y="35582"/>
                    <a:pt x="263" y="35690"/>
                    <a:pt x="227" y="35785"/>
                  </a:cubicBezTo>
                  <a:cubicBezTo>
                    <a:pt x="48" y="36273"/>
                    <a:pt x="143" y="36785"/>
                    <a:pt x="143" y="37261"/>
                  </a:cubicBezTo>
                  <a:cubicBezTo>
                    <a:pt x="155" y="38273"/>
                    <a:pt x="203" y="39297"/>
                    <a:pt x="298" y="40321"/>
                  </a:cubicBezTo>
                  <a:cubicBezTo>
                    <a:pt x="322" y="40476"/>
                    <a:pt x="465" y="40666"/>
                    <a:pt x="405" y="40690"/>
                  </a:cubicBezTo>
                  <a:cubicBezTo>
                    <a:pt x="1" y="40869"/>
                    <a:pt x="632" y="41274"/>
                    <a:pt x="227" y="41440"/>
                  </a:cubicBezTo>
                  <a:cubicBezTo>
                    <a:pt x="191" y="41452"/>
                    <a:pt x="334" y="41631"/>
                    <a:pt x="382" y="41738"/>
                  </a:cubicBezTo>
                  <a:cubicBezTo>
                    <a:pt x="432" y="41839"/>
                    <a:pt x="420" y="41868"/>
                    <a:pt x="387" y="41868"/>
                  </a:cubicBezTo>
                  <a:cubicBezTo>
                    <a:pt x="339" y="41868"/>
                    <a:pt x="246" y="41805"/>
                    <a:pt x="231" y="41805"/>
                  </a:cubicBezTo>
                  <a:cubicBezTo>
                    <a:pt x="227" y="41805"/>
                    <a:pt x="229" y="41810"/>
                    <a:pt x="239" y="41821"/>
                  </a:cubicBezTo>
                  <a:cubicBezTo>
                    <a:pt x="441" y="42059"/>
                    <a:pt x="263" y="42321"/>
                    <a:pt x="322" y="42524"/>
                  </a:cubicBezTo>
                  <a:cubicBezTo>
                    <a:pt x="429" y="42917"/>
                    <a:pt x="382" y="43310"/>
                    <a:pt x="417" y="43702"/>
                  </a:cubicBezTo>
                  <a:cubicBezTo>
                    <a:pt x="489" y="44536"/>
                    <a:pt x="453" y="45393"/>
                    <a:pt x="417" y="46239"/>
                  </a:cubicBezTo>
                  <a:cubicBezTo>
                    <a:pt x="382" y="46929"/>
                    <a:pt x="536" y="47596"/>
                    <a:pt x="560" y="48274"/>
                  </a:cubicBezTo>
                  <a:cubicBezTo>
                    <a:pt x="572" y="48560"/>
                    <a:pt x="715" y="48834"/>
                    <a:pt x="715" y="49072"/>
                  </a:cubicBezTo>
                  <a:cubicBezTo>
                    <a:pt x="679" y="50037"/>
                    <a:pt x="929" y="50906"/>
                    <a:pt x="1370" y="51739"/>
                  </a:cubicBezTo>
                  <a:cubicBezTo>
                    <a:pt x="1501" y="51977"/>
                    <a:pt x="1727" y="52239"/>
                    <a:pt x="1763" y="52406"/>
                  </a:cubicBezTo>
                  <a:cubicBezTo>
                    <a:pt x="1834" y="52811"/>
                    <a:pt x="2132" y="53001"/>
                    <a:pt x="2346" y="53192"/>
                  </a:cubicBezTo>
                  <a:cubicBezTo>
                    <a:pt x="2632" y="53454"/>
                    <a:pt x="3013" y="53668"/>
                    <a:pt x="3358" y="53882"/>
                  </a:cubicBezTo>
                  <a:cubicBezTo>
                    <a:pt x="3420" y="53919"/>
                    <a:pt x="3479" y="53926"/>
                    <a:pt x="3537" y="53926"/>
                  </a:cubicBezTo>
                  <a:cubicBezTo>
                    <a:pt x="3575" y="53926"/>
                    <a:pt x="3612" y="53923"/>
                    <a:pt x="3647" y="53923"/>
                  </a:cubicBezTo>
                  <a:cubicBezTo>
                    <a:pt x="3715" y="53923"/>
                    <a:pt x="3778" y="53935"/>
                    <a:pt x="3834" y="54001"/>
                  </a:cubicBezTo>
                  <a:cubicBezTo>
                    <a:pt x="4275" y="54549"/>
                    <a:pt x="4966" y="54418"/>
                    <a:pt x="5537" y="54597"/>
                  </a:cubicBezTo>
                  <a:cubicBezTo>
                    <a:pt x="5606" y="54617"/>
                    <a:pt x="5676" y="54625"/>
                    <a:pt x="5749" y="54625"/>
                  </a:cubicBezTo>
                  <a:cubicBezTo>
                    <a:pt x="5994" y="54625"/>
                    <a:pt x="6257" y="54535"/>
                    <a:pt x="6516" y="54535"/>
                  </a:cubicBezTo>
                  <a:cubicBezTo>
                    <a:pt x="6539" y="54535"/>
                    <a:pt x="6562" y="54536"/>
                    <a:pt x="6585" y="54537"/>
                  </a:cubicBezTo>
                  <a:cubicBezTo>
                    <a:pt x="6971" y="54559"/>
                    <a:pt x="7357" y="54648"/>
                    <a:pt x="7761" y="54648"/>
                  </a:cubicBezTo>
                  <a:cubicBezTo>
                    <a:pt x="7805" y="54648"/>
                    <a:pt x="7850" y="54647"/>
                    <a:pt x="7894" y="54644"/>
                  </a:cubicBezTo>
                  <a:cubicBezTo>
                    <a:pt x="7935" y="54642"/>
                    <a:pt x="7976" y="54640"/>
                    <a:pt x="8016" y="54640"/>
                  </a:cubicBezTo>
                  <a:cubicBezTo>
                    <a:pt x="8535" y="54640"/>
                    <a:pt x="9055" y="54838"/>
                    <a:pt x="9585" y="54882"/>
                  </a:cubicBezTo>
                  <a:cubicBezTo>
                    <a:pt x="9767" y="54905"/>
                    <a:pt x="9917" y="55026"/>
                    <a:pt x="10034" y="55026"/>
                  </a:cubicBezTo>
                  <a:cubicBezTo>
                    <a:pt x="10039" y="55026"/>
                    <a:pt x="10044" y="55026"/>
                    <a:pt x="10049" y="55025"/>
                  </a:cubicBezTo>
                  <a:cubicBezTo>
                    <a:pt x="10218" y="55016"/>
                    <a:pt x="10390" y="55010"/>
                    <a:pt x="10561" y="55010"/>
                  </a:cubicBezTo>
                  <a:cubicBezTo>
                    <a:pt x="11028" y="55010"/>
                    <a:pt x="11491" y="55056"/>
                    <a:pt x="11883" y="55204"/>
                  </a:cubicBezTo>
                  <a:cubicBezTo>
                    <a:pt x="11991" y="55242"/>
                    <a:pt x="12298" y="55254"/>
                    <a:pt x="12720" y="55254"/>
                  </a:cubicBezTo>
                  <a:cubicBezTo>
                    <a:pt x="13596" y="55254"/>
                    <a:pt x="14965" y="55199"/>
                    <a:pt x="16064" y="55199"/>
                  </a:cubicBezTo>
                  <a:cubicBezTo>
                    <a:pt x="16937" y="55199"/>
                    <a:pt x="17639" y="55234"/>
                    <a:pt x="17789" y="55359"/>
                  </a:cubicBezTo>
                  <a:cubicBezTo>
                    <a:pt x="17800" y="55359"/>
                    <a:pt x="17848" y="55335"/>
                    <a:pt x="17860" y="55323"/>
                  </a:cubicBezTo>
                  <a:cubicBezTo>
                    <a:pt x="17919" y="55272"/>
                    <a:pt x="18397" y="55255"/>
                    <a:pt x="19096" y="55255"/>
                  </a:cubicBezTo>
                  <a:cubicBezTo>
                    <a:pt x="20624" y="55255"/>
                    <a:pt x="23207" y="55338"/>
                    <a:pt x="24774" y="55338"/>
                  </a:cubicBezTo>
                  <a:cubicBezTo>
                    <a:pt x="25521" y="55338"/>
                    <a:pt x="26037" y="55319"/>
                    <a:pt x="26099" y="55263"/>
                  </a:cubicBezTo>
                  <a:cubicBezTo>
                    <a:pt x="26129" y="55315"/>
                    <a:pt x="26159" y="55332"/>
                    <a:pt x="26190" y="55332"/>
                  </a:cubicBezTo>
                  <a:cubicBezTo>
                    <a:pt x="26259" y="55332"/>
                    <a:pt x="26331" y="55243"/>
                    <a:pt x="26412" y="55243"/>
                  </a:cubicBezTo>
                  <a:cubicBezTo>
                    <a:pt x="26438" y="55243"/>
                    <a:pt x="26464" y="55252"/>
                    <a:pt x="26492" y="55275"/>
                  </a:cubicBezTo>
                  <a:cubicBezTo>
                    <a:pt x="26594" y="55366"/>
                    <a:pt x="26703" y="55405"/>
                    <a:pt x="26815" y="55405"/>
                  </a:cubicBezTo>
                  <a:cubicBezTo>
                    <a:pt x="26938" y="55405"/>
                    <a:pt x="27064" y="55357"/>
                    <a:pt x="27183" y="55275"/>
                  </a:cubicBezTo>
                  <a:cubicBezTo>
                    <a:pt x="27268" y="55211"/>
                    <a:pt x="27375" y="55172"/>
                    <a:pt x="27471" y="55172"/>
                  </a:cubicBezTo>
                  <a:cubicBezTo>
                    <a:pt x="27534" y="55172"/>
                    <a:pt x="27592" y="55190"/>
                    <a:pt x="27635" y="55228"/>
                  </a:cubicBezTo>
                  <a:cubicBezTo>
                    <a:pt x="27718" y="55300"/>
                    <a:pt x="27793" y="55323"/>
                    <a:pt x="27867" y="55323"/>
                  </a:cubicBezTo>
                  <a:cubicBezTo>
                    <a:pt x="27964" y="55323"/>
                    <a:pt x="28058" y="55284"/>
                    <a:pt x="28159" y="55263"/>
                  </a:cubicBezTo>
                  <a:cubicBezTo>
                    <a:pt x="28248" y="55241"/>
                    <a:pt x="28359" y="55214"/>
                    <a:pt x="28451" y="55214"/>
                  </a:cubicBezTo>
                  <a:cubicBezTo>
                    <a:pt x="28507" y="55214"/>
                    <a:pt x="28556" y="55224"/>
                    <a:pt x="28588" y="55252"/>
                  </a:cubicBezTo>
                  <a:cubicBezTo>
                    <a:pt x="28656" y="55308"/>
                    <a:pt x="28718" y="55329"/>
                    <a:pt x="28775" y="55329"/>
                  </a:cubicBezTo>
                  <a:cubicBezTo>
                    <a:pt x="28887" y="55329"/>
                    <a:pt x="28977" y="55247"/>
                    <a:pt x="29040" y="55192"/>
                  </a:cubicBezTo>
                  <a:cubicBezTo>
                    <a:pt x="29127" y="55110"/>
                    <a:pt x="29212" y="55081"/>
                    <a:pt x="29294" y="55081"/>
                  </a:cubicBezTo>
                  <a:cubicBezTo>
                    <a:pt x="29404" y="55081"/>
                    <a:pt x="29510" y="55133"/>
                    <a:pt x="29611" y="55180"/>
                  </a:cubicBezTo>
                  <a:cubicBezTo>
                    <a:pt x="29838" y="55263"/>
                    <a:pt x="30076" y="55204"/>
                    <a:pt x="30302" y="55252"/>
                  </a:cubicBezTo>
                  <a:cubicBezTo>
                    <a:pt x="30243" y="55067"/>
                    <a:pt x="30322" y="55021"/>
                    <a:pt x="30409" y="55021"/>
                  </a:cubicBezTo>
                  <a:cubicBezTo>
                    <a:pt x="30479" y="55021"/>
                    <a:pt x="30553" y="55050"/>
                    <a:pt x="30564" y="55061"/>
                  </a:cubicBezTo>
                  <a:cubicBezTo>
                    <a:pt x="30639" y="55146"/>
                    <a:pt x="30733" y="55160"/>
                    <a:pt x="30830" y="55160"/>
                  </a:cubicBezTo>
                  <a:cubicBezTo>
                    <a:pt x="30878" y="55160"/>
                    <a:pt x="30928" y="55156"/>
                    <a:pt x="30976" y="55156"/>
                  </a:cubicBezTo>
                  <a:cubicBezTo>
                    <a:pt x="31075" y="55156"/>
                    <a:pt x="31170" y="55171"/>
                    <a:pt x="31243" y="55263"/>
                  </a:cubicBezTo>
                  <a:cubicBezTo>
                    <a:pt x="31246" y="55265"/>
                    <a:pt x="31252" y="55266"/>
                    <a:pt x="31259" y="55266"/>
                  </a:cubicBezTo>
                  <a:cubicBezTo>
                    <a:pt x="31301" y="55266"/>
                    <a:pt x="31396" y="55232"/>
                    <a:pt x="31385" y="55121"/>
                  </a:cubicBezTo>
                  <a:cubicBezTo>
                    <a:pt x="31385" y="55085"/>
                    <a:pt x="31399" y="55023"/>
                    <a:pt x="31449" y="55023"/>
                  </a:cubicBezTo>
                  <a:cubicBezTo>
                    <a:pt x="31467" y="55023"/>
                    <a:pt x="31489" y="55031"/>
                    <a:pt x="31516" y="55049"/>
                  </a:cubicBezTo>
                  <a:cubicBezTo>
                    <a:pt x="31663" y="55151"/>
                    <a:pt x="31818" y="55184"/>
                    <a:pt x="31975" y="55184"/>
                  </a:cubicBezTo>
                  <a:cubicBezTo>
                    <a:pt x="32239" y="55184"/>
                    <a:pt x="32508" y="55092"/>
                    <a:pt x="32755" y="55085"/>
                  </a:cubicBezTo>
                  <a:cubicBezTo>
                    <a:pt x="33279" y="55073"/>
                    <a:pt x="33826" y="55061"/>
                    <a:pt x="34362" y="54990"/>
                  </a:cubicBezTo>
                  <a:cubicBezTo>
                    <a:pt x="34475" y="54969"/>
                    <a:pt x="34587" y="54913"/>
                    <a:pt x="34692" y="54913"/>
                  </a:cubicBezTo>
                  <a:cubicBezTo>
                    <a:pt x="34710" y="54913"/>
                    <a:pt x="34726" y="54915"/>
                    <a:pt x="34743" y="54918"/>
                  </a:cubicBezTo>
                  <a:cubicBezTo>
                    <a:pt x="34818" y="54936"/>
                    <a:pt x="34892" y="54943"/>
                    <a:pt x="34964" y="54943"/>
                  </a:cubicBezTo>
                  <a:cubicBezTo>
                    <a:pt x="35336" y="54943"/>
                    <a:pt x="35672" y="54748"/>
                    <a:pt x="36041" y="54728"/>
                  </a:cubicBezTo>
                  <a:cubicBezTo>
                    <a:pt x="36094" y="54721"/>
                    <a:pt x="36137" y="54688"/>
                    <a:pt x="36174" y="54688"/>
                  </a:cubicBezTo>
                  <a:cubicBezTo>
                    <a:pt x="36203" y="54688"/>
                    <a:pt x="36229" y="54708"/>
                    <a:pt x="36255" y="54775"/>
                  </a:cubicBezTo>
                  <a:cubicBezTo>
                    <a:pt x="36277" y="54849"/>
                    <a:pt x="36318" y="54882"/>
                    <a:pt x="36371" y="54882"/>
                  </a:cubicBezTo>
                  <a:cubicBezTo>
                    <a:pt x="36403" y="54882"/>
                    <a:pt x="36441" y="54869"/>
                    <a:pt x="36481" y="54847"/>
                  </a:cubicBezTo>
                  <a:cubicBezTo>
                    <a:pt x="36412" y="54729"/>
                    <a:pt x="36431" y="54703"/>
                    <a:pt x="36476" y="54703"/>
                  </a:cubicBezTo>
                  <a:cubicBezTo>
                    <a:pt x="36514" y="54703"/>
                    <a:pt x="36570" y="54721"/>
                    <a:pt x="36608" y="54721"/>
                  </a:cubicBezTo>
                  <a:cubicBezTo>
                    <a:pt x="36627" y="54721"/>
                    <a:pt x="36642" y="54717"/>
                    <a:pt x="36648" y="54704"/>
                  </a:cubicBezTo>
                  <a:cubicBezTo>
                    <a:pt x="36714" y="54743"/>
                    <a:pt x="40394" y="54790"/>
                    <a:pt x="43702" y="54790"/>
                  </a:cubicBezTo>
                  <a:cubicBezTo>
                    <a:pt x="46394" y="54790"/>
                    <a:pt x="48840" y="54759"/>
                    <a:pt x="48888" y="54668"/>
                  </a:cubicBezTo>
                  <a:cubicBezTo>
                    <a:pt x="48904" y="54643"/>
                    <a:pt x="48977" y="54602"/>
                    <a:pt x="49064" y="54602"/>
                  </a:cubicBezTo>
                  <a:cubicBezTo>
                    <a:pt x="49103" y="54602"/>
                    <a:pt x="49145" y="54610"/>
                    <a:pt x="49185" y="54632"/>
                  </a:cubicBezTo>
                  <a:cubicBezTo>
                    <a:pt x="49265" y="54685"/>
                    <a:pt x="49349" y="54702"/>
                    <a:pt x="49436" y="54702"/>
                  </a:cubicBezTo>
                  <a:cubicBezTo>
                    <a:pt x="49605" y="54702"/>
                    <a:pt x="49783" y="54636"/>
                    <a:pt x="49957" y="54636"/>
                  </a:cubicBezTo>
                  <a:cubicBezTo>
                    <a:pt x="50039" y="54636"/>
                    <a:pt x="50119" y="54650"/>
                    <a:pt x="50197" y="54692"/>
                  </a:cubicBezTo>
                  <a:cubicBezTo>
                    <a:pt x="50198" y="54692"/>
                    <a:pt x="50199" y="54692"/>
                    <a:pt x="50199" y="54692"/>
                  </a:cubicBezTo>
                  <a:cubicBezTo>
                    <a:pt x="50223" y="54692"/>
                    <a:pt x="50182" y="54527"/>
                    <a:pt x="50269" y="54527"/>
                  </a:cubicBezTo>
                  <a:cubicBezTo>
                    <a:pt x="50293" y="54527"/>
                    <a:pt x="50328" y="54540"/>
                    <a:pt x="50376" y="54573"/>
                  </a:cubicBezTo>
                  <a:cubicBezTo>
                    <a:pt x="50428" y="54608"/>
                    <a:pt x="50479" y="54624"/>
                    <a:pt x="50533" y="54624"/>
                  </a:cubicBezTo>
                  <a:cubicBezTo>
                    <a:pt x="50625" y="54624"/>
                    <a:pt x="50724" y="54577"/>
                    <a:pt x="50852" y="54501"/>
                  </a:cubicBezTo>
                  <a:cubicBezTo>
                    <a:pt x="50885" y="54482"/>
                    <a:pt x="50940" y="54455"/>
                    <a:pt x="50989" y="54455"/>
                  </a:cubicBezTo>
                  <a:cubicBezTo>
                    <a:pt x="51028" y="54455"/>
                    <a:pt x="51062" y="54472"/>
                    <a:pt x="51078" y="54525"/>
                  </a:cubicBezTo>
                  <a:cubicBezTo>
                    <a:pt x="51099" y="54566"/>
                    <a:pt x="50987" y="54651"/>
                    <a:pt x="51092" y="54651"/>
                  </a:cubicBezTo>
                  <a:cubicBezTo>
                    <a:pt x="51109" y="54651"/>
                    <a:pt x="51132" y="54649"/>
                    <a:pt x="51162" y="54644"/>
                  </a:cubicBezTo>
                  <a:cubicBezTo>
                    <a:pt x="51369" y="54617"/>
                    <a:pt x="51549" y="54433"/>
                    <a:pt x="51759" y="54433"/>
                  </a:cubicBezTo>
                  <a:cubicBezTo>
                    <a:pt x="51826" y="54433"/>
                    <a:pt x="51896" y="54452"/>
                    <a:pt x="51971" y="54501"/>
                  </a:cubicBezTo>
                  <a:cubicBezTo>
                    <a:pt x="52027" y="54296"/>
                    <a:pt x="52145" y="54243"/>
                    <a:pt x="52277" y="54243"/>
                  </a:cubicBezTo>
                  <a:cubicBezTo>
                    <a:pt x="52414" y="54243"/>
                    <a:pt x="52567" y="54301"/>
                    <a:pt x="52679" y="54301"/>
                  </a:cubicBezTo>
                  <a:cubicBezTo>
                    <a:pt x="52690" y="54301"/>
                    <a:pt x="52700" y="54300"/>
                    <a:pt x="52710" y="54299"/>
                  </a:cubicBezTo>
                  <a:cubicBezTo>
                    <a:pt x="53233" y="54228"/>
                    <a:pt x="53650" y="53942"/>
                    <a:pt x="54091" y="53739"/>
                  </a:cubicBezTo>
                  <a:cubicBezTo>
                    <a:pt x="54650" y="53501"/>
                    <a:pt x="55138" y="53085"/>
                    <a:pt x="55650" y="52739"/>
                  </a:cubicBezTo>
                  <a:cubicBezTo>
                    <a:pt x="55972" y="52525"/>
                    <a:pt x="56305" y="52346"/>
                    <a:pt x="56567" y="52061"/>
                  </a:cubicBezTo>
                  <a:cubicBezTo>
                    <a:pt x="56984" y="51596"/>
                    <a:pt x="57163" y="51013"/>
                    <a:pt x="57365" y="50441"/>
                  </a:cubicBezTo>
                  <a:cubicBezTo>
                    <a:pt x="57698" y="49453"/>
                    <a:pt x="57841" y="48441"/>
                    <a:pt x="57936" y="47405"/>
                  </a:cubicBezTo>
                  <a:cubicBezTo>
                    <a:pt x="57972" y="46953"/>
                    <a:pt x="57948" y="46489"/>
                    <a:pt x="58044" y="46036"/>
                  </a:cubicBezTo>
                  <a:cubicBezTo>
                    <a:pt x="58127" y="45691"/>
                    <a:pt x="58020" y="45346"/>
                    <a:pt x="58079" y="44988"/>
                  </a:cubicBezTo>
                  <a:cubicBezTo>
                    <a:pt x="58139" y="44691"/>
                    <a:pt x="58032" y="44369"/>
                    <a:pt x="58044" y="44060"/>
                  </a:cubicBezTo>
                  <a:cubicBezTo>
                    <a:pt x="58055" y="43619"/>
                    <a:pt x="58175" y="43179"/>
                    <a:pt x="58139" y="42750"/>
                  </a:cubicBezTo>
                  <a:cubicBezTo>
                    <a:pt x="58091" y="42000"/>
                    <a:pt x="58175" y="41262"/>
                    <a:pt x="58151" y="40524"/>
                  </a:cubicBezTo>
                  <a:cubicBezTo>
                    <a:pt x="58151" y="40357"/>
                    <a:pt x="58067" y="40154"/>
                    <a:pt x="58091" y="40083"/>
                  </a:cubicBezTo>
                  <a:cubicBezTo>
                    <a:pt x="58317" y="39559"/>
                    <a:pt x="58115" y="39011"/>
                    <a:pt x="58163" y="38476"/>
                  </a:cubicBezTo>
                  <a:cubicBezTo>
                    <a:pt x="58210" y="37916"/>
                    <a:pt x="58079" y="37333"/>
                    <a:pt x="58103" y="36749"/>
                  </a:cubicBezTo>
                  <a:cubicBezTo>
                    <a:pt x="58127" y="36083"/>
                    <a:pt x="57925" y="35404"/>
                    <a:pt x="57948" y="34749"/>
                  </a:cubicBezTo>
                  <a:cubicBezTo>
                    <a:pt x="57972" y="33927"/>
                    <a:pt x="57782" y="33118"/>
                    <a:pt x="57853" y="32296"/>
                  </a:cubicBezTo>
                  <a:cubicBezTo>
                    <a:pt x="57913" y="31618"/>
                    <a:pt x="57805" y="30939"/>
                    <a:pt x="57805" y="30260"/>
                  </a:cubicBezTo>
                  <a:cubicBezTo>
                    <a:pt x="57794" y="29891"/>
                    <a:pt x="57770" y="29510"/>
                    <a:pt x="57794" y="29141"/>
                  </a:cubicBezTo>
                  <a:cubicBezTo>
                    <a:pt x="57829" y="28486"/>
                    <a:pt x="57805" y="27843"/>
                    <a:pt x="57746" y="27189"/>
                  </a:cubicBezTo>
                  <a:cubicBezTo>
                    <a:pt x="57710" y="26748"/>
                    <a:pt x="57591" y="26307"/>
                    <a:pt x="57829" y="25891"/>
                  </a:cubicBezTo>
                  <a:cubicBezTo>
                    <a:pt x="57877" y="25807"/>
                    <a:pt x="57817" y="25712"/>
                    <a:pt x="57746" y="25688"/>
                  </a:cubicBezTo>
                  <a:cubicBezTo>
                    <a:pt x="57603" y="25629"/>
                    <a:pt x="57674" y="25581"/>
                    <a:pt x="57698" y="25486"/>
                  </a:cubicBezTo>
                  <a:cubicBezTo>
                    <a:pt x="57734" y="25272"/>
                    <a:pt x="57698" y="25034"/>
                    <a:pt x="57758" y="24843"/>
                  </a:cubicBezTo>
                  <a:cubicBezTo>
                    <a:pt x="57865" y="24557"/>
                    <a:pt x="57591" y="24319"/>
                    <a:pt x="57674" y="24057"/>
                  </a:cubicBezTo>
                  <a:cubicBezTo>
                    <a:pt x="57817" y="23640"/>
                    <a:pt x="57722" y="23200"/>
                    <a:pt x="57782" y="22771"/>
                  </a:cubicBezTo>
                  <a:cubicBezTo>
                    <a:pt x="57841" y="22319"/>
                    <a:pt x="57853" y="21807"/>
                    <a:pt x="57746" y="21319"/>
                  </a:cubicBezTo>
                  <a:cubicBezTo>
                    <a:pt x="57686" y="21033"/>
                    <a:pt x="57674" y="20676"/>
                    <a:pt x="57782" y="20402"/>
                  </a:cubicBezTo>
                  <a:cubicBezTo>
                    <a:pt x="57925" y="20045"/>
                    <a:pt x="57758" y="19664"/>
                    <a:pt x="57913" y="19319"/>
                  </a:cubicBezTo>
                  <a:cubicBezTo>
                    <a:pt x="57496" y="18818"/>
                    <a:pt x="58055" y="18235"/>
                    <a:pt x="57746" y="17723"/>
                  </a:cubicBezTo>
                  <a:cubicBezTo>
                    <a:pt x="57984" y="17509"/>
                    <a:pt x="57936" y="17140"/>
                    <a:pt x="57901" y="16949"/>
                  </a:cubicBezTo>
                  <a:cubicBezTo>
                    <a:pt x="57817" y="16473"/>
                    <a:pt x="57948" y="16021"/>
                    <a:pt x="57877" y="15580"/>
                  </a:cubicBezTo>
                  <a:cubicBezTo>
                    <a:pt x="57758" y="14901"/>
                    <a:pt x="57925" y="14246"/>
                    <a:pt x="57913" y="13592"/>
                  </a:cubicBezTo>
                  <a:cubicBezTo>
                    <a:pt x="57901" y="13068"/>
                    <a:pt x="57960" y="12532"/>
                    <a:pt x="58032" y="12008"/>
                  </a:cubicBezTo>
                  <a:cubicBezTo>
                    <a:pt x="58091" y="11615"/>
                    <a:pt x="57889" y="11198"/>
                    <a:pt x="57996" y="10794"/>
                  </a:cubicBezTo>
                  <a:cubicBezTo>
                    <a:pt x="58139" y="10234"/>
                    <a:pt x="57996" y="9674"/>
                    <a:pt x="58091" y="9103"/>
                  </a:cubicBezTo>
                  <a:cubicBezTo>
                    <a:pt x="58163" y="8722"/>
                    <a:pt x="57817" y="8305"/>
                    <a:pt x="58115" y="7900"/>
                  </a:cubicBezTo>
                  <a:cubicBezTo>
                    <a:pt x="58127" y="7889"/>
                    <a:pt x="58103" y="7853"/>
                    <a:pt x="58091" y="7829"/>
                  </a:cubicBezTo>
                  <a:cubicBezTo>
                    <a:pt x="57853" y="7341"/>
                    <a:pt x="58079" y="6805"/>
                    <a:pt x="57925" y="6305"/>
                  </a:cubicBezTo>
                  <a:cubicBezTo>
                    <a:pt x="57698" y="5650"/>
                    <a:pt x="57698" y="4924"/>
                    <a:pt x="57282" y="4317"/>
                  </a:cubicBezTo>
                  <a:cubicBezTo>
                    <a:pt x="56984" y="3876"/>
                    <a:pt x="56579" y="3543"/>
                    <a:pt x="56258" y="3126"/>
                  </a:cubicBezTo>
                  <a:cubicBezTo>
                    <a:pt x="55900" y="2686"/>
                    <a:pt x="55424" y="2328"/>
                    <a:pt x="54972" y="2043"/>
                  </a:cubicBezTo>
                  <a:cubicBezTo>
                    <a:pt x="54561" y="1784"/>
                    <a:pt x="54184" y="1364"/>
                    <a:pt x="53626" y="1364"/>
                  </a:cubicBezTo>
                  <a:cubicBezTo>
                    <a:pt x="53618" y="1364"/>
                    <a:pt x="53610" y="1364"/>
                    <a:pt x="53603" y="1364"/>
                  </a:cubicBezTo>
                  <a:cubicBezTo>
                    <a:pt x="53567" y="1364"/>
                    <a:pt x="53519" y="1340"/>
                    <a:pt x="53495" y="1328"/>
                  </a:cubicBezTo>
                  <a:cubicBezTo>
                    <a:pt x="53055" y="1031"/>
                    <a:pt x="52555" y="876"/>
                    <a:pt x="52043" y="876"/>
                  </a:cubicBezTo>
                  <a:cubicBezTo>
                    <a:pt x="51209" y="876"/>
                    <a:pt x="50447" y="531"/>
                    <a:pt x="49626" y="519"/>
                  </a:cubicBezTo>
                  <a:cubicBezTo>
                    <a:pt x="49090" y="507"/>
                    <a:pt x="36660" y="304"/>
                    <a:pt x="36112" y="257"/>
                  </a:cubicBezTo>
                  <a:cubicBezTo>
                    <a:pt x="36099" y="255"/>
                    <a:pt x="36085" y="255"/>
                    <a:pt x="36071" y="255"/>
                  </a:cubicBezTo>
                  <a:cubicBezTo>
                    <a:pt x="35929" y="255"/>
                    <a:pt x="35776" y="314"/>
                    <a:pt x="35630" y="314"/>
                  </a:cubicBezTo>
                  <a:cubicBezTo>
                    <a:pt x="35517" y="314"/>
                    <a:pt x="35409" y="278"/>
                    <a:pt x="35315" y="150"/>
                  </a:cubicBezTo>
                  <a:cubicBezTo>
                    <a:pt x="35310" y="141"/>
                    <a:pt x="35299" y="138"/>
                    <a:pt x="35285" y="138"/>
                  </a:cubicBezTo>
                  <a:cubicBezTo>
                    <a:pt x="35270" y="138"/>
                    <a:pt x="35252" y="141"/>
                    <a:pt x="35234" y="141"/>
                  </a:cubicBezTo>
                  <a:cubicBezTo>
                    <a:pt x="35225" y="141"/>
                    <a:pt x="35215" y="140"/>
                    <a:pt x="35207" y="138"/>
                  </a:cubicBezTo>
                  <a:cubicBezTo>
                    <a:pt x="35016" y="115"/>
                    <a:pt x="34824" y="109"/>
                    <a:pt x="34633" y="109"/>
                  </a:cubicBezTo>
                  <a:cubicBezTo>
                    <a:pt x="34445" y="109"/>
                    <a:pt x="34258" y="114"/>
                    <a:pt x="34070" y="114"/>
                  </a:cubicBezTo>
                  <a:cubicBezTo>
                    <a:pt x="33759" y="114"/>
                    <a:pt x="33447" y="99"/>
                    <a:pt x="33136" y="19"/>
                  </a:cubicBezTo>
                  <a:cubicBezTo>
                    <a:pt x="33083" y="5"/>
                    <a:pt x="33026" y="0"/>
                    <a:pt x="32967" y="0"/>
                  </a:cubicBezTo>
                  <a:close/>
                </a:path>
              </a:pathLst>
            </a:custGeom>
            <a:solidFill>
              <a:srgbClr val="000000"/>
            </a:solidFill>
            <a:ln>
              <a:noFill/>
            </a:ln>
          </p:spPr>
          <p:txBody>
            <a:bodyPr spcFirstLastPara="1" wrap="square" lIns="182875" tIns="274300" rIns="182875" bIns="91425" anchor="ctr" anchorCtr="0">
              <a:noAutofit/>
            </a:bodyPr>
            <a:lstStyle/>
            <a:p>
              <a:pPr marL="0" lvl="0" indent="0" algn="ctr" rtl="0">
                <a:spcBef>
                  <a:spcPts val="0"/>
                </a:spcBef>
                <a:spcAft>
                  <a:spcPts val="0"/>
                </a:spcAft>
                <a:buClr>
                  <a:schemeClr val="dk1"/>
                </a:buClr>
                <a:buSzPts val="1100"/>
                <a:buFont typeface="Arial"/>
                <a:buNone/>
              </a:pPr>
              <a:endParaRPr lang="en-US" dirty="0">
                <a:solidFill>
                  <a:schemeClr val="tx1">
                    <a:lumMod val="95000"/>
                    <a:lumOff val="5000"/>
                  </a:schemeClr>
                </a:solidFill>
                <a:latin typeface="Montserrat" panose="00000500000000000000" pitchFamily="2" charset="0"/>
              </a:endParaRPr>
            </a:p>
          </p:txBody>
        </p:sp>
        <p:sp>
          <p:nvSpPr>
            <p:cNvPr id="9" name="Google Shape;354;p21">
              <a:extLst>
                <a:ext uri="{FF2B5EF4-FFF2-40B4-BE49-F238E27FC236}">
                  <a16:creationId xmlns:a16="http://schemas.microsoft.com/office/drawing/2014/main" id="{BCF1AC57-1112-E57D-CC4A-2D91BC8A1760}"/>
                </a:ext>
              </a:extLst>
            </p:cNvPr>
            <p:cNvSpPr/>
            <p:nvPr/>
          </p:nvSpPr>
          <p:spPr>
            <a:xfrm>
              <a:off x="1738972" y="2563824"/>
              <a:ext cx="103000" cy="393862"/>
            </a:xfrm>
            <a:custGeom>
              <a:avLst/>
              <a:gdLst/>
              <a:ahLst/>
              <a:cxnLst/>
              <a:rect l="l" t="t" r="r" b="b"/>
              <a:pathLst>
                <a:path w="6705" h="19887" extrusionOk="0">
                  <a:moveTo>
                    <a:pt x="2073" y="0"/>
                  </a:moveTo>
                  <a:cubicBezTo>
                    <a:pt x="2025" y="84"/>
                    <a:pt x="1966" y="155"/>
                    <a:pt x="1954" y="238"/>
                  </a:cubicBezTo>
                  <a:cubicBezTo>
                    <a:pt x="1811" y="762"/>
                    <a:pt x="1525" y="1238"/>
                    <a:pt x="1299" y="1727"/>
                  </a:cubicBezTo>
                  <a:cubicBezTo>
                    <a:pt x="989" y="2417"/>
                    <a:pt x="775" y="3132"/>
                    <a:pt x="584" y="3858"/>
                  </a:cubicBezTo>
                  <a:cubicBezTo>
                    <a:pt x="442" y="4417"/>
                    <a:pt x="334" y="4989"/>
                    <a:pt x="263" y="5560"/>
                  </a:cubicBezTo>
                  <a:cubicBezTo>
                    <a:pt x="215" y="5941"/>
                    <a:pt x="132" y="6334"/>
                    <a:pt x="84" y="6715"/>
                  </a:cubicBezTo>
                  <a:cubicBezTo>
                    <a:pt x="1" y="7465"/>
                    <a:pt x="37" y="8204"/>
                    <a:pt x="84" y="8954"/>
                  </a:cubicBezTo>
                  <a:cubicBezTo>
                    <a:pt x="132" y="9656"/>
                    <a:pt x="239" y="10347"/>
                    <a:pt x="394" y="11037"/>
                  </a:cubicBezTo>
                  <a:cubicBezTo>
                    <a:pt x="549" y="11704"/>
                    <a:pt x="751" y="12347"/>
                    <a:pt x="989" y="12990"/>
                  </a:cubicBezTo>
                  <a:cubicBezTo>
                    <a:pt x="1227" y="13633"/>
                    <a:pt x="1418" y="14276"/>
                    <a:pt x="1704" y="14907"/>
                  </a:cubicBezTo>
                  <a:cubicBezTo>
                    <a:pt x="1894" y="15324"/>
                    <a:pt x="2001" y="15776"/>
                    <a:pt x="2287" y="16169"/>
                  </a:cubicBezTo>
                  <a:cubicBezTo>
                    <a:pt x="2430" y="16371"/>
                    <a:pt x="2489" y="16657"/>
                    <a:pt x="2585" y="16895"/>
                  </a:cubicBezTo>
                  <a:cubicBezTo>
                    <a:pt x="2656" y="17098"/>
                    <a:pt x="2668" y="17312"/>
                    <a:pt x="2799" y="17490"/>
                  </a:cubicBezTo>
                  <a:cubicBezTo>
                    <a:pt x="2858" y="17574"/>
                    <a:pt x="2799" y="17609"/>
                    <a:pt x="2728" y="17645"/>
                  </a:cubicBezTo>
                  <a:cubicBezTo>
                    <a:pt x="2382" y="17824"/>
                    <a:pt x="2168" y="18157"/>
                    <a:pt x="1858" y="18371"/>
                  </a:cubicBezTo>
                  <a:cubicBezTo>
                    <a:pt x="1608" y="18550"/>
                    <a:pt x="1680" y="18681"/>
                    <a:pt x="1858" y="18836"/>
                  </a:cubicBezTo>
                  <a:cubicBezTo>
                    <a:pt x="2156" y="19098"/>
                    <a:pt x="2549" y="19205"/>
                    <a:pt x="2906" y="19336"/>
                  </a:cubicBezTo>
                  <a:cubicBezTo>
                    <a:pt x="3644" y="19598"/>
                    <a:pt x="4430" y="19705"/>
                    <a:pt x="5204" y="19872"/>
                  </a:cubicBezTo>
                  <a:cubicBezTo>
                    <a:pt x="5254" y="19882"/>
                    <a:pt x="5305" y="19886"/>
                    <a:pt x="5359" y="19886"/>
                  </a:cubicBezTo>
                  <a:cubicBezTo>
                    <a:pt x="5549" y="19886"/>
                    <a:pt x="5759" y="19833"/>
                    <a:pt x="5954" y="19824"/>
                  </a:cubicBezTo>
                  <a:cubicBezTo>
                    <a:pt x="6061" y="19812"/>
                    <a:pt x="6073" y="19741"/>
                    <a:pt x="6097" y="19669"/>
                  </a:cubicBezTo>
                  <a:cubicBezTo>
                    <a:pt x="6383" y="18967"/>
                    <a:pt x="6585" y="18241"/>
                    <a:pt x="6657" y="17490"/>
                  </a:cubicBezTo>
                  <a:cubicBezTo>
                    <a:pt x="6704" y="16967"/>
                    <a:pt x="6692" y="16443"/>
                    <a:pt x="6692" y="15931"/>
                  </a:cubicBezTo>
                  <a:cubicBezTo>
                    <a:pt x="6692" y="15746"/>
                    <a:pt x="6590" y="15625"/>
                    <a:pt x="6436" y="15625"/>
                  </a:cubicBezTo>
                  <a:cubicBezTo>
                    <a:pt x="6401" y="15625"/>
                    <a:pt x="6363" y="15632"/>
                    <a:pt x="6323" y="15645"/>
                  </a:cubicBezTo>
                  <a:cubicBezTo>
                    <a:pt x="6109" y="15728"/>
                    <a:pt x="5859" y="15788"/>
                    <a:pt x="5692" y="15978"/>
                  </a:cubicBezTo>
                  <a:cubicBezTo>
                    <a:pt x="5581" y="16101"/>
                    <a:pt x="5485" y="16161"/>
                    <a:pt x="5393" y="16161"/>
                  </a:cubicBezTo>
                  <a:cubicBezTo>
                    <a:pt x="5288" y="16161"/>
                    <a:pt x="5187" y="16083"/>
                    <a:pt x="5073" y="15931"/>
                  </a:cubicBezTo>
                  <a:cubicBezTo>
                    <a:pt x="4680" y="15407"/>
                    <a:pt x="4430" y="14800"/>
                    <a:pt x="4156" y="14216"/>
                  </a:cubicBezTo>
                  <a:cubicBezTo>
                    <a:pt x="3871" y="13597"/>
                    <a:pt x="3704" y="12954"/>
                    <a:pt x="3609" y="12299"/>
                  </a:cubicBezTo>
                  <a:cubicBezTo>
                    <a:pt x="3549" y="11930"/>
                    <a:pt x="3370" y="11585"/>
                    <a:pt x="3370" y="11204"/>
                  </a:cubicBezTo>
                  <a:cubicBezTo>
                    <a:pt x="3370" y="10954"/>
                    <a:pt x="3335" y="10704"/>
                    <a:pt x="3275" y="10466"/>
                  </a:cubicBezTo>
                  <a:cubicBezTo>
                    <a:pt x="3120" y="9811"/>
                    <a:pt x="3239" y="9156"/>
                    <a:pt x="3204" y="8501"/>
                  </a:cubicBezTo>
                  <a:cubicBezTo>
                    <a:pt x="3168" y="7954"/>
                    <a:pt x="3192" y="7406"/>
                    <a:pt x="3275" y="6858"/>
                  </a:cubicBezTo>
                  <a:cubicBezTo>
                    <a:pt x="3335" y="6477"/>
                    <a:pt x="3263" y="6060"/>
                    <a:pt x="3394" y="5703"/>
                  </a:cubicBezTo>
                  <a:cubicBezTo>
                    <a:pt x="3561" y="5203"/>
                    <a:pt x="3620" y="4679"/>
                    <a:pt x="3823" y="4191"/>
                  </a:cubicBezTo>
                  <a:cubicBezTo>
                    <a:pt x="4156" y="3393"/>
                    <a:pt x="4382" y="2560"/>
                    <a:pt x="4775" y="1774"/>
                  </a:cubicBezTo>
                  <a:cubicBezTo>
                    <a:pt x="4930" y="1477"/>
                    <a:pt x="5049" y="1155"/>
                    <a:pt x="5180" y="846"/>
                  </a:cubicBezTo>
                  <a:cubicBezTo>
                    <a:pt x="5141" y="827"/>
                    <a:pt x="5105" y="820"/>
                    <a:pt x="5072" y="820"/>
                  </a:cubicBezTo>
                  <a:cubicBezTo>
                    <a:pt x="4958" y="820"/>
                    <a:pt x="4877" y="910"/>
                    <a:pt x="4775" y="929"/>
                  </a:cubicBezTo>
                  <a:cubicBezTo>
                    <a:pt x="4347" y="1036"/>
                    <a:pt x="3894" y="1060"/>
                    <a:pt x="3537" y="1393"/>
                  </a:cubicBezTo>
                  <a:cubicBezTo>
                    <a:pt x="3415" y="1510"/>
                    <a:pt x="3245" y="1577"/>
                    <a:pt x="3078" y="1577"/>
                  </a:cubicBezTo>
                  <a:cubicBezTo>
                    <a:pt x="2837" y="1577"/>
                    <a:pt x="2602" y="1438"/>
                    <a:pt x="2525" y="1107"/>
                  </a:cubicBezTo>
                  <a:cubicBezTo>
                    <a:pt x="2430" y="726"/>
                    <a:pt x="2216" y="393"/>
                    <a:pt x="2073" y="0"/>
                  </a:cubicBezTo>
                  <a:close/>
                </a:path>
              </a:pathLst>
            </a:custGeom>
            <a:solidFill>
              <a:schemeClr val="tx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 name="Google Shape;357;p21">
              <a:extLst>
                <a:ext uri="{FF2B5EF4-FFF2-40B4-BE49-F238E27FC236}">
                  <a16:creationId xmlns:a16="http://schemas.microsoft.com/office/drawing/2014/main" id="{D955EB83-A4A8-42D4-5A6C-0003DECD583D}"/>
                </a:ext>
              </a:extLst>
            </p:cNvPr>
            <p:cNvSpPr/>
            <p:nvPr/>
          </p:nvSpPr>
          <p:spPr>
            <a:xfrm>
              <a:off x="1712714" y="2521162"/>
              <a:ext cx="132793" cy="427985"/>
            </a:xfrm>
            <a:custGeom>
              <a:avLst/>
              <a:gdLst/>
              <a:ahLst/>
              <a:cxnLst/>
              <a:rect l="l" t="t" r="r" b="b"/>
              <a:pathLst>
                <a:path w="8192" h="21610" extrusionOk="0">
                  <a:moveTo>
                    <a:pt x="2739" y="1058"/>
                  </a:moveTo>
                  <a:cubicBezTo>
                    <a:pt x="2882" y="1451"/>
                    <a:pt x="3096" y="1784"/>
                    <a:pt x="3191" y="2165"/>
                  </a:cubicBezTo>
                  <a:cubicBezTo>
                    <a:pt x="3268" y="2496"/>
                    <a:pt x="3503" y="2635"/>
                    <a:pt x="3744" y="2635"/>
                  </a:cubicBezTo>
                  <a:cubicBezTo>
                    <a:pt x="3911" y="2635"/>
                    <a:pt x="4081" y="2568"/>
                    <a:pt x="4203" y="2451"/>
                  </a:cubicBezTo>
                  <a:cubicBezTo>
                    <a:pt x="4560" y="2118"/>
                    <a:pt x="5013" y="2094"/>
                    <a:pt x="5441" y="1987"/>
                  </a:cubicBezTo>
                  <a:cubicBezTo>
                    <a:pt x="5543" y="1968"/>
                    <a:pt x="5624" y="1878"/>
                    <a:pt x="5738" y="1878"/>
                  </a:cubicBezTo>
                  <a:cubicBezTo>
                    <a:pt x="5771" y="1878"/>
                    <a:pt x="5807" y="1885"/>
                    <a:pt x="5846" y="1904"/>
                  </a:cubicBezTo>
                  <a:cubicBezTo>
                    <a:pt x="5715" y="2213"/>
                    <a:pt x="5596" y="2535"/>
                    <a:pt x="5441" y="2832"/>
                  </a:cubicBezTo>
                  <a:cubicBezTo>
                    <a:pt x="5048" y="3618"/>
                    <a:pt x="4822" y="4451"/>
                    <a:pt x="4489" y="5249"/>
                  </a:cubicBezTo>
                  <a:cubicBezTo>
                    <a:pt x="4286" y="5737"/>
                    <a:pt x="4227" y="6261"/>
                    <a:pt x="4060" y="6761"/>
                  </a:cubicBezTo>
                  <a:cubicBezTo>
                    <a:pt x="3929" y="7118"/>
                    <a:pt x="4001" y="7535"/>
                    <a:pt x="3941" y="7916"/>
                  </a:cubicBezTo>
                  <a:cubicBezTo>
                    <a:pt x="3858" y="8464"/>
                    <a:pt x="3834" y="9012"/>
                    <a:pt x="3870" y="9559"/>
                  </a:cubicBezTo>
                  <a:cubicBezTo>
                    <a:pt x="3905" y="10214"/>
                    <a:pt x="3786" y="10869"/>
                    <a:pt x="3941" y="11524"/>
                  </a:cubicBezTo>
                  <a:cubicBezTo>
                    <a:pt x="4001" y="11762"/>
                    <a:pt x="4036" y="12012"/>
                    <a:pt x="4036" y="12262"/>
                  </a:cubicBezTo>
                  <a:cubicBezTo>
                    <a:pt x="4036" y="12643"/>
                    <a:pt x="4215" y="12988"/>
                    <a:pt x="4275" y="13357"/>
                  </a:cubicBezTo>
                  <a:cubicBezTo>
                    <a:pt x="4370" y="14012"/>
                    <a:pt x="4537" y="14655"/>
                    <a:pt x="4822" y="15274"/>
                  </a:cubicBezTo>
                  <a:cubicBezTo>
                    <a:pt x="5096" y="15858"/>
                    <a:pt x="5346" y="16465"/>
                    <a:pt x="5739" y="16989"/>
                  </a:cubicBezTo>
                  <a:cubicBezTo>
                    <a:pt x="5853" y="17141"/>
                    <a:pt x="5954" y="17219"/>
                    <a:pt x="6059" y="17219"/>
                  </a:cubicBezTo>
                  <a:cubicBezTo>
                    <a:pt x="6151" y="17219"/>
                    <a:pt x="6247" y="17159"/>
                    <a:pt x="6358" y="17036"/>
                  </a:cubicBezTo>
                  <a:cubicBezTo>
                    <a:pt x="6525" y="16846"/>
                    <a:pt x="6775" y="16786"/>
                    <a:pt x="6989" y="16703"/>
                  </a:cubicBezTo>
                  <a:cubicBezTo>
                    <a:pt x="7029" y="16690"/>
                    <a:pt x="7067" y="16683"/>
                    <a:pt x="7102" y="16683"/>
                  </a:cubicBezTo>
                  <a:cubicBezTo>
                    <a:pt x="7256" y="16683"/>
                    <a:pt x="7358" y="16804"/>
                    <a:pt x="7358" y="16989"/>
                  </a:cubicBezTo>
                  <a:cubicBezTo>
                    <a:pt x="7358" y="17501"/>
                    <a:pt x="7370" y="18025"/>
                    <a:pt x="7323" y="18548"/>
                  </a:cubicBezTo>
                  <a:cubicBezTo>
                    <a:pt x="7251" y="19299"/>
                    <a:pt x="7049" y="20025"/>
                    <a:pt x="6763" y="20727"/>
                  </a:cubicBezTo>
                  <a:cubicBezTo>
                    <a:pt x="6739" y="20799"/>
                    <a:pt x="6727" y="20870"/>
                    <a:pt x="6620" y="20882"/>
                  </a:cubicBezTo>
                  <a:cubicBezTo>
                    <a:pt x="6425" y="20891"/>
                    <a:pt x="6215" y="20944"/>
                    <a:pt x="6025" y="20944"/>
                  </a:cubicBezTo>
                  <a:cubicBezTo>
                    <a:pt x="5971" y="20944"/>
                    <a:pt x="5920" y="20940"/>
                    <a:pt x="5870" y="20930"/>
                  </a:cubicBezTo>
                  <a:cubicBezTo>
                    <a:pt x="5096" y="20763"/>
                    <a:pt x="4310" y="20656"/>
                    <a:pt x="3572" y="20394"/>
                  </a:cubicBezTo>
                  <a:cubicBezTo>
                    <a:pt x="3215" y="20263"/>
                    <a:pt x="2822" y="20156"/>
                    <a:pt x="2524" y="19894"/>
                  </a:cubicBezTo>
                  <a:cubicBezTo>
                    <a:pt x="2346" y="19739"/>
                    <a:pt x="2274" y="19608"/>
                    <a:pt x="2524" y="19429"/>
                  </a:cubicBezTo>
                  <a:cubicBezTo>
                    <a:pt x="2834" y="19215"/>
                    <a:pt x="3048" y="18882"/>
                    <a:pt x="3394" y="18703"/>
                  </a:cubicBezTo>
                  <a:cubicBezTo>
                    <a:pt x="3465" y="18667"/>
                    <a:pt x="3524" y="18632"/>
                    <a:pt x="3465" y="18548"/>
                  </a:cubicBezTo>
                  <a:cubicBezTo>
                    <a:pt x="3334" y="18370"/>
                    <a:pt x="3322" y="18156"/>
                    <a:pt x="3251" y="17953"/>
                  </a:cubicBezTo>
                  <a:cubicBezTo>
                    <a:pt x="3155" y="17715"/>
                    <a:pt x="3096" y="17429"/>
                    <a:pt x="2953" y="17227"/>
                  </a:cubicBezTo>
                  <a:cubicBezTo>
                    <a:pt x="2667" y="16834"/>
                    <a:pt x="2560" y="16382"/>
                    <a:pt x="2370" y="15965"/>
                  </a:cubicBezTo>
                  <a:cubicBezTo>
                    <a:pt x="2084" y="15334"/>
                    <a:pt x="1893" y="14691"/>
                    <a:pt x="1655" y="14048"/>
                  </a:cubicBezTo>
                  <a:cubicBezTo>
                    <a:pt x="1417" y="13405"/>
                    <a:pt x="1215" y="12762"/>
                    <a:pt x="1060" y="12095"/>
                  </a:cubicBezTo>
                  <a:cubicBezTo>
                    <a:pt x="905" y="11405"/>
                    <a:pt x="798" y="10714"/>
                    <a:pt x="750" y="10012"/>
                  </a:cubicBezTo>
                  <a:cubicBezTo>
                    <a:pt x="703" y="9262"/>
                    <a:pt x="667" y="8523"/>
                    <a:pt x="750" y="7773"/>
                  </a:cubicBezTo>
                  <a:cubicBezTo>
                    <a:pt x="798" y="7392"/>
                    <a:pt x="881" y="6999"/>
                    <a:pt x="929" y="6618"/>
                  </a:cubicBezTo>
                  <a:cubicBezTo>
                    <a:pt x="1000" y="6047"/>
                    <a:pt x="1108" y="5475"/>
                    <a:pt x="1250" y="4916"/>
                  </a:cubicBezTo>
                  <a:cubicBezTo>
                    <a:pt x="1441" y="4190"/>
                    <a:pt x="1655" y="3475"/>
                    <a:pt x="1965" y="2785"/>
                  </a:cubicBezTo>
                  <a:cubicBezTo>
                    <a:pt x="2191" y="2296"/>
                    <a:pt x="2477" y="1820"/>
                    <a:pt x="2620" y="1296"/>
                  </a:cubicBezTo>
                  <a:cubicBezTo>
                    <a:pt x="2632" y="1213"/>
                    <a:pt x="2691" y="1142"/>
                    <a:pt x="2739" y="1058"/>
                  </a:cubicBezTo>
                  <a:close/>
                  <a:moveTo>
                    <a:pt x="2869" y="0"/>
                  </a:moveTo>
                  <a:cubicBezTo>
                    <a:pt x="2840" y="0"/>
                    <a:pt x="2809" y="10"/>
                    <a:pt x="2774" y="34"/>
                  </a:cubicBezTo>
                  <a:cubicBezTo>
                    <a:pt x="2608" y="153"/>
                    <a:pt x="2405" y="249"/>
                    <a:pt x="2322" y="451"/>
                  </a:cubicBezTo>
                  <a:cubicBezTo>
                    <a:pt x="2191" y="772"/>
                    <a:pt x="1977" y="1058"/>
                    <a:pt x="1810" y="1368"/>
                  </a:cubicBezTo>
                  <a:cubicBezTo>
                    <a:pt x="1619" y="1737"/>
                    <a:pt x="1477" y="2106"/>
                    <a:pt x="1286" y="2475"/>
                  </a:cubicBezTo>
                  <a:cubicBezTo>
                    <a:pt x="1060" y="2939"/>
                    <a:pt x="941" y="3439"/>
                    <a:pt x="846" y="3951"/>
                  </a:cubicBezTo>
                  <a:cubicBezTo>
                    <a:pt x="750" y="4463"/>
                    <a:pt x="560" y="4952"/>
                    <a:pt x="476" y="5475"/>
                  </a:cubicBezTo>
                  <a:cubicBezTo>
                    <a:pt x="369" y="6249"/>
                    <a:pt x="179" y="6999"/>
                    <a:pt x="143" y="7797"/>
                  </a:cubicBezTo>
                  <a:cubicBezTo>
                    <a:pt x="107" y="8333"/>
                    <a:pt x="84" y="8881"/>
                    <a:pt x="60" y="9428"/>
                  </a:cubicBezTo>
                  <a:cubicBezTo>
                    <a:pt x="60" y="9571"/>
                    <a:pt x="167" y="9690"/>
                    <a:pt x="131" y="9845"/>
                  </a:cubicBezTo>
                  <a:cubicBezTo>
                    <a:pt x="0" y="10333"/>
                    <a:pt x="215" y="10797"/>
                    <a:pt x="238" y="11274"/>
                  </a:cubicBezTo>
                  <a:cubicBezTo>
                    <a:pt x="262" y="11631"/>
                    <a:pt x="346" y="11988"/>
                    <a:pt x="393" y="12345"/>
                  </a:cubicBezTo>
                  <a:cubicBezTo>
                    <a:pt x="441" y="12726"/>
                    <a:pt x="524" y="13119"/>
                    <a:pt x="631" y="13464"/>
                  </a:cubicBezTo>
                  <a:cubicBezTo>
                    <a:pt x="786" y="13976"/>
                    <a:pt x="965" y="14488"/>
                    <a:pt x="1143" y="14988"/>
                  </a:cubicBezTo>
                  <a:cubicBezTo>
                    <a:pt x="1215" y="15203"/>
                    <a:pt x="1250" y="15429"/>
                    <a:pt x="1346" y="15631"/>
                  </a:cubicBezTo>
                  <a:cubicBezTo>
                    <a:pt x="1512" y="15989"/>
                    <a:pt x="1631" y="16382"/>
                    <a:pt x="1858" y="16727"/>
                  </a:cubicBezTo>
                  <a:cubicBezTo>
                    <a:pt x="2143" y="17167"/>
                    <a:pt x="2298" y="17703"/>
                    <a:pt x="2679" y="18084"/>
                  </a:cubicBezTo>
                  <a:cubicBezTo>
                    <a:pt x="2941" y="18358"/>
                    <a:pt x="2846" y="18453"/>
                    <a:pt x="2608" y="18632"/>
                  </a:cubicBezTo>
                  <a:cubicBezTo>
                    <a:pt x="2334" y="18846"/>
                    <a:pt x="1977" y="18977"/>
                    <a:pt x="1822" y="19299"/>
                  </a:cubicBezTo>
                  <a:cubicBezTo>
                    <a:pt x="1500" y="19906"/>
                    <a:pt x="1846" y="20406"/>
                    <a:pt x="2501" y="20656"/>
                  </a:cubicBezTo>
                  <a:cubicBezTo>
                    <a:pt x="2822" y="20775"/>
                    <a:pt x="3155" y="20858"/>
                    <a:pt x="3465" y="20977"/>
                  </a:cubicBezTo>
                  <a:cubicBezTo>
                    <a:pt x="3952" y="21175"/>
                    <a:pt x="5242" y="21609"/>
                    <a:pt x="6167" y="21609"/>
                  </a:cubicBezTo>
                  <a:cubicBezTo>
                    <a:pt x="6191" y="21609"/>
                    <a:pt x="6215" y="21609"/>
                    <a:pt x="6239" y="21608"/>
                  </a:cubicBezTo>
                  <a:cubicBezTo>
                    <a:pt x="6561" y="21596"/>
                    <a:pt x="6834" y="21525"/>
                    <a:pt x="7013" y="21358"/>
                  </a:cubicBezTo>
                  <a:cubicBezTo>
                    <a:pt x="7489" y="20918"/>
                    <a:pt x="7858" y="19822"/>
                    <a:pt x="7942" y="19191"/>
                  </a:cubicBezTo>
                  <a:cubicBezTo>
                    <a:pt x="8073" y="18251"/>
                    <a:pt x="8192" y="17310"/>
                    <a:pt x="8013" y="16370"/>
                  </a:cubicBezTo>
                  <a:cubicBezTo>
                    <a:pt x="7966" y="16108"/>
                    <a:pt x="7823" y="15917"/>
                    <a:pt x="7620" y="15834"/>
                  </a:cubicBezTo>
                  <a:cubicBezTo>
                    <a:pt x="7544" y="15805"/>
                    <a:pt x="7464" y="15792"/>
                    <a:pt x="7384" y="15792"/>
                  </a:cubicBezTo>
                  <a:cubicBezTo>
                    <a:pt x="7168" y="15792"/>
                    <a:pt x="6956" y="15891"/>
                    <a:pt x="6834" y="16048"/>
                  </a:cubicBezTo>
                  <a:cubicBezTo>
                    <a:pt x="6692" y="16227"/>
                    <a:pt x="6453" y="16215"/>
                    <a:pt x="6346" y="16405"/>
                  </a:cubicBezTo>
                  <a:cubicBezTo>
                    <a:pt x="6335" y="16428"/>
                    <a:pt x="6311" y="16438"/>
                    <a:pt x="6285" y="16438"/>
                  </a:cubicBezTo>
                  <a:cubicBezTo>
                    <a:pt x="6228" y="16438"/>
                    <a:pt x="6156" y="16394"/>
                    <a:pt x="6156" y="16346"/>
                  </a:cubicBezTo>
                  <a:cubicBezTo>
                    <a:pt x="6096" y="16001"/>
                    <a:pt x="5775" y="15798"/>
                    <a:pt x="5656" y="15477"/>
                  </a:cubicBezTo>
                  <a:cubicBezTo>
                    <a:pt x="5465" y="14941"/>
                    <a:pt x="5239" y="14417"/>
                    <a:pt x="5072" y="13869"/>
                  </a:cubicBezTo>
                  <a:cubicBezTo>
                    <a:pt x="4906" y="13274"/>
                    <a:pt x="4834" y="12667"/>
                    <a:pt x="4667" y="12071"/>
                  </a:cubicBezTo>
                  <a:cubicBezTo>
                    <a:pt x="4548" y="11595"/>
                    <a:pt x="4620" y="11107"/>
                    <a:pt x="4537" y="10655"/>
                  </a:cubicBezTo>
                  <a:cubicBezTo>
                    <a:pt x="4417" y="9916"/>
                    <a:pt x="4537" y="9202"/>
                    <a:pt x="4548" y="8488"/>
                  </a:cubicBezTo>
                  <a:cubicBezTo>
                    <a:pt x="4560" y="7738"/>
                    <a:pt x="4727" y="6999"/>
                    <a:pt x="4858" y="6261"/>
                  </a:cubicBezTo>
                  <a:cubicBezTo>
                    <a:pt x="4941" y="5821"/>
                    <a:pt x="5037" y="5380"/>
                    <a:pt x="5227" y="4987"/>
                  </a:cubicBezTo>
                  <a:cubicBezTo>
                    <a:pt x="5418" y="4606"/>
                    <a:pt x="5549" y="4201"/>
                    <a:pt x="5703" y="3809"/>
                  </a:cubicBezTo>
                  <a:cubicBezTo>
                    <a:pt x="5989" y="3118"/>
                    <a:pt x="6251" y="2415"/>
                    <a:pt x="6561" y="1725"/>
                  </a:cubicBezTo>
                  <a:cubicBezTo>
                    <a:pt x="6671" y="1472"/>
                    <a:pt x="6526" y="1086"/>
                    <a:pt x="6268" y="1086"/>
                  </a:cubicBezTo>
                  <a:cubicBezTo>
                    <a:pt x="6247" y="1086"/>
                    <a:pt x="6226" y="1089"/>
                    <a:pt x="6203" y="1094"/>
                  </a:cubicBezTo>
                  <a:cubicBezTo>
                    <a:pt x="5549" y="1225"/>
                    <a:pt x="4870" y="1380"/>
                    <a:pt x="4263" y="1654"/>
                  </a:cubicBezTo>
                  <a:cubicBezTo>
                    <a:pt x="4068" y="1740"/>
                    <a:pt x="3960" y="1797"/>
                    <a:pt x="3885" y="1797"/>
                  </a:cubicBezTo>
                  <a:cubicBezTo>
                    <a:pt x="3785" y="1797"/>
                    <a:pt x="3745" y="1697"/>
                    <a:pt x="3644" y="1439"/>
                  </a:cubicBezTo>
                  <a:cubicBezTo>
                    <a:pt x="3489" y="999"/>
                    <a:pt x="3405" y="511"/>
                    <a:pt x="3060" y="130"/>
                  </a:cubicBezTo>
                  <a:cubicBezTo>
                    <a:pt x="3001" y="62"/>
                    <a:pt x="2942" y="0"/>
                    <a:pt x="286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11" name="Google Shape;352;p21">
            <a:extLst>
              <a:ext uri="{FF2B5EF4-FFF2-40B4-BE49-F238E27FC236}">
                <a16:creationId xmlns:a16="http://schemas.microsoft.com/office/drawing/2014/main" id="{B2B88BDE-2390-6D1C-7B9A-FC247F839167}"/>
              </a:ext>
            </a:extLst>
          </p:cNvPr>
          <p:cNvSpPr/>
          <p:nvPr/>
        </p:nvSpPr>
        <p:spPr>
          <a:xfrm>
            <a:off x="1532823" y="1630021"/>
            <a:ext cx="2739667" cy="328201"/>
          </a:xfrm>
          <a:custGeom>
            <a:avLst/>
            <a:gdLst/>
            <a:ahLst/>
            <a:cxnLst/>
            <a:rect l="l" t="t" r="r" b="b"/>
            <a:pathLst>
              <a:path w="55738" h="12021" extrusionOk="0">
                <a:moveTo>
                  <a:pt x="32616" y="0"/>
                </a:moveTo>
                <a:cubicBezTo>
                  <a:pt x="32585" y="136"/>
                  <a:pt x="32526" y="271"/>
                  <a:pt x="32408" y="271"/>
                </a:cubicBezTo>
                <a:cubicBezTo>
                  <a:pt x="32392" y="271"/>
                  <a:pt x="32373" y="268"/>
                  <a:pt x="32354" y="262"/>
                </a:cubicBezTo>
                <a:cubicBezTo>
                  <a:pt x="32175" y="203"/>
                  <a:pt x="31997" y="197"/>
                  <a:pt x="31817" y="197"/>
                </a:cubicBezTo>
                <a:cubicBezTo>
                  <a:pt x="31772" y="197"/>
                  <a:pt x="31727" y="197"/>
                  <a:pt x="31681" y="197"/>
                </a:cubicBezTo>
                <a:cubicBezTo>
                  <a:pt x="31546" y="197"/>
                  <a:pt x="31409" y="194"/>
                  <a:pt x="31271" y="167"/>
                </a:cubicBezTo>
                <a:cubicBezTo>
                  <a:pt x="31185" y="146"/>
                  <a:pt x="31090" y="103"/>
                  <a:pt x="30985" y="103"/>
                </a:cubicBezTo>
                <a:cubicBezTo>
                  <a:pt x="30915" y="103"/>
                  <a:pt x="30839" y="122"/>
                  <a:pt x="30759" y="179"/>
                </a:cubicBezTo>
                <a:cubicBezTo>
                  <a:pt x="30719" y="208"/>
                  <a:pt x="30646" y="216"/>
                  <a:pt x="30558" y="216"/>
                </a:cubicBezTo>
                <a:cubicBezTo>
                  <a:pt x="30473" y="216"/>
                  <a:pt x="30374" y="209"/>
                  <a:pt x="30280" y="209"/>
                </a:cubicBezTo>
                <a:cubicBezTo>
                  <a:pt x="30235" y="209"/>
                  <a:pt x="30192" y="210"/>
                  <a:pt x="30151" y="215"/>
                </a:cubicBezTo>
                <a:cubicBezTo>
                  <a:pt x="30138" y="216"/>
                  <a:pt x="30125" y="217"/>
                  <a:pt x="30112" y="217"/>
                </a:cubicBezTo>
                <a:cubicBezTo>
                  <a:pt x="29962" y="217"/>
                  <a:pt x="29779" y="125"/>
                  <a:pt x="29650" y="125"/>
                </a:cubicBezTo>
                <a:cubicBezTo>
                  <a:pt x="29619" y="125"/>
                  <a:pt x="29591" y="130"/>
                  <a:pt x="29568" y="143"/>
                </a:cubicBezTo>
                <a:cubicBezTo>
                  <a:pt x="29327" y="282"/>
                  <a:pt x="29077" y="321"/>
                  <a:pt x="28831" y="321"/>
                </a:cubicBezTo>
                <a:cubicBezTo>
                  <a:pt x="28613" y="321"/>
                  <a:pt x="28400" y="291"/>
                  <a:pt x="28199" y="274"/>
                </a:cubicBezTo>
                <a:cubicBezTo>
                  <a:pt x="28065" y="261"/>
                  <a:pt x="27931" y="256"/>
                  <a:pt x="27798" y="256"/>
                </a:cubicBezTo>
                <a:cubicBezTo>
                  <a:pt x="27357" y="256"/>
                  <a:pt x="26918" y="311"/>
                  <a:pt x="26484" y="311"/>
                </a:cubicBezTo>
                <a:cubicBezTo>
                  <a:pt x="26453" y="311"/>
                  <a:pt x="26421" y="311"/>
                  <a:pt x="26389" y="310"/>
                </a:cubicBezTo>
                <a:cubicBezTo>
                  <a:pt x="26030" y="294"/>
                  <a:pt x="24254" y="286"/>
                  <a:pt x="22298" y="286"/>
                </a:cubicBezTo>
                <a:cubicBezTo>
                  <a:pt x="19772" y="286"/>
                  <a:pt x="16946" y="300"/>
                  <a:pt x="16483" y="334"/>
                </a:cubicBezTo>
                <a:cubicBezTo>
                  <a:pt x="16019" y="369"/>
                  <a:pt x="11089" y="369"/>
                  <a:pt x="10637" y="417"/>
                </a:cubicBezTo>
                <a:cubicBezTo>
                  <a:pt x="9958" y="488"/>
                  <a:pt x="9280" y="584"/>
                  <a:pt x="8589" y="631"/>
                </a:cubicBezTo>
                <a:cubicBezTo>
                  <a:pt x="8550" y="633"/>
                  <a:pt x="8510" y="634"/>
                  <a:pt x="8470" y="634"/>
                </a:cubicBezTo>
                <a:cubicBezTo>
                  <a:pt x="8210" y="634"/>
                  <a:pt x="7941" y="596"/>
                  <a:pt x="7687" y="596"/>
                </a:cubicBezTo>
                <a:cubicBezTo>
                  <a:pt x="7532" y="596"/>
                  <a:pt x="7383" y="610"/>
                  <a:pt x="7244" y="655"/>
                </a:cubicBezTo>
                <a:cubicBezTo>
                  <a:pt x="6613" y="858"/>
                  <a:pt x="5946" y="917"/>
                  <a:pt x="5315" y="1072"/>
                </a:cubicBezTo>
                <a:cubicBezTo>
                  <a:pt x="4803" y="1203"/>
                  <a:pt x="4243" y="1215"/>
                  <a:pt x="3719" y="1381"/>
                </a:cubicBezTo>
                <a:cubicBezTo>
                  <a:pt x="3196" y="1536"/>
                  <a:pt x="2696" y="1774"/>
                  <a:pt x="2219" y="2024"/>
                </a:cubicBezTo>
                <a:cubicBezTo>
                  <a:pt x="1457" y="2417"/>
                  <a:pt x="957" y="3096"/>
                  <a:pt x="636" y="3906"/>
                </a:cubicBezTo>
                <a:cubicBezTo>
                  <a:pt x="529" y="4168"/>
                  <a:pt x="588" y="4453"/>
                  <a:pt x="386" y="4727"/>
                </a:cubicBezTo>
                <a:cubicBezTo>
                  <a:pt x="219" y="4953"/>
                  <a:pt x="433" y="5394"/>
                  <a:pt x="124" y="5656"/>
                </a:cubicBezTo>
                <a:cubicBezTo>
                  <a:pt x="100" y="5680"/>
                  <a:pt x="112" y="5763"/>
                  <a:pt x="136" y="5811"/>
                </a:cubicBezTo>
                <a:cubicBezTo>
                  <a:pt x="207" y="6096"/>
                  <a:pt x="243" y="6406"/>
                  <a:pt x="231" y="6704"/>
                </a:cubicBezTo>
                <a:cubicBezTo>
                  <a:pt x="183" y="7489"/>
                  <a:pt x="207" y="8263"/>
                  <a:pt x="100" y="9049"/>
                </a:cubicBezTo>
                <a:cubicBezTo>
                  <a:pt x="5" y="9811"/>
                  <a:pt x="207" y="10585"/>
                  <a:pt x="64" y="11359"/>
                </a:cubicBezTo>
                <a:cubicBezTo>
                  <a:pt x="1" y="11731"/>
                  <a:pt x="214" y="12020"/>
                  <a:pt x="499" y="12020"/>
                </a:cubicBezTo>
                <a:cubicBezTo>
                  <a:pt x="587" y="12020"/>
                  <a:pt x="683" y="11992"/>
                  <a:pt x="779" y="11930"/>
                </a:cubicBezTo>
                <a:cubicBezTo>
                  <a:pt x="1033" y="11763"/>
                  <a:pt x="1298" y="11738"/>
                  <a:pt x="1566" y="11738"/>
                </a:cubicBezTo>
                <a:cubicBezTo>
                  <a:pt x="1678" y="11738"/>
                  <a:pt x="1791" y="11743"/>
                  <a:pt x="1904" y="11743"/>
                </a:cubicBezTo>
                <a:cubicBezTo>
                  <a:pt x="2077" y="11743"/>
                  <a:pt x="2251" y="11732"/>
                  <a:pt x="2422" y="11680"/>
                </a:cubicBezTo>
                <a:cubicBezTo>
                  <a:pt x="2922" y="11526"/>
                  <a:pt x="3565" y="11621"/>
                  <a:pt x="4124" y="11561"/>
                </a:cubicBezTo>
                <a:cubicBezTo>
                  <a:pt x="4874" y="11478"/>
                  <a:pt x="5636" y="11537"/>
                  <a:pt x="6375" y="11347"/>
                </a:cubicBezTo>
                <a:cubicBezTo>
                  <a:pt x="6450" y="11330"/>
                  <a:pt x="6580" y="11313"/>
                  <a:pt x="6683" y="11313"/>
                </a:cubicBezTo>
                <a:cubicBezTo>
                  <a:pt x="6725" y="11313"/>
                  <a:pt x="6763" y="11316"/>
                  <a:pt x="6791" y="11323"/>
                </a:cubicBezTo>
                <a:cubicBezTo>
                  <a:pt x="6925" y="11359"/>
                  <a:pt x="7059" y="11372"/>
                  <a:pt x="7192" y="11372"/>
                </a:cubicBezTo>
                <a:cubicBezTo>
                  <a:pt x="7548" y="11372"/>
                  <a:pt x="7902" y="11279"/>
                  <a:pt x="8259" y="11279"/>
                </a:cubicBezTo>
                <a:cubicBezTo>
                  <a:pt x="8349" y="11279"/>
                  <a:pt x="8439" y="11285"/>
                  <a:pt x="8530" y="11299"/>
                </a:cubicBezTo>
                <a:cubicBezTo>
                  <a:pt x="8598" y="11310"/>
                  <a:pt x="8667" y="11314"/>
                  <a:pt x="8737" y="11314"/>
                </a:cubicBezTo>
                <a:cubicBezTo>
                  <a:pt x="8989" y="11314"/>
                  <a:pt x="9249" y="11261"/>
                  <a:pt x="9500" y="11261"/>
                </a:cubicBezTo>
                <a:cubicBezTo>
                  <a:pt x="9571" y="11261"/>
                  <a:pt x="9640" y="11265"/>
                  <a:pt x="9708" y="11276"/>
                </a:cubicBezTo>
                <a:cubicBezTo>
                  <a:pt x="9970" y="11312"/>
                  <a:pt x="10872" y="11319"/>
                  <a:pt x="11928" y="11319"/>
                </a:cubicBezTo>
                <a:cubicBezTo>
                  <a:pt x="12605" y="11319"/>
                  <a:pt x="13345" y="11316"/>
                  <a:pt x="14021" y="11316"/>
                </a:cubicBezTo>
                <a:cubicBezTo>
                  <a:pt x="15077" y="11316"/>
                  <a:pt x="15976" y="11323"/>
                  <a:pt x="16233" y="11359"/>
                </a:cubicBezTo>
                <a:cubicBezTo>
                  <a:pt x="16396" y="11381"/>
                  <a:pt x="17282" y="11387"/>
                  <a:pt x="18441" y="11387"/>
                </a:cubicBezTo>
                <a:cubicBezTo>
                  <a:pt x="19850" y="11387"/>
                  <a:pt x="21662" y="11378"/>
                  <a:pt x="23069" y="11378"/>
                </a:cubicBezTo>
                <a:cubicBezTo>
                  <a:pt x="24227" y="11378"/>
                  <a:pt x="25111" y="11384"/>
                  <a:pt x="25270" y="11406"/>
                </a:cubicBezTo>
                <a:cubicBezTo>
                  <a:pt x="25969" y="11490"/>
                  <a:pt x="26687" y="11528"/>
                  <a:pt x="27391" y="11528"/>
                </a:cubicBezTo>
                <a:cubicBezTo>
                  <a:pt x="27490" y="11528"/>
                  <a:pt x="27589" y="11527"/>
                  <a:pt x="27687" y="11526"/>
                </a:cubicBezTo>
                <a:cubicBezTo>
                  <a:pt x="27893" y="11521"/>
                  <a:pt x="28098" y="11520"/>
                  <a:pt x="28304" y="11520"/>
                </a:cubicBezTo>
                <a:cubicBezTo>
                  <a:pt x="28814" y="11520"/>
                  <a:pt x="29324" y="11529"/>
                  <a:pt x="29834" y="11529"/>
                </a:cubicBezTo>
                <a:cubicBezTo>
                  <a:pt x="30238" y="11529"/>
                  <a:pt x="30641" y="11523"/>
                  <a:pt x="31044" y="11502"/>
                </a:cubicBezTo>
                <a:cubicBezTo>
                  <a:pt x="31445" y="11472"/>
                  <a:pt x="31849" y="11467"/>
                  <a:pt x="32255" y="11467"/>
                </a:cubicBezTo>
                <a:cubicBezTo>
                  <a:pt x="32462" y="11467"/>
                  <a:pt x="32671" y="11468"/>
                  <a:pt x="32878" y="11468"/>
                </a:cubicBezTo>
                <a:cubicBezTo>
                  <a:pt x="33241" y="11468"/>
                  <a:pt x="33603" y="11464"/>
                  <a:pt x="33961" y="11442"/>
                </a:cubicBezTo>
                <a:cubicBezTo>
                  <a:pt x="34102" y="11435"/>
                  <a:pt x="34719" y="11432"/>
                  <a:pt x="35621" y="11432"/>
                </a:cubicBezTo>
                <a:cubicBezTo>
                  <a:pt x="39231" y="11432"/>
                  <a:pt x="47413" y="11478"/>
                  <a:pt x="47975" y="11478"/>
                </a:cubicBezTo>
                <a:cubicBezTo>
                  <a:pt x="48324" y="11478"/>
                  <a:pt x="48684" y="11483"/>
                  <a:pt x="49037" y="11483"/>
                </a:cubicBezTo>
                <a:cubicBezTo>
                  <a:pt x="49213" y="11483"/>
                  <a:pt x="49388" y="11482"/>
                  <a:pt x="49559" y="11478"/>
                </a:cubicBezTo>
                <a:cubicBezTo>
                  <a:pt x="49606" y="11477"/>
                  <a:pt x="49653" y="11477"/>
                  <a:pt x="49700" y="11477"/>
                </a:cubicBezTo>
                <a:cubicBezTo>
                  <a:pt x="50096" y="11477"/>
                  <a:pt x="50491" y="11506"/>
                  <a:pt x="50883" y="11506"/>
                </a:cubicBezTo>
                <a:cubicBezTo>
                  <a:pt x="51034" y="11506"/>
                  <a:pt x="51183" y="11502"/>
                  <a:pt x="51333" y="11490"/>
                </a:cubicBezTo>
                <a:cubicBezTo>
                  <a:pt x="51486" y="11480"/>
                  <a:pt x="51655" y="11448"/>
                  <a:pt x="51820" y="11448"/>
                </a:cubicBezTo>
                <a:cubicBezTo>
                  <a:pt x="51860" y="11448"/>
                  <a:pt x="51900" y="11449"/>
                  <a:pt x="51940" y="11454"/>
                </a:cubicBezTo>
                <a:cubicBezTo>
                  <a:pt x="52511" y="11490"/>
                  <a:pt x="53071" y="11502"/>
                  <a:pt x="53642" y="11526"/>
                </a:cubicBezTo>
                <a:cubicBezTo>
                  <a:pt x="54095" y="11549"/>
                  <a:pt x="54547" y="11537"/>
                  <a:pt x="55000" y="11621"/>
                </a:cubicBezTo>
                <a:cubicBezTo>
                  <a:pt x="55073" y="11636"/>
                  <a:pt x="55162" y="11650"/>
                  <a:pt x="55250" y="11650"/>
                </a:cubicBezTo>
                <a:cubicBezTo>
                  <a:pt x="55433" y="11650"/>
                  <a:pt x="55607" y="11589"/>
                  <a:pt x="55607" y="11347"/>
                </a:cubicBezTo>
                <a:cubicBezTo>
                  <a:pt x="55607" y="11037"/>
                  <a:pt x="55678" y="10740"/>
                  <a:pt x="55655" y="10430"/>
                </a:cubicBezTo>
                <a:cubicBezTo>
                  <a:pt x="55631" y="9954"/>
                  <a:pt x="55547" y="9454"/>
                  <a:pt x="55631" y="9001"/>
                </a:cubicBezTo>
                <a:cubicBezTo>
                  <a:pt x="55738" y="8406"/>
                  <a:pt x="55643" y="7823"/>
                  <a:pt x="55666" y="7227"/>
                </a:cubicBezTo>
                <a:cubicBezTo>
                  <a:pt x="55702" y="6692"/>
                  <a:pt x="55464" y="6156"/>
                  <a:pt x="55559" y="5608"/>
                </a:cubicBezTo>
                <a:cubicBezTo>
                  <a:pt x="55559" y="5549"/>
                  <a:pt x="55559" y="5489"/>
                  <a:pt x="55464" y="5477"/>
                </a:cubicBezTo>
                <a:cubicBezTo>
                  <a:pt x="55309" y="5453"/>
                  <a:pt x="55345" y="5346"/>
                  <a:pt x="55369" y="5227"/>
                </a:cubicBezTo>
                <a:cubicBezTo>
                  <a:pt x="55393" y="5132"/>
                  <a:pt x="55488" y="5037"/>
                  <a:pt x="55428" y="4930"/>
                </a:cubicBezTo>
                <a:cubicBezTo>
                  <a:pt x="55190" y="4513"/>
                  <a:pt x="55143" y="4013"/>
                  <a:pt x="54797" y="3632"/>
                </a:cubicBezTo>
                <a:cubicBezTo>
                  <a:pt x="54559" y="3382"/>
                  <a:pt x="54321" y="3155"/>
                  <a:pt x="54047" y="2953"/>
                </a:cubicBezTo>
                <a:cubicBezTo>
                  <a:pt x="53690" y="2703"/>
                  <a:pt x="53392" y="2382"/>
                  <a:pt x="53047" y="2120"/>
                </a:cubicBezTo>
                <a:cubicBezTo>
                  <a:pt x="52714" y="1870"/>
                  <a:pt x="52392" y="1584"/>
                  <a:pt x="51940" y="1548"/>
                </a:cubicBezTo>
                <a:cubicBezTo>
                  <a:pt x="51868" y="1536"/>
                  <a:pt x="51904" y="1465"/>
                  <a:pt x="51880" y="1429"/>
                </a:cubicBezTo>
                <a:cubicBezTo>
                  <a:pt x="51838" y="1344"/>
                  <a:pt x="51801" y="1241"/>
                  <a:pt x="51723" y="1241"/>
                </a:cubicBezTo>
                <a:cubicBezTo>
                  <a:pt x="51692" y="1241"/>
                  <a:pt x="51654" y="1257"/>
                  <a:pt x="51606" y="1298"/>
                </a:cubicBezTo>
                <a:cubicBezTo>
                  <a:pt x="51559" y="1342"/>
                  <a:pt x="51520" y="1359"/>
                  <a:pt x="51488" y="1359"/>
                </a:cubicBezTo>
                <a:cubicBezTo>
                  <a:pt x="51415" y="1359"/>
                  <a:pt x="51374" y="1273"/>
                  <a:pt x="51333" y="1215"/>
                </a:cubicBezTo>
                <a:cubicBezTo>
                  <a:pt x="51273" y="1131"/>
                  <a:pt x="51249" y="1012"/>
                  <a:pt x="51106" y="977"/>
                </a:cubicBezTo>
                <a:lnTo>
                  <a:pt x="51106" y="977"/>
                </a:lnTo>
                <a:cubicBezTo>
                  <a:pt x="51130" y="1155"/>
                  <a:pt x="51071" y="1215"/>
                  <a:pt x="50868" y="1215"/>
                </a:cubicBezTo>
                <a:cubicBezTo>
                  <a:pt x="50689" y="1204"/>
                  <a:pt x="50605" y="1034"/>
                  <a:pt x="50486" y="1034"/>
                </a:cubicBezTo>
                <a:cubicBezTo>
                  <a:pt x="50479" y="1034"/>
                  <a:pt x="50471" y="1035"/>
                  <a:pt x="50463" y="1036"/>
                </a:cubicBezTo>
                <a:cubicBezTo>
                  <a:pt x="50403" y="1047"/>
                  <a:pt x="50345" y="1052"/>
                  <a:pt x="50288" y="1052"/>
                </a:cubicBezTo>
                <a:cubicBezTo>
                  <a:pt x="50097" y="1052"/>
                  <a:pt x="49918" y="999"/>
                  <a:pt x="49725" y="953"/>
                </a:cubicBezTo>
                <a:cubicBezTo>
                  <a:pt x="49284" y="851"/>
                  <a:pt x="48864" y="642"/>
                  <a:pt x="48394" y="642"/>
                </a:cubicBezTo>
                <a:cubicBezTo>
                  <a:pt x="48370" y="642"/>
                  <a:pt x="48345" y="642"/>
                  <a:pt x="48320" y="643"/>
                </a:cubicBezTo>
                <a:cubicBezTo>
                  <a:pt x="48307" y="644"/>
                  <a:pt x="48294" y="644"/>
                  <a:pt x="48280" y="644"/>
                </a:cubicBezTo>
                <a:cubicBezTo>
                  <a:pt x="47961" y="644"/>
                  <a:pt x="47653" y="512"/>
                  <a:pt x="47344" y="512"/>
                </a:cubicBezTo>
                <a:cubicBezTo>
                  <a:pt x="46951" y="500"/>
                  <a:pt x="34652" y="441"/>
                  <a:pt x="34259" y="417"/>
                </a:cubicBezTo>
                <a:cubicBezTo>
                  <a:pt x="34033" y="393"/>
                  <a:pt x="33818" y="358"/>
                  <a:pt x="33592" y="322"/>
                </a:cubicBezTo>
                <a:cubicBezTo>
                  <a:pt x="33411" y="303"/>
                  <a:pt x="33183" y="161"/>
                  <a:pt x="33045" y="161"/>
                </a:cubicBezTo>
                <a:cubicBezTo>
                  <a:pt x="33011" y="161"/>
                  <a:pt x="32982" y="170"/>
                  <a:pt x="32961" y="191"/>
                </a:cubicBezTo>
                <a:cubicBezTo>
                  <a:pt x="32864" y="294"/>
                  <a:pt x="32807" y="333"/>
                  <a:pt x="32771" y="333"/>
                </a:cubicBezTo>
                <a:cubicBezTo>
                  <a:pt x="32678" y="333"/>
                  <a:pt x="32727" y="77"/>
                  <a:pt x="32616" y="0"/>
                </a:cubicBezTo>
                <a:close/>
              </a:path>
            </a:pathLst>
          </a:custGeom>
          <a:solidFill>
            <a:srgbClr val="0B4585"/>
          </a:solid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dirty="0">
                <a:solidFill>
                  <a:schemeClr val="bg1"/>
                </a:solidFill>
                <a:latin typeface="Fira Sans Extra Condensed Medium"/>
                <a:sym typeface="Fira Sans Extra Condensed Medium"/>
              </a:rPr>
              <a:t>Advertising</a:t>
            </a:r>
            <a:endParaRPr dirty="0">
              <a:solidFill>
                <a:schemeClr val="bg1"/>
              </a:solidFill>
            </a:endParaRPr>
          </a:p>
        </p:txBody>
      </p:sp>
      <p:grpSp>
        <p:nvGrpSpPr>
          <p:cNvPr id="12" name="Google Shape;377;p21">
            <a:extLst>
              <a:ext uri="{FF2B5EF4-FFF2-40B4-BE49-F238E27FC236}">
                <a16:creationId xmlns:a16="http://schemas.microsoft.com/office/drawing/2014/main" id="{8ED03E04-1C5D-9A0F-53E3-F44C96C93E32}"/>
              </a:ext>
            </a:extLst>
          </p:cNvPr>
          <p:cNvGrpSpPr/>
          <p:nvPr/>
        </p:nvGrpSpPr>
        <p:grpSpPr>
          <a:xfrm>
            <a:off x="1249237" y="4680659"/>
            <a:ext cx="3395423" cy="1775313"/>
            <a:chOff x="2887738" y="3221212"/>
            <a:chExt cx="1680588" cy="1462562"/>
          </a:xfrm>
          <a:solidFill>
            <a:schemeClr val="tx1">
              <a:lumMod val="95000"/>
              <a:lumOff val="5000"/>
            </a:schemeClr>
          </a:solidFill>
        </p:grpSpPr>
        <p:sp>
          <p:nvSpPr>
            <p:cNvPr id="13" name="Google Shape;378;p21">
              <a:extLst>
                <a:ext uri="{FF2B5EF4-FFF2-40B4-BE49-F238E27FC236}">
                  <a16:creationId xmlns:a16="http://schemas.microsoft.com/office/drawing/2014/main" id="{B2D72E9E-9C32-F7B8-F962-80F8FE00262E}"/>
                </a:ext>
              </a:extLst>
            </p:cNvPr>
            <p:cNvSpPr/>
            <p:nvPr/>
          </p:nvSpPr>
          <p:spPr>
            <a:xfrm>
              <a:off x="2887738" y="3221212"/>
              <a:ext cx="1680588" cy="1462562"/>
            </a:xfrm>
            <a:custGeom>
              <a:avLst/>
              <a:gdLst/>
              <a:ahLst/>
              <a:cxnLst/>
              <a:rect l="l" t="t" r="r" b="b"/>
              <a:pathLst>
                <a:path w="58782" h="57250" extrusionOk="0">
                  <a:moveTo>
                    <a:pt x="33252" y="1059"/>
                  </a:moveTo>
                  <a:cubicBezTo>
                    <a:pt x="33276" y="1059"/>
                    <a:pt x="33297" y="1068"/>
                    <a:pt x="33314" y="1091"/>
                  </a:cubicBezTo>
                  <a:cubicBezTo>
                    <a:pt x="33427" y="1232"/>
                    <a:pt x="33582" y="1273"/>
                    <a:pt x="33726" y="1273"/>
                  </a:cubicBezTo>
                  <a:cubicBezTo>
                    <a:pt x="33825" y="1273"/>
                    <a:pt x="33920" y="1254"/>
                    <a:pt x="33993" y="1234"/>
                  </a:cubicBezTo>
                  <a:cubicBezTo>
                    <a:pt x="34118" y="1191"/>
                    <a:pt x="34240" y="1177"/>
                    <a:pt x="34361" y="1177"/>
                  </a:cubicBezTo>
                  <a:cubicBezTo>
                    <a:pt x="34539" y="1177"/>
                    <a:pt x="34711" y="1208"/>
                    <a:pt x="34874" y="1222"/>
                  </a:cubicBezTo>
                  <a:cubicBezTo>
                    <a:pt x="35017" y="1233"/>
                    <a:pt x="35160" y="1237"/>
                    <a:pt x="35303" y="1237"/>
                  </a:cubicBezTo>
                  <a:cubicBezTo>
                    <a:pt x="35588" y="1237"/>
                    <a:pt x="35872" y="1222"/>
                    <a:pt x="36153" y="1222"/>
                  </a:cubicBezTo>
                  <a:cubicBezTo>
                    <a:pt x="36364" y="1222"/>
                    <a:pt x="36573" y="1230"/>
                    <a:pt x="36779" y="1258"/>
                  </a:cubicBezTo>
                  <a:cubicBezTo>
                    <a:pt x="36893" y="1270"/>
                    <a:pt x="37606" y="1273"/>
                    <a:pt x="38608" y="1273"/>
                  </a:cubicBezTo>
                  <a:cubicBezTo>
                    <a:pt x="39422" y="1273"/>
                    <a:pt x="40426" y="1271"/>
                    <a:pt x="41455" y="1271"/>
                  </a:cubicBezTo>
                  <a:cubicBezTo>
                    <a:pt x="44060" y="1271"/>
                    <a:pt x="46826" y="1283"/>
                    <a:pt x="47066" y="1365"/>
                  </a:cubicBezTo>
                  <a:cubicBezTo>
                    <a:pt x="47387" y="1489"/>
                    <a:pt x="47726" y="1524"/>
                    <a:pt x="48069" y="1524"/>
                  </a:cubicBezTo>
                  <a:cubicBezTo>
                    <a:pt x="48286" y="1524"/>
                    <a:pt x="48504" y="1510"/>
                    <a:pt x="48721" y="1496"/>
                  </a:cubicBezTo>
                  <a:cubicBezTo>
                    <a:pt x="48764" y="1490"/>
                    <a:pt x="48838" y="1459"/>
                    <a:pt x="48908" y="1459"/>
                  </a:cubicBezTo>
                  <a:cubicBezTo>
                    <a:pt x="48975" y="1459"/>
                    <a:pt x="49037" y="1487"/>
                    <a:pt x="49066" y="1592"/>
                  </a:cubicBezTo>
                  <a:cubicBezTo>
                    <a:pt x="49075" y="1609"/>
                    <a:pt x="49116" y="1620"/>
                    <a:pt x="49142" y="1620"/>
                  </a:cubicBezTo>
                  <a:cubicBezTo>
                    <a:pt x="49151" y="1620"/>
                    <a:pt x="49158" y="1619"/>
                    <a:pt x="49162" y="1615"/>
                  </a:cubicBezTo>
                  <a:cubicBezTo>
                    <a:pt x="49263" y="1529"/>
                    <a:pt x="49362" y="1499"/>
                    <a:pt x="49459" y="1499"/>
                  </a:cubicBezTo>
                  <a:cubicBezTo>
                    <a:pt x="49673" y="1499"/>
                    <a:pt x="49880" y="1640"/>
                    <a:pt x="50092" y="1640"/>
                  </a:cubicBezTo>
                  <a:cubicBezTo>
                    <a:pt x="50104" y="1640"/>
                    <a:pt x="50115" y="1640"/>
                    <a:pt x="50126" y="1639"/>
                  </a:cubicBezTo>
                  <a:cubicBezTo>
                    <a:pt x="50181" y="1635"/>
                    <a:pt x="50235" y="1631"/>
                    <a:pt x="50287" y="1631"/>
                  </a:cubicBezTo>
                  <a:cubicBezTo>
                    <a:pt x="50404" y="1631"/>
                    <a:pt x="50512" y="1655"/>
                    <a:pt x="50602" y="1770"/>
                  </a:cubicBezTo>
                  <a:cubicBezTo>
                    <a:pt x="50636" y="1816"/>
                    <a:pt x="50679" y="1831"/>
                    <a:pt x="50725" y="1831"/>
                  </a:cubicBezTo>
                  <a:cubicBezTo>
                    <a:pt x="50776" y="1831"/>
                    <a:pt x="50832" y="1813"/>
                    <a:pt x="50888" y="1794"/>
                  </a:cubicBezTo>
                  <a:cubicBezTo>
                    <a:pt x="50982" y="1760"/>
                    <a:pt x="51074" y="1746"/>
                    <a:pt x="51163" y="1746"/>
                  </a:cubicBezTo>
                  <a:cubicBezTo>
                    <a:pt x="51513" y="1746"/>
                    <a:pt x="51832" y="1958"/>
                    <a:pt x="52174" y="1996"/>
                  </a:cubicBezTo>
                  <a:cubicBezTo>
                    <a:pt x="52273" y="2007"/>
                    <a:pt x="52382" y="2069"/>
                    <a:pt x="52501" y="2069"/>
                  </a:cubicBezTo>
                  <a:cubicBezTo>
                    <a:pt x="52511" y="2069"/>
                    <a:pt x="52521" y="2069"/>
                    <a:pt x="52531" y="2068"/>
                  </a:cubicBezTo>
                  <a:cubicBezTo>
                    <a:pt x="52570" y="2064"/>
                    <a:pt x="52607" y="2062"/>
                    <a:pt x="52643" y="2062"/>
                  </a:cubicBezTo>
                  <a:cubicBezTo>
                    <a:pt x="52841" y="2062"/>
                    <a:pt x="53007" y="2121"/>
                    <a:pt x="53198" y="2282"/>
                  </a:cubicBezTo>
                  <a:cubicBezTo>
                    <a:pt x="53378" y="2454"/>
                    <a:pt x="53640" y="2513"/>
                    <a:pt x="53886" y="2513"/>
                  </a:cubicBezTo>
                  <a:cubicBezTo>
                    <a:pt x="54015" y="2513"/>
                    <a:pt x="54139" y="2497"/>
                    <a:pt x="54246" y="2473"/>
                  </a:cubicBezTo>
                  <a:cubicBezTo>
                    <a:pt x="54313" y="2457"/>
                    <a:pt x="54378" y="2450"/>
                    <a:pt x="54440" y="2450"/>
                  </a:cubicBezTo>
                  <a:cubicBezTo>
                    <a:pt x="54703" y="2450"/>
                    <a:pt x="54911" y="2574"/>
                    <a:pt x="55055" y="2651"/>
                  </a:cubicBezTo>
                  <a:cubicBezTo>
                    <a:pt x="55460" y="2877"/>
                    <a:pt x="55913" y="3068"/>
                    <a:pt x="56234" y="3449"/>
                  </a:cubicBezTo>
                  <a:cubicBezTo>
                    <a:pt x="56508" y="3770"/>
                    <a:pt x="56782" y="4080"/>
                    <a:pt x="56829" y="4532"/>
                  </a:cubicBezTo>
                  <a:cubicBezTo>
                    <a:pt x="56841" y="4604"/>
                    <a:pt x="56901" y="4675"/>
                    <a:pt x="56948" y="4735"/>
                  </a:cubicBezTo>
                  <a:cubicBezTo>
                    <a:pt x="57413" y="5259"/>
                    <a:pt x="57329" y="5913"/>
                    <a:pt x="57484" y="6759"/>
                  </a:cubicBezTo>
                  <a:cubicBezTo>
                    <a:pt x="57722" y="7164"/>
                    <a:pt x="57246" y="7771"/>
                    <a:pt x="57377" y="8414"/>
                  </a:cubicBezTo>
                  <a:cubicBezTo>
                    <a:pt x="57448" y="8747"/>
                    <a:pt x="57270" y="9152"/>
                    <a:pt x="57353" y="9509"/>
                  </a:cubicBezTo>
                  <a:cubicBezTo>
                    <a:pt x="57496" y="10152"/>
                    <a:pt x="57246" y="10795"/>
                    <a:pt x="57413" y="11426"/>
                  </a:cubicBezTo>
                  <a:cubicBezTo>
                    <a:pt x="57448" y="11617"/>
                    <a:pt x="57341" y="11819"/>
                    <a:pt x="57365" y="12021"/>
                  </a:cubicBezTo>
                  <a:cubicBezTo>
                    <a:pt x="57389" y="12200"/>
                    <a:pt x="57198" y="12176"/>
                    <a:pt x="57103" y="12188"/>
                  </a:cubicBezTo>
                  <a:cubicBezTo>
                    <a:pt x="56729" y="12259"/>
                    <a:pt x="56322" y="12337"/>
                    <a:pt x="55957" y="12337"/>
                  </a:cubicBezTo>
                  <a:cubicBezTo>
                    <a:pt x="55833" y="12337"/>
                    <a:pt x="55714" y="12328"/>
                    <a:pt x="55603" y="12307"/>
                  </a:cubicBezTo>
                  <a:cubicBezTo>
                    <a:pt x="55525" y="12293"/>
                    <a:pt x="55447" y="12289"/>
                    <a:pt x="55367" y="12289"/>
                  </a:cubicBezTo>
                  <a:cubicBezTo>
                    <a:pt x="55216" y="12289"/>
                    <a:pt x="55062" y="12305"/>
                    <a:pt x="54907" y="12305"/>
                  </a:cubicBezTo>
                  <a:cubicBezTo>
                    <a:pt x="54720" y="12305"/>
                    <a:pt x="54530" y="12281"/>
                    <a:pt x="54341" y="12176"/>
                  </a:cubicBezTo>
                  <a:cubicBezTo>
                    <a:pt x="54213" y="12101"/>
                    <a:pt x="54046" y="12082"/>
                    <a:pt x="53866" y="12082"/>
                  </a:cubicBezTo>
                  <a:cubicBezTo>
                    <a:pt x="53666" y="12082"/>
                    <a:pt x="53451" y="12106"/>
                    <a:pt x="53252" y="12106"/>
                  </a:cubicBezTo>
                  <a:cubicBezTo>
                    <a:pt x="53229" y="12106"/>
                    <a:pt x="53208" y="12105"/>
                    <a:pt x="53186" y="12105"/>
                  </a:cubicBezTo>
                  <a:cubicBezTo>
                    <a:pt x="53051" y="12097"/>
                    <a:pt x="52913" y="12093"/>
                    <a:pt x="52775" y="12093"/>
                  </a:cubicBezTo>
                  <a:cubicBezTo>
                    <a:pt x="52499" y="12093"/>
                    <a:pt x="52222" y="12109"/>
                    <a:pt x="51960" y="12140"/>
                  </a:cubicBezTo>
                  <a:cubicBezTo>
                    <a:pt x="51388" y="12212"/>
                    <a:pt x="50817" y="12200"/>
                    <a:pt x="50245" y="12259"/>
                  </a:cubicBezTo>
                  <a:cubicBezTo>
                    <a:pt x="49447" y="12343"/>
                    <a:pt x="48638" y="12343"/>
                    <a:pt x="47828" y="12414"/>
                  </a:cubicBezTo>
                  <a:cubicBezTo>
                    <a:pt x="46947" y="12474"/>
                    <a:pt x="37148" y="12557"/>
                    <a:pt x="36279" y="12605"/>
                  </a:cubicBezTo>
                  <a:cubicBezTo>
                    <a:pt x="36338" y="12602"/>
                    <a:pt x="36376" y="12601"/>
                    <a:pt x="36393" y="12601"/>
                  </a:cubicBezTo>
                  <a:cubicBezTo>
                    <a:pt x="36657" y="12601"/>
                    <a:pt x="32014" y="12927"/>
                    <a:pt x="27349" y="12938"/>
                  </a:cubicBezTo>
                  <a:cubicBezTo>
                    <a:pt x="26943" y="12938"/>
                    <a:pt x="26527" y="13034"/>
                    <a:pt x="26140" y="13034"/>
                  </a:cubicBezTo>
                  <a:cubicBezTo>
                    <a:pt x="26118" y="13034"/>
                    <a:pt x="26097" y="13034"/>
                    <a:pt x="26075" y="13033"/>
                  </a:cubicBezTo>
                  <a:cubicBezTo>
                    <a:pt x="26003" y="13032"/>
                    <a:pt x="25809" y="13032"/>
                    <a:pt x="25519" y="13032"/>
                  </a:cubicBezTo>
                  <a:cubicBezTo>
                    <a:pt x="23130" y="13032"/>
                    <a:pt x="14240" y="13072"/>
                    <a:pt x="13645" y="13093"/>
                  </a:cubicBezTo>
                  <a:cubicBezTo>
                    <a:pt x="13110" y="13117"/>
                    <a:pt x="12562" y="13069"/>
                    <a:pt x="12014" y="13176"/>
                  </a:cubicBezTo>
                  <a:cubicBezTo>
                    <a:pt x="11916" y="13198"/>
                    <a:pt x="11809" y="13206"/>
                    <a:pt x="11699" y="13206"/>
                  </a:cubicBezTo>
                  <a:cubicBezTo>
                    <a:pt x="11474" y="13206"/>
                    <a:pt x="11232" y="13175"/>
                    <a:pt x="11005" y="13175"/>
                  </a:cubicBezTo>
                  <a:cubicBezTo>
                    <a:pt x="10980" y="13175"/>
                    <a:pt x="10955" y="13175"/>
                    <a:pt x="10931" y="13176"/>
                  </a:cubicBezTo>
                  <a:cubicBezTo>
                    <a:pt x="10881" y="13179"/>
                    <a:pt x="10831" y="13180"/>
                    <a:pt x="10782" y="13180"/>
                  </a:cubicBezTo>
                  <a:cubicBezTo>
                    <a:pt x="10493" y="13180"/>
                    <a:pt x="10204" y="13144"/>
                    <a:pt x="9911" y="13144"/>
                  </a:cubicBezTo>
                  <a:cubicBezTo>
                    <a:pt x="9772" y="13144"/>
                    <a:pt x="9631" y="13152"/>
                    <a:pt x="9490" y="13176"/>
                  </a:cubicBezTo>
                  <a:cubicBezTo>
                    <a:pt x="9270" y="13218"/>
                    <a:pt x="9035" y="13227"/>
                    <a:pt x="8796" y="13227"/>
                  </a:cubicBezTo>
                  <a:cubicBezTo>
                    <a:pt x="8618" y="13227"/>
                    <a:pt x="8438" y="13222"/>
                    <a:pt x="8261" y="13222"/>
                  </a:cubicBezTo>
                  <a:cubicBezTo>
                    <a:pt x="8202" y="13222"/>
                    <a:pt x="8143" y="13222"/>
                    <a:pt x="8085" y="13224"/>
                  </a:cubicBezTo>
                  <a:cubicBezTo>
                    <a:pt x="7690" y="13234"/>
                    <a:pt x="7295" y="13251"/>
                    <a:pt x="6894" y="13251"/>
                  </a:cubicBezTo>
                  <a:cubicBezTo>
                    <a:pt x="6799" y="13251"/>
                    <a:pt x="6704" y="13250"/>
                    <a:pt x="6609" y="13248"/>
                  </a:cubicBezTo>
                  <a:cubicBezTo>
                    <a:pt x="5990" y="13230"/>
                    <a:pt x="5371" y="13219"/>
                    <a:pt x="4752" y="13219"/>
                  </a:cubicBezTo>
                  <a:cubicBezTo>
                    <a:pt x="4526" y="13219"/>
                    <a:pt x="4299" y="13221"/>
                    <a:pt x="4073" y="13224"/>
                  </a:cubicBezTo>
                  <a:cubicBezTo>
                    <a:pt x="4012" y="13225"/>
                    <a:pt x="3951" y="13225"/>
                    <a:pt x="3891" y="13225"/>
                  </a:cubicBezTo>
                  <a:cubicBezTo>
                    <a:pt x="3661" y="13225"/>
                    <a:pt x="3431" y="13219"/>
                    <a:pt x="3201" y="13219"/>
                  </a:cubicBezTo>
                  <a:cubicBezTo>
                    <a:pt x="2789" y="13219"/>
                    <a:pt x="2377" y="13238"/>
                    <a:pt x="1965" y="13343"/>
                  </a:cubicBezTo>
                  <a:cubicBezTo>
                    <a:pt x="1918" y="13356"/>
                    <a:pt x="1874" y="13363"/>
                    <a:pt x="1835" y="13363"/>
                  </a:cubicBezTo>
                  <a:cubicBezTo>
                    <a:pt x="1664" y="13363"/>
                    <a:pt x="1567" y="13239"/>
                    <a:pt x="1596" y="12998"/>
                  </a:cubicBezTo>
                  <a:cubicBezTo>
                    <a:pt x="1703" y="11878"/>
                    <a:pt x="1608" y="10759"/>
                    <a:pt x="1644" y="9640"/>
                  </a:cubicBezTo>
                  <a:cubicBezTo>
                    <a:pt x="1680" y="8890"/>
                    <a:pt x="1584" y="8116"/>
                    <a:pt x="1799" y="7402"/>
                  </a:cubicBezTo>
                  <a:cubicBezTo>
                    <a:pt x="1965" y="6842"/>
                    <a:pt x="1953" y="6294"/>
                    <a:pt x="2049" y="5747"/>
                  </a:cubicBezTo>
                  <a:cubicBezTo>
                    <a:pt x="2132" y="5235"/>
                    <a:pt x="2537" y="4890"/>
                    <a:pt x="2918" y="4568"/>
                  </a:cubicBezTo>
                  <a:cubicBezTo>
                    <a:pt x="3323" y="4211"/>
                    <a:pt x="3727" y="3854"/>
                    <a:pt x="4132" y="3485"/>
                  </a:cubicBezTo>
                  <a:cubicBezTo>
                    <a:pt x="4406" y="3246"/>
                    <a:pt x="4775" y="3199"/>
                    <a:pt x="5073" y="3008"/>
                  </a:cubicBezTo>
                  <a:cubicBezTo>
                    <a:pt x="5525" y="2723"/>
                    <a:pt x="6049" y="2592"/>
                    <a:pt x="6549" y="2544"/>
                  </a:cubicBezTo>
                  <a:cubicBezTo>
                    <a:pt x="7238" y="2487"/>
                    <a:pt x="7872" y="2186"/>
                    <a:pt x="8557" y="2186"/>
                  </a:cubicBezTo>
                  <a:cubicBezTo>
                    <a:pt x="8582" y="2186"/>
                    <a:pt x="8607" y="2186"/>
                    <a:pt x="8633" y="2187"/>
                  </a:cubicBezTo>
                  <a:cubicBezTo>
                    <a:pt x="8655" y="2187"/>
                    <a:pt x="8676" y="2187"/>
                    <a:pt x="8695" y="2187"/>
                  </a:cubicBezTo>
                  <a:cubicBezTo>
                    <a:pt x="8811" y="2187"/>
                    <a:pt x="8881" y="2178"/>
                    <a:pt x="8942" y="2056"/>
                  </a:cubicBezTo>
                  <a:cubicBezTo>
                    <a:pt x="8953" y="2024"/>
                    <a:pt x="9002" y="1983"/>
                    <a:pt x="9020" y="1983"/>
                  </a:cubicBezTo>
                  <a:cubicBezTo>
                    <a:pt x="9023" y="1983"/>
                    <a:pt x="9024" y="1983"/>
                    <a:pt x="9026" y="1984"/>
                  </a:cubicBezTo>
                  <a:cubicBezTo>
                    <a:pt x="9145" y="2069"/>
                    <a:pt x="9265" y="2097"/>
                    <a:pt x="9386" y="2097"/>
                  </a:cubicBezTo>
                  <a:cubicBezTo>
                    <a:pt x="9636" y="2097"/>
                    <a:pt x="9888" y="1975"/>
                    <a:pt x="10137" y="1975"/>
                  </a:cubicBezTo>
                  <a:cubicBezTo>
                    <a:pt x="10175" y="1975"/>
                    <a:pt x="10214" y="1978"/>
                    <a:pt x="10252" y="1984"/>
                  </a:cubicBezTo>
                  <a:cubicBezTo>
                    <a:pt x="10277" y="1993"/>
                    <a:pt x="10313" y="2007"/>
                    <a:pt x="10337" y="2007"/>
                  </a:cubicBezTo>
                  <a:cubicBezTo>
                    <a:pt x="10347" y="2007"/>
                    <a:pt x="10355" y="2004"/>
                    <a:pt x="10359" y="1996"/>
                  </a:cubicBezTo>
                  <a:cubicBezTo>
                    <a:pt x="10504" y="1846"/>
                    <a:pt x="10674" y="1823"/>
                    <a:pt x="10848" y="1823"/>
                  </a:cubicBezTo>
                  <a:cubicBezTo>
                    <a:pt x="10926" y="1823"/>
                    <a:pt x="11004" y="1828"/>
                    <a:pt x="11081" y="1828"/>
                  </a:cubicBezTo>
                  <a:cubicBezTo>
                    <a:pt x="11203" y="1828"/>
                    <a:pt x="11322" y="1817"/>
                    <a:pt x="11431" y="1758"/>
                  </a:cubicBezTo>
                  <a:cubicBezTo>
                    <a:pt x="11610" y="1657"/>
                    <a:pt x="11801" y="1634"/>
                    <a:pt x="11994" y="1634"/>
                  </a:cubicBezTo>
                  <a:cubicBezTo>
                    <a:pt x="12161" y="1634"/>
                    <a:pt x="12330" y="1652"/>
                    <a:pt x="12493" y="1652"/>
                  </a:cubicBezTo>
                  <a:cubicBezTo>
                    <a:pt x="12654" y="1652"/>
                    <a:pt x="12809" y="1635"/>
                    <a:pt x="12955" y="1568"/>
                  </a:cubicBezTo>
                  <a:cubicBezTo>
                    <a:pt x="13407" y="1353"/>
                    <a:pt x="13872" y="1532"/>
                    <a:pt x="14324" y="1341"/>
                  </a:cubicBezTo>
                  <a:cubicBezTo>
                    <a:pt x="14361" y="1328"/>
                    <a:pt x="15266" y="1324"/>
                    <a:pt x="16543" y="1324"/>
                  </a:cubicBezTo>
                  <a:cubicBezTo>
                    <a:pt x="18247" y="1324"/>
                    <a:pt x="20614" y="1331"/>
                    <a:pt x="22474" y="1331"/>
                  </a:cubicBezTo>
                  <a:cubicBezTo>
                    <a:pt x="24102" y="1331"/>
                    <a:pt x="25341" y="1326"/>
                    <a:pt x="25409" y="1306"/>
                  </a:cubicBezTo>
                  <a:cubicBezTo>
                    <a:pt x="25472" y="1288"/>
                    <a:pt x="25536" y="1281"/>
                    <a:pt x="25601" y="1281"/>
                  </a:cubicBezTo>
                  <a:cubicBezTo>
                    <a:pt x="25785" y="1281"/>
                    <a:pt x="25972" y="1335"/>
                    <a:pt x="26154" y="1335"/>
                  </a:cubicBezTo>
                  <a:cubicBezTo>
                    <a:pt x="26290" y="1335"/>
                    <a:pt x="26424" y="1305"/>
                    <a:pt x="26552" y="1199"/>
                  </a:cubicBezTo>
                  <a:cubicBezTo>
                    <a:pt x="26572" y="1182"/>
                    <a:pt x="26600" y="1175"/>
                    <a:pt x="26634" y="1175"/>
                  </a:cubicBezTo>
                  <a:cubicBezTo>
                    <a:pt x="26720" y="1175"/>
                    <a:pt x="26839" y="1217"/>
                    <a:pt x="26933" y="1234"/>
                  </a:cubicBezTo>
                  <a:cubicBezTo>
                    <a:pt x="27088" y="1260"/>
                    <a:pt x="27235" y="1293"/>
                    <a:pt x="27386" y="1293"/>
                  </a:cubicBezTo>
                  <a:cubicBezTo>
                    <a:pt x="27513" y="1293"/>
                    <a:pt x="27642" y="1270"/>
                    <a:pt x="27778" y="1199"/>
                  </a:cubicBezTo>
                  <a:cubicBezTo>
                    <a:pt x="27824" y="1177"/>
                    <a:pt x="27877" y="1170"/>
                    <a:pt x="27934" y="1170"/>
                  </a:cubicBezTo>
                  <a:cubicBezTo>
                    <a:pt x="28065" y="1170"/>
                    <a:pt x="28216" y="1211"/>
                    <a:pt x="28350" y="1211"/>
                  </a:cubicBezTo>
                  <a:cubicBezTo>
                    <a:pt x="28613" y="1226"/>
                    <a:pt x="29416" y="1245"/>
                    <a:pt x="30299" y="1245"/>
                  </a:cubicBezTo>
                  <a:cubicBezTo>
                    <a:pt x="31492" y="1245"/>
                    <a:pt x="32829" y="1210"/>
                    <a:pt x="33172" y="1080"/>
                  </a:cubicBezTo>
                  <a:cubicBezTo>
                    <a:pt x="33201" y="1068"/>
                    <a:pt x="33228" y="1059"/>
                    <a:pt x="33252" y="1059"/>
                  </a:cubicBezTo>
                  <a:close/>
                  <a:moveTo>
                    <a:pt x="52258" y="13048"/>
                  </a:moveTo>
                  <a:cubicBezTo>
                    <a:pt x="52330" y="13048"/>
                    <a:pt x="52418" y="13093"/>
                    <a:pt x="52495" y="13093"/>
                  </a:cubicBezTo>
                  <a:cubicBezTo>
                    <a:pt x="52630" y="13070"/>
                    <a:pt x="52764" y="13061"/>
                    <a:pt x="52898" y="13061"/>
                  </a:cubicBezTo>
                  <a:cubicBezTo>
                    <a:pt x="53260" y="13061"/>
                    <a:pt x="53619" y="13131"/>
                    <a:pt x="53984" y="13200"/>
                  </a:cubicBezTo>
                  <a:cubicBezTo>
                    <a:pt x="54157" y="13230"/>
                    <a:pt x="54340" y="13235"/>
                    <a:pt x="54524" y="13235"/>
                  </a:cubicBezTo>
                  <a:cubicBezTo>
                    <a:pt x="54619" y="13235"/>
                    <a:pt x="54713" y="13233"/>
                    <a:pt x="54807" y="13233"/>
                  </a:cubicBezTo>
                  <a:cubicBezTo>
                    <a:pt x="54971" y="13233"/>
                    <a:pt x="55131" y="13237"/>
                    <a:pt x="55281" y="13260"/>
                  </a:cubicBezTo>
                  <a:cubicBezTo>
                    <a:pt x="55307" y="13262"/>
                    <a:pt x="55333" y="13264"/>
                    <a:pt x="55358" y="13264"/>
                  </a:cubicBezTo>
                  <a:cubicBezTo>
                    <a:pt x="55556" y="13264"/>
                    <a:pt x="55750" y="13188"/>
                    <a:pt x="55946" y="13188"/>
                  </a:cubicBezTo>
                  <a:cubicBezTo>
                    <a:pt x="56041" y="13188"/>
                    <a:pt x="56137" y="13206"/>
                    <a:pt x="56234" y="13260"/>
                  </a:cubicBezTo>
                  <a:cubicBezTo>
                    <a:pt x="56275" y="13284"/>
                    <a:pt x="56329" y="13294"/>
                    <a:pt x="56390" y="13294"/>
                  </a:cubicBezTo>
                  <a:cubicBezTo>
                    <a:pt x="56508" y="13294"/>
                    <a:pt x="56652" y="13255"/>
                    <a:pt x="56770" y="13200"/>
                  </a:cubicBezTo>
                  <a:cubicBezTo>
                    <a:pt x="56843" y="13169"/>
                    <a:pt x="56918" y="13154"/>
                    <a:pt x="56990" y="13154"/>
                  </a:cubicBezTo>
                  <a:cubicBezTo>
                    <a:pt x="57244" y="13154"/>
                    <a:pt x="57466" y="13338"/>
                    <a:pt x="57484" y="13617"/>
                  </a:cubicBezTo>
                  <a:cubicBezTo>
                    <a:pt x="57532" y="14212"/>
                    <a:pt x="57508" y="14819"/>
                    <a:pt x="57567" y="15415"/>
                  </a:cubicBezTo>
                  <a:cubicBezTo>
                    <a:pt x="57651" y="16379"/>
                    <a:pt x="57520" y="17332"/>
                    <a:pt x="57591" y="18296"/>
                  </a:cubicBezTo>
                  <a:cubicBezTo>
                    <a:pt x="57615" y="18725"/>
                    <a:pt x="57591" y="19201"/>
                    <a:pt x="57496" y="19629"/>
                  </a:cubicBezTo>
                  <a:cubicBezTo>
                    <a:pt x="57437" y="19915"/>
                    <a:pt x="57508" y="20177"/>
                    <a:pt x="57496" y="20439"/>
                  </a:cubicBezTo>
                  <a:cubicBezTo>
                    <a:pt x="57448" y="21237"/>
                    <a:pt x="57508" y="22035"/>
                    <a:pt x="57496" y="22820"/>
                  </a:cubicBezTo>
                  <a:cubicBezTo>
                    <a:pt x="57496" y="23475"/>
                    <a:pt x="57389" y="24142"/>
                    <a:pt x="57448" y="24785"/>
                  </a:cubicBezTo>
                  <a:cubicBezTo>
                    <a:pt x="57508" y="25571"/>
                    <a:pt x="57401" y="26345"/>
                    <a:pt x="57401" y="27118"/>
                  </a:cubicBezTo>
                  <a:cubicBezTo>
                    <a:pt x="57413" y="27857"/>
                    <a:pt x="57532" y="28619"/>
                    <a:pt x="57413" y="29357"/>
                  </a:cubicBezTo>
                  <a:cubicBezTo>
                    <a:pt x="57353" y="29797"/>
                    <a:pt x="57294" y="30262"/>
                    <a:pt x="57365" y="30667"/>
                  </a:cubicBezTo>
                  <a:cubicBezTo>
                    <a:pt x="57472" y="31274"/>
                    <a:pt x="57306" y="31857"/>
                    <a:pt x="57377" y="32452"/>
                  </a:cubicBezTo>
                  <a:cubicBezTo>
                    <a:pt x="57425" y="32845"/>
                    <a:pt x="57377" y="33310"/>
                    <a:pt x="57329" y="33738"/>
                  </a:cubicBezTo>
                  <a:cubicBezTo>
                    <a:pt x="57282" y="34143"/>
                    <a:pt x="57341" y="34548"/>
                    <a:pt x="57341" y="34941"/>
                  </a:cubicBezTo>
                  <a:cubicBezTo>
                    <a:pt x="57341" y="35441"/>
                    <a:pt x="57353" y="35941"/>
                    <a:pt x="57341" y="36441"/>
                  </a:cubicBezTo>
                  <a:cubicBezTo>
                    <a:pt x="57329" y="36834"/>
                    <a:pt x="57413" y="37239"/>
                    <a:pt x="57401" y="37608"/>
                  </a:cubicBezTo>
                  <a:cubicBezTo>
                    <a:pt x="57377" y="38036"/>
                    <a:pt x="57341" y="38465"/>
                    <a:pt x="57365" y="38906"/>
                  </a:cubicBezTo>
                  <a:cubicBezTo>
                    <a:pt x="57389" y="39560"/>
                    <a:pt x="57341" y="40227"/>
                    <a:pt x="57389" y="40894"/>
                  </a:cubicBezTo>
                  <a:cubicBezTo>
                    <a:pt x="57425" y="41263"/>
                    <a:pt x="57484" y="41668"/>
                    <a:pt x="57401" y="42073"/>
                  </a:cubicBezTo>
                  <a:cubicBezTo>
                    <a:pt x="57353" y="42311"/>
                    <a:pt x="57317" y="42644"/>
                    <a:pt x="57425" y="42942"/>
                  </a:cubicBezTo>
                  <a:cubicBezTo>
                    <a:pt x="57508" y="43180"/>
                    <a:pt x="57496" y="43478"/>
                    <a:pt x="57425" y="43751"/>
                  </a:cubicBezTo>
                  <a:cubicBezTo>
                    <a:pt x="57341" y="44073"/>
                    <a:pt x="57401" y="44430"/>
                    <a:pt x="57389" y="44775"/>
                  </a:cubicBezTo>
                  <a:cubicBezTo>
                    <a:pt x="57365" y="45311"/>
                    <a:pt x="57270" y="45871"/>
                    <a:pt x="57329" y="46395"/>
                  </a:cubicBezTo>
                  <a:cubicBezTo>
                    <a:pt x="57389" y="46895"/>
                    <a:pt x="57234" y="47359"/>
                    <a:pt x="57210" y="47835"/>
                  </a:cubicBezTo>
                  <a:cubicBezTo>
                    <a:pt x="57186" y="48300"/>
                    <a:pt x="57198" y="48776"/>
                    <a:pt x="57020" y="49228"/>
                  </a:cubicBezTo>
                  <a:cubicBezTo>
                    <a:pt x="56936" y="49455"/>
                    <a:pt x="57079" y="49716"/>
                    <a:pt x="56972" y="49967"/>
                  </a:cubicBezTo>
                  <a:cubicBezTo>
                    <a:pt x="56925" y="50097"/>
                    <a:pt x="56972" y="50276"/>
                    <a:pt x="56794" y="50359"/>
                  </a:cubicBezTo>
                  <a:cubicBezTo>
                    <a:pt x="56734" y="50395"/>
                    <a:pt x="56746" y="50443"/>
                    <a:pt x="56805" y="50514"/>
                  </a:cubicBezTo>
                  <a:cubicBezTo>
                    <a:pt x="56865" y="50621"/>
                    <a:pt x="56841" y="50705"/>
                    <a:pt x="56746" y="50859"/>
                  </a:cubicBezTo>
                  <a:cubicBezTo>
                    <a:pt x="56496" y="51288"/>
                    <a:pt x="56127" y="51610"/>
                    <a:pt x="55841" y="51991"/>
                  </a:cubicBezTo>
                  <a:cubicBezTo>
                    <a:pt x="55460" y="52503"/>
                    <a:pt x="55103" y="53026"/>
                    <a:pt x="54555" y="53407"/>
                  </a:cubicBezTo>
                  <a:cubicBezTo>
                    <a:pt x="54162" y="53681"/>
                    <a:pt x="53746" y="53907"/>
                    <a:pt x="53353" y="54157"/>
                  </a:cubicBezTo>
                  <a:cubicBezTo>
                    <a:pt x="53126" y="54300"/>
                    <a:pt x="52817" y="54431"/>
                    <a:pt x="52495" y="54443"/>
                  </a:cubicBezTo>
                  <a:cubicBezTo>
                    <a:pt x="52186" y="54467"/>
                    <a:pt x="51864" y="54610"/>
                    <a:pt x="51579" y="54741"/>
                  </a:cubicBezTo>
                  <a:cubicBezTo>
                    <a:pt x="50936" y="55062"/>
                    <a:pt x="50209" y="55134"/>
                    <a:pt x="49519" y="55277"/>
                  </a:cubicBezTo>
                  <a:cubicBezTo>
                    <a:pt x="48507" y="55479"/>
                    <a:pt x="47483" y="55705"/>
                    <a:pt x="46459" y="55836"/>
                  </a:cubicBezTo>
                  <a:cubicBezTo>
                    <a:pt x="46007" y="55908"/>
                    <a:pt x="36601" y="55848"/>
                    <a:pt x="36148" y="55943"/>
                  </a:cubicBezTo>
                  <a:cubicBezTo>
                    <a:pt x="36040" y="55962"/>
                    <a:pt x="35931" y="55968"/>
                    <a:pt x="35821" y="55968"/>
                  </a:cubicBezTo>
                  <a:cubicBezTo>
                    <a:pt x="35651" y="55968"/>
                    <a:pt x="35481" y="55954"/>
                    <a:pt x="35312" y="55954"/>
                  </a:cubicBezTo>
                  <a:cubicBezTo>
                    <a:pt x="35097" y="55954"/>
                    <a:pt x="34886" y="55976"/>
                    <a:pt x="34684" y="56074"/>
                  </a:cubicBezTo>
                  <a:cubicBezTo>
                    <a:pt x="34668" y="56081"/>
                    <a:pt x="34652" y="56084"/>
                    <a:pt x="34636" y="56084"/>
                  </a:cubicBezTo>
                  <a:cubicBezTo>
                    <a:pt x="34550" y="56084"/>
                    <a:pt x="34462" y="56006"/>
                    <a:pt x="34378" y="56006"/>
                  </a:cubicBezTo>
                  <a:cubicBezTo>
                    <a:pt x="34335" y="56006"/>
                    <a:pt x="34294" y="56026"/>
                    <a:pt x="34255" y="56086"/>
                  </a:cubicBezTo>
                  <a:cubicBezTo>
                    <a:pt x="34140" y="56014"/>
                    <a:pt x="34025" y="55989"/>
                    <a:pt x="33911" y="55989"/>
                  </a:cubicBezTo>
                  <a:cubicBezTo>
                    <a:pt x="33649" y="55989"/>
                    <a:pt x="33389" y="56122"/>
                    <a:pt x="33124" y="56122"/>
                  </a:cubicBezTo>
                  <a:cubicBezTo>
                    <a:pt x="32540" y="56131"/>
                    <a:pt x="30266" y="56174"/>
                    <a:pt x="28853" y="56174"/>
                  </a:cubicBezTo>
                  <a:cubicBezTo>
                    <a:pt x="28395" y="56174"/>
                    <a:pt x="28027" y="56169"/>
                    <a:pt x="27838" y="56158"/>
                  </a:cubicBezTo>
                  <a:cubicBezTo>
                    <a:pt x="27752" y="56152"/>
                    <a:pt x="27666" y="56150"/>
                    <a:pt x="27580" y="56150"/>
                  </a:cubicBezTo>
                  <a:cubicBezTo>
                    <a:pt x="27328" y="56150"/>
                    <a:pt x="27075" y="56168"/>
                    <a:pt x="26823" y="56168"/>
                  </a:cubicBezTo>
                  <a:cubicBezTo>
                    <a:pt x="26614" y="56168"/>
                    <a:pt x="26404" y="56156"/>
                    <a:pt x="26195" y="56110"/>
                  </a:cubicBezTo>
                  <a:cubicBezTo>
                    <a:pt x="25742" y="56015"/>
                    <a:pt x="14848" y="56051"/>
                    <a:pt x="14384" y="55991"/>
                  </a:cubicBezTo>
                  <a:cubicBezTo>
                    <a:pt x="13729" y="55896"/>
                    <a:pt x="13050" y="55836"/>
                    <a:pt x="12407" y="55824"/>
                  </a:cubicBezTo>
                  <a:cubicBezTo>
                    <a:pt x="12002" y="55812"/>
                    <a:pt x="11609" y="55741"/>
                    <a:pt x="11228" y="55693"/>
                  </a:cubicBezTo>
                  <a:cubicBezTo>
                    <a:pt x="10883" y="55658"/>
                    <a:pt x="10514" y="55562"/>
                    <a:pt x="10169" y="55551"/>
                  </a:cubicBezTo>
                  <a:cubicBezTo>
                    <a:pt x="9800" y="55539"/>
                    <a:pt x="9454" y="55396"/>
                    <a:pt x="9085" y="55396"/>
                  </a:cubicBezTo>
                  <a:cubicBezTo>
                    <a:pt x="9082" y="55396"/>
                    <a:pt x="9078" y="55396"/>
                    <a:pt x="9074" y="55396"/>
                  </a:cubicBezTo>
                  <a:cubicBezTo>
                    <a:pt x="8963" y="55396"/>
                    <a:pt x="8851" y="55229"/>
                    <a:pt x="8739" y="55229"/>
                  </a:cubicBezTo>
                  <a:cubicBezTo>
                    <a:pt x="8735" y="55229"/>
                    <a:pt x="8732" y="55229"/>
                    <a:pt x="8728" y="55229"/>
                  </a:cubicBezTo>
                  <a:cubicBezTo>
                    <a:pt x="8694" y="55231"/>
                    <a:pt x="8659" y="55231"/>
                    <a:pt x="8625" y="55231"/>
                  </a:cubicBezTo>
                  <a:cubicBezTo>
                    <a:pt x="7891" y="55231"/>
                    <a:pt x="7219" y="54881"/>
                    <a:pt x="6513" y="54824"/>
                  </a:cubicBezTo>
                  <a:cubicBezTo>
                    <a:pt x="5927" y="54789"/>
                    <a:pt x="5467" y="54383"/>
                    <a:pt x="4918" y="54383"/>
                  </a:cubicBezTo>
                  <a:cubicBezTo>
                    <a:pt x="4910" y="54383"/>
                    <a:pt x="4902" y="54384"/>
                    <a:pt x="4894" y="54384"/>
                  </a:cubicBezTo>
                  <a:cubicBezTo>
                    <a:pt x="4466" y="54384"/>
                    <a:pt x="4251" y="53967"/>
                    <a:pt x="3870" y="53943"/>
                  </a:cubicBezTo>
                  <a:cubicBezTo>
                    <a:pt x="3418" y="53919"/>
                    <a:pt x="3037" y="53634"/>
                    <a:pt x="2799" y="53384"/>
                  </a:cubicBezTo>
                  <a:cubicBezTo>
                    <a:pt x="2394" y="52955"/>
                    <a:pt x="2025" y="52491"/>
                    <a:pt x="1834" y="51836"/>
                  </a:cubicBezTo>
                  <a:cubicBezTo>
                    <a:pt x="1549" y="50848"/>
                    <a:pt x="1549" y="49836"/>
                    <a:pt x="1346" y="48859"/>
                  </a:cubicBezTo>
                  <a:cubicBezTo>
                    <a:pt x="1120" y="47728"/>
                    <a:pt x="1191" y="46597"/>
                    <a:pt x="1215" y="45478"/>
                  </a:cubicBezTo>
                  <a:cubicBezTo>
                    <a:pt x="1215" y="44954"/>
                    <a:pt x="1227" y="44430"/>
                    <a:pt x="1275" y="43918"/>
                  </a:cubicBezTo>
                  <a:cubicBezTo>
                    <a:pt x="1310" y="43513"/>
                    <a:pt x="1239" y="43097"/>
                    <a:pt x="1406" y="42704"/>
                  </a:cubicBezTo>
                  <a:cubicBezTo>
                    <a:pt x="1477" y="42549"/>
                    <a:pt x="1370" y="42335"/>
                    <a:pt x="1394" y="42156"/>
                  </a:cubicBezTo>
                  <a:cubicBezTo>
                    <a:pt x="1513" y="41108"/>
                    <a:pt x="1525" y="40037"/>
                    <a:pt x="1453" y="38989"/>
                  </a:cubicBezTo>
                  <a:cubicBezTo>
                    <a:pt x="1382" y="38156"/>
                    <a:pt x="1430" y="37322"/>
                    <a:pt x="1275" y="36489"/>
                  </a:cubicBezTo>
                  <a:cubicBezTo>
                    <a:pt x="1156" y="35858"/>
                    <a:pt x="1287" y="35191"/>
                    <a:pt x="1227" y="34536"/>
                  </a:cubicBezTo>
                  <a:cubicBezTo>
                    <a:pt x="1156" y="33774"/>
                    <a:pt x="1239" y="33000"/>
                    <a:pt x="1084" y="32238"/>
                  </a:cubicBezTo>
                  <a:cubicBezTo>
                    <a:pt x="1060" y="32155"/>
                    <a:pt x="1037" y="32048"/>
                    <a:pt x="1072" y="31964"/>
                  </a:cubicBezTo>
                  <a:cubicBezTo>
                    <a:pt x="1263" y="31500"/>
                    <a:pt x="1013" y="31036"/>
                    <a:pt x="1037" y="30571"/>
                  </a:cubicBezTo>
                  <a:cubicBezTo>
                    <a:pt x="1072" y="30155"/>
                    <a:pt x="989" y="29726"/>
                    <a:pt x="1037" y="29309"/>
                  </a:cubicBezTo>
                  <a:cubicBezTo>
                    <a:pt x="1072" y="28928"/>
                    <a:pt x="1060" y="28523"/>
                    <a:pt x="1013" y="28154"/>
                  </a:cubicBezTo>
                  <a:cubicBezTo>
                    <a:pt x="929" y="27535"/>
                    <a:pt x="1049" y="26952"/>
                    <a:pt x="1096" y="26345"/>
                  </a:cubicBezTo>
                  <a:cubicBezTo>
                    <a:pt x="1120" y="26023"/>
                    <a:pt x="1108" y="25690"/>
                    <a:pt x="1072" y="25392"/>
                  </a:cubicBezTo>
                  <a:cubicBezTo>
                    <a:pt x="965" y="24440"/>
                    <a:pt x="1060" y="23487"/>
                    <a:pt x="1013" y="22535"/>
                  </a:cubicBezTo>
                  <a:cubicBezTo>
                    <a:pt x="965" y="21808"/>
                    <a:pt x="1144" y="21082"/>
                    <a:pt x="1168" y="20344"/>
                  </a:cubicBezTo>
                  <a:cubicBezTo>
                    <a:pt x="1179" y="19868"/>
                    <a:pt x="1179" y="19391"/>
                    <a:pt x="1239" y="18915"/>
                  </a:cubicBezTo>
                  <a:cubicBezTo>
                    <a:pt x="1322" y="18225"/>
                    <a:pt x="1334" y="17522"/>
                    <a:pt x="1382" y="16831"/>
                  </a:cubicBezTo>
                  <a:cubicBezTo>
                    <a:pt x="1430" y="16141"/>
                    <a:pt x="1513" y="15462"/>
                    <a:pt x="1525" y="14784"/>
                  </a:cubicBezTo>
                  <a:cubicBezTo>
                    <a:pt x="1537" y="14641"/>
                    <a:pt x="1751" y="14474"/>
                    <a:pt x="1525" y="14343"/>
                  </a:cubicBezTo>
                  <a:cubicBezTo>
                    <a:pt x="1546" y="14321"/>
                    <a:pt x="1588" y="14270"/>
                    <a:pt x="1595" y="14270"/>
                  </a:cubicBezTo>
                  <a:cubicBezTo>
                    <a:pt x="1596" y="14270"/>
                    <a:pt x="1596" y="14271"/>
                    <a:pt x="1596" y="14272"/>
                  </a:cubicBezTo>
                  <a:cubicBezTo>
                    <a:pt x="1651" y="14313"/>
                    <a:pt x="1706" y="14328"/>
                    <a:pt x="1761" y="14328"/>
                  </a:cubicBezTo>
                  <a:cubicBezTo>
                    <a:pt x="1917" y="14328"/>
                    <a:pt x="2072" y="14204"/>
                    <a:pt x="2232" y="14204"/>
                  </a:cubicBezTo>
                  <a:cubicBezTo>
                    <a:pt x="2293" y="14204"/>
                    <a:pt x="2355" y="14222"/>
                    <a:pt x="2418" y="14272"/>
                  </a:cubicBezTo>
                  <a:cubicBezTo>
                    <a:pt x="2433" y="14285"/>
                    <a:pt x="2446" y="14291"/>
                    <a:pt x="2457" y="14291"/>
                  </a:cubicBezTo>
                  <a:cubicBezTo>
                    <a:pt x="2516" y="14291"/>
                    <a:pt x="2534" y="14137"/>
                    <a:pt x="2644" y="14117"/>
                  </a:cubicBezTo>
                  <a:cubicBezTo>
                    <a:pt x="2722" y="14105"/>
                    <a:pt x="2799" y="14101"/>
                    <a:pt x="2876" y="14101"/>
                  </a:cubicBezTo>
                  <a:cubicBezTo>
                    <a:pt x="3136" y="14101"/>
                    <a:pt x="3393" y="14151"/>
                    <a:pt x="3653" y="14151"/>
                  </a:cubicBezTo>
                  <a:cubicBezTo>
                    <a:pt x="3717" y="14151"/>
                    <a:pt x="3782" y="14148"/>
                    <a:pt x="3846" y="14141"/>
                  </a:cubicBezTo>
                  <a:cubicBezTo>
                    <a:pt x="4001" y="14117"/>
                    <a:pt x="4156" y="14109"/>
                    <a:pt x="4311" y="14109"/>
                  </a:cubicBezTo>
                  <a:cubicBezTo>
                    <a:pt x="4620" y="14109"/>
                    <a:pt x="4930" y="14141"/>
                    <a:pt x="5240" y="14141"/>
                  </a:cubicBezTo>
                  <a:cubicBezTo>
                    <a:pt x="5632" y="14141"/>
                    <a:pt x="6037" y="14141"/>
                    <a:pt x="6430" y="14164"/>
                  </a:cubicBezTo>
                  <a:cubicBezTo>
                    <a:pt x="6556" y="14172"/>
                    <a:pt x="6682" y="14175"/>
                    <a:pt x="6808" y="14175"/>
                  </a:cubicBezTo>
                  <a:cubicBezTo>
                    <a:pt x="7252" y="14175"/>
                    <a:pt x="7695" y="14139"/>
                    <a:pt x="8132" y="14139"/>
                  </a:cubicBezTo>
                  <a:cubicBezTo>
                    <a:pt x="8180" y="14139"/>
                    <a:pt x="8228" y="14140"/>
                    <a:pt x="8276" y="14141"/>
                  </a:cubicBezTo>
                  <a:cubicBezTo>
                    <a:pt x="8291" y="14141"/>
                    <a:pt x="8307" y="14141"/>
                    <a:pt x="8323" y="14141"/>
                  </a:cubicBezTo>
                  <a:cubicBezTo>
                    <a:pt x="8550" y="14141"/>
                    <a:pt x="8768" y="14090"/>
                    <a:pt x="8997" y="14090"/>
                  </a:cubicBezTo>
                  <a:cubicBezTo>
                    <a:pt x="9110" y="14090"/>
                    <a:pt x="9226" y="14103"/>
                    <a:pt x="9347" y="14141"/>
                  </a:cubicBezTo>
                  <a:cubicBezTo>
                    <a:pt x="9435" y="14167"/>
                    <a:pt x="9530" y="14177"/>
                    <a:pt x="9631" y="14177"/>
                  </a:cubicBezTo>
                  <a:cubicBezTo>
                    <a:pt x="9844" y="14177"/>
                    <a:pt x="10077" y="14133"/>
                    <a:pt x="10288" y="14117"/>
                  </a:cubicBezTo>
                  <a:cubicBezTo>
                    <a:pt x="10552" y="14095"/>
                    <a:pt x="10812" y="14091"/>
                    <a:pt x="11070" y="14091"/>
                  </a:cubicBezTo>
                  <a:cubicBezTo>
                    <a:pt x="11243" y="14091"/>
                    <a:pt x="11414" y="14093"/>
                    <a:pt x="11586" y="14093"/>
                  </a:cubicBezTo>
                  <a:cubicBezTo>
                    <a:pt x="11827" y="14086"/>
                    <a:pt x="12077" y="14038"/>
                    <a:pt x="12327" y="14038"/>
                  </a:cubicBezTo>
                  <a:cubicBezTo>
                    <a:pt x="12485" y="14038"/>
                    <a:pt x="12643" y="14057"/>
                    <a:pt x="12800" y="14117"/>
                  </a:cubicBezTo>
                  <a:cubicBezTo>
                    <a:pt x="12861" y="14139"/>
                    <a:pt x="12922" y="14147"/>
                    <a:pt x="12982" y="14147"/>
                  </a:cubicBezTo>
                  <a:cubicBezTo>
                    <a:pt x="13213" y="14147"/>
                    <a:pt x="13444" y="14021"/>
                    <a:pt x="13695" y="14021"/>
                  </a:cubicBezTo>
                  <a:cubicBezTo>
                    <a:pt x="13737" y="14021"/>
                    <a:pt x="13780" y="14025"/>
                    <a:pt x="13824" y="14034"/>
                  </a:cubicBezTo>
                  <a:cubicBezTo>
                    <a:pt x="14025" y="14077"/>
                    <a:pt x="16397" y="14098"/>
                    <a:pt x="18960" y="14098"/>
                  </a:cubicBezTo>
                  <a:cubicBezTo>
                    <a:pt x="22018" y="14098"/>
                    <a:pt x="25348" y="14068"/>
                    <a:pt x="25587" y="14010"/>
                  </a:cubicBezTo>
                  <a:cubicBezTo>
                    <a:pt x="25644" y="13994"/>
                    <a:pt x="25701" y="13988"/>
                    <a:pt x="25759" y="13988"/>
                  </a:cubicBezTo>
                  <a:cubicBezTo>
                    <a:pt x="25883" y="13988"/>
                    <a:pt x="26006" y="14014"/>
                    <a:pt x="26130" y="14014"/>
                  </a:cubicBezTo>
                  <a:cubicBezTo>
                    <a:pt x="26247" y="14014"/>
                    <a:pt x="26364" y="13991"/>
                    <a:pt x="26480" y="13903"/>
                  </a:cubicBezTo>
                  <a:cubicBezTo>
                    <a:pt x="26484" y="13900"/>
                    <a:pt x="26490" y="13898"/>
                    <a:pt x="26497" y="13898"/>
                  </a:cubicBezTo>
                  <a:cubicBezTo>
                    <a:pt x="26565" y="13898"/>
                    <a:pt x="26767" y="14013"/>
                    <a:pt x="26934" y="14013"/>
                  </a:cubicBezTo>
                  <a:cubicBezTo>
                    <a:pt x="26967" y="14013"/>
                    <a:pt x="26999" y="14009"/>
                    <a:pt x="27028" y="13998"/>
                  </a:cubicBezTo>
                  <a:cubicBezTo>
                    <a:pt x="27683" y="13772"/>
                    <a:pt x="28361" y="13867"/>
                    <a:pt x="29040" y="13795"/>
                  </a:cubicBezTo>
                  <a:cubicBezTo>
                    <a:pt x="29909" y="13700"/>
                    <a:pt x="33779" y="13700"/>
                    <a:pt x="34660" y="13653"/>
                  </a:cubicBezTo>
                  <a:cubicBezTo>
                    <a:pt x="35124" y="13629"/>
                    <a:pt x="35577" y="13629"/>
                    <a:pt x="36041" y="13545"/>
                  </a:cubicBezTo>
                  <a:cubicBezTo>
                    <a:pt x="36255" y="13498"/>
                    <a:pt x="36529" y="13522"/>
                    <a:pt x="36767" y="13486"/>
                  </a:cubicBezTo>
                  <a:cubicBezTo>
                    <a:pt x="36832" y="13475"/>
                    <a:pt x="37319" y="13472"/>
                    <a:pt x="38046" y="13472"/>
                  </a:cubicBezTo>
                  <a:cubicBezTo>
                    <a:pt x="39073" y="13472"/>
                    <a:pt x="40579" y="13479"/>
                    <a:pt x="42043" y="13479"/>
                  </a:cubicBezTo>
                  <a:cubicBezTo>
                    <a:pt x="44302" y="13479"/>
                    <a:pt x="46461" y="13464"/>
                    <a:pt x="46614" y="13391"/>
                  </a:cubicBezTo>
                  <a:cubicBezTo>
                    <a:pt x="46730" y="13329"/>
                    <a:pt x="46877" y="13311"/>
                    <a:pt x="47031" y="13311"/>
                  </a:cubicBezTo>
                  <a:cubicBezTo>
                    <a:pt x="47146" y="13311"/>
                    <a:pt x="47264" y="13321"/>
                    <a:pt x="47376" y="13331"/>
                  </a:cubicBezTo>
                  <a:cubicBezTo>
                    <a:pt x="47492" y="13343"/>
                    <a:pt x="47614" y="13374"/>
                    <a:pt x="47735" y="13374"/>
                  </a:cubicBezTo>
                  <a:cubicBezTo>
                    <a:pt x="47849" y="13374"/>
                    <a:pt x="47962" y="13346"/>
                    <a:pt x="48066" y="13248"/>
                  </a:cubicBezTo>
                  <a:cubicBezTo>
                    <a:pt x="48084" y="13221"/>
                    <a:pt x="48129" y="13208"/>
                    <a:pt x="48170" y="13208"/>
                  </a:cubicBezTo>
                  <a:cubicBezTo>
                    <a:pt x="48184" y="13208"/>
                    <a:pt x="48197" y="13209"/>
                    <a:pt x="48209" y="13212"/>
                  </a:cubicBezTo>
                  <a:cubicBezTo>
                    <a:pt x="48390" y="13275"/>
                    <a:pt x="48574" y="13295"/>
                    <a:pt x="48758" y="13295"/>
                  </a:cubicBezTo>
                  <a:cubicBezTo>
                    <a:pt x="49098" y="13295"/>
                    <a:pt x="49441" y="13226"/>
                    <a:pt x="49778" y="13226"/>
                  </a:cubicBezTo>
                  <a:cubicBezTo>
                    <a:pt x="49846" y="13226"/>
                    <a:pt x="49915" y="13229"/>
                    <a:pt x="49983" y="13236"/>
                  </a:cubicBezTo>
                  <a:cubicBezTo>
                    <a:pt x="50026" y="13239"/>
                    <a:pt x="50070" y="13241"/>
                    <a:pt x="50112" y="13241"/>
                  </a:cubicBezTo>
                  <a:cubicBezTo>
                    <a:pt x="50431" y="13241"/>
                    <a:pt x="50741" y="13160"/>
                    <a:pt x="51061" y="13160"/>
                  </a:cubicBezTo>
                  <a:cubicBezTo>
                    <a:pt x="51161" y="13160"/>
                    <a:pt x="51262" y="13168"/>
                    <a:pt x="51364" y="13188"/>
                  </a:cubicBezTo>
                  <a:cubicBezTo>
                    <a:pt x="51389" y="13193"/>
                    <a:pt x="51414" y="13195"/>
                    <a:pt x="51440" y="13195"/>
                  </a:cubicBezTo>
                  <a:cubicBezTo>
                    <a:pt x="51583" y="13195"/>
                    <a:pt x="51734" y="13128"/>
                    <a:pt x="51888" y="13128"/>
                  </a:cubicBezTo>
                  <a:cubicBezTo>
                    <a:pt x="51967" y="13128"/>
                    <a:pt x="52047" y="13146"/>
                    <a:pt x="52126" y="13200"/>
                  </a:cubicBezTo>
                  <a:cubicBezTo>
                    <a:pt x="52148" y="13080"/>
                    <a:pt x="52197" y="13048"/>
                    <a:pt x="52258" y="13048"/>
                  </a:cubicBezTo>
                  <a:close/>
                  <a:moveTo>
                    <a:pt x="32985" y="1"/>
                  </a:moveTo>
                  <a:cubicBezTo>
                    <a:pt x="32812" y="1"/>
                    <a:pt x="32639" y="16"/>
                    <a:pt x="32469" y="32"/>
                  </a:cubicBezTo>
                  <a:cubicBezTo>
                    <a:pt x="31612" y="127"/>
                    <a:pt x="27778" y="56"/>
                    <a:pt x="26933" y="127"/>
                  </a:cubicBezTo>
                  <a:cubicBezTo>
                    <a:pt x="26908" y="128"/>
                    <a:pt x="26883" y="129"/>
                    <a:pt x="26859" y="129"/>
                  </a:cubicBezTo>
                  <a:cubicBezTo>
                    <a:pt x="26804" y="129"/>
                    <a:pt x="26749" y="127"/>
                    <a:pt x="26695" y="127"/>
                  </a:cubicBezTo>
                  <a:cubicBezTo>
                    <a:pt x="26551" y="127"/>
                    <a:pt x="26413" y="142"/>
                    <a:pt x="26290" y="258"/>
                  </a:cubicBezTo>
                  <a:cubicBezTo>
                    <a:pt x="26256" y="291"/>
                    <a:pt x="26219" y="325"/>
                    <a:pt x="26185" y="325"/>
                  </a:cubicBezTo>
                  <a:cubicBezTo>
                    <a:pt x="26158" y="325"/>
                    <a:pt x="26132" y="304"/>
                    <a:pt x="26111" y="246"/>
                  </a:cubicBezTo>
                  <a:cubicBezTo>
                    <a:pt x="26075" y="139"/>
                    <a:pt x="26016" y="109"/>
                    <a:pt x="25950" y="109"/>
                  </a:cubicBezTo>
                  <a:cubicBezTo>
                    <a:pt x="25885" y="109"/>
                    <a:pt x="25814" y="139"/>
                    <a:pt x="25754" y="151"/>
                  </a:cubicBezTo>
                  <a:cubicBezTo>
                    <a:pt x="25266" y="246"/>
                    <a:pt x="14348" y="270"/>
                    <a:pt x="13860" y="341"/>
                  </a:cubicBezTo>
                  <a:cubicBezTo>
                    <a:pt x="13276" y="413"/>
                    <a:pt x="12681" y="437"/>
                    <a:pt x="12086" y="556"/>
                  </a:cubicBezTo>
                  <a:cubicBezTo>
                    <a:pt x="11688" y="624"/>
                    <a:pt x="11270" y="735"/>
                    <a:pt x="10860" y="735"/>
                  </a:cubicBezTo>
                  <a:cubicBezTo>
                    <a:pt x="10840" y="735"/>
                    <a:pt x="10820" y="735"/>
                    <a:pt x="10800" y="734"/>
                  </a:cubicBezTo>
                  <a:cubicBezTo>
                    <a:pt x="10334" y="734"/>
                    <a:pt x="9908" y="931"/>
                    <a:pt x="9441" y="931"/>
                  </a:cubicBezTo>
                  <a:cubicBezTo>
                    <a:pt x="9394" y="931"/>
                    <a:pt x="9347" y="929"/>
                    <a:pt x="9300" y="925"/>
                  </a:cubicBezTo>
                  <a:cubicBezTo>
                    <a:pt x="9265" y="922"/>
                    <a:pt x="9230" y="921"/>
                    <a:pt x="9195" y="921"/>
                  </a:cubicBezTo>
                  <a:cubicBezTo>
                    <a:pt x="8800" y="921"/>
                    <a:pt x="8395" y="1092"/>
                    <a:pt x="7990" y="1103"/>
                  </a:cubicBezTo>
                  <a:cubicBezTo>
                    <a:pt x="7787" y="1103"/>
                    <a:pt x="7740" y="1294"/>
                    <a:pt x="7514" y="1294"/>
                  </a:cubicBezTo>
                  <a:cubicBezTo>
                    <a:pt x="6835" y="1318"/>
                    <a:pt x="6061" y="1234"/>
                    <a:pt x="5525" y="1865"/>
                  </a:cubicBezTo>
                  <a:cubicBezTo>
                    <a:pt x="5518" y="1879"/>
                    <a:pt x="5495" y="1885"/>
                    <a:pt x="5470" y="1885"/>
                  </a:cubicBezTo>
                  <a:cubicBezTo>
                    <a:pt x="5452" y="1885"/>
                    <a:pt x="5433" y="1882"/>
                    <a:pt x="5418" y="1877"/>
                  </a:cubicBezTo>
                  <a:cubicBezTo>
                    <a:pt x="5311" y="1846"/>
                    <a:pt x="5210" y="1833"/>
                    <a:pt x="5114" y="1833"/>
                  </a:cubicBezTo>
                  <a:cubicBezTo>
                    <a:pt x="4655" y="1833"/>
                    <a:pt x="4308" y="2149"/>
                    <a:pt x="3954" y="2425"/>
                  </a:cubicBezTo>
                  <a:cubicBezTo>
                    <a:pt x="3549" y="2735"/>
                    <a:pt x="3227" y="3151"/>
                    <a:pt x="2846" y="3473"/>
                  </a:cubicBezTo>
                  <a:cubicBezTo>
                    <a:pt x="2418" y="3830"/>
                    <a:pt x="1977" y="4139"/>
                    <a:pt x="1668" y="4604"/>
                  </a:cubicBezTo>
                  <a:cubicBezTo>
                    <a:pt x="1608" y="4699"/>
                    <a:pt x="1418" y="4782"/>
                    <a:pt x="1430" y="4842"/>
                  </a:cubicBezTo>
                  <a:cubicBezTo>
                    <a:pt x="1501" y="5211"/>
                    <a:pt x="1263" y="5485"/>
                    <a:pt x="1132" y="5783"/>
                  </a:cubicBezTo>
                  <a:cubicBezTo>
                    <a:pt x="882" y="6390"/>
                    <a:pt x="1037" y="7068"/>
                    <a:pt x="787" y="7699"/>
                  </a:cubicBezTo>
                  <a:cubicBezTo>
                    <a:pt x="751" y="7795"/>
                    <a:pt x="608" y="8069"/>
                    <a:pt x="679" y="8116"/>
                  </a:cubicBezTo>
                  <a:cubicBezTo>
                    <a:pt x="918" y="8235"/>
                    <a:pt x="775" y="8390"/>
                    <a:pt x="763" y="8521"/>
                  </a:cubicBezTo>
                  <a:cubicBezTo>
                    <a:pt x="739" y="8831"/>
                    <a:pt x="632" y="9140"/>
                    <a:pt x="668" y="9438"/>
                  </a:cubicBezTo>
                  <a:cubicBezTo>
                    <a:pt x="703" y="9688"/>
                    <a:pt x="668" y="9914"/>
                    <a:pt x="656" y="10152"/>
                  </a:cubicBezTo>
                  <a:cubicBezTo>
                    <a:pt x="644" y="10331"/>
                    <a:pt x="798" y="10521"/>
                    <a:pt x="608" y="10688"/>
                  </a:cubicBezTo>
                  <a:cubicBezTo>
                    <a:pt x="941" y="10938"/>
                    <a:pt x="739" y="11247"/>
                    <a:pt x="668" y="11509"/>
                  </a:cubicBezTo>
                  <a:cubicBezTo>
                    <a:pt x="584" y="11819"/>
                    <a:pt x="679" y="12129"/>
                    <a:pt x="668" y="12426"/>
                  </a:cubicBezTo>
                  <a:cubicBezTo>
                    <a:pt x="644" y="12950"/>
                    <a:pt x="656" y="13498"/>
                    <a:pt x="668" y="14022"/>
                  </a:cubicBezTo>
                  <a:cubicBezTo>
                    <a:pt x="668" y="14212"/>
                    <a:pt x="453" y="14319"/>
                    <a:pt x="537" y="14486"/>
                  </a:cubicBezTo>
                  <a:cubicBezTo>
                    <a:pt x="715" y="14843"/>
                    <a:pt x="560" y="15200"/>
                    <a:pt x="513" y="15534"/>
                  </a:cubicBezTo>
                  <a:cubicBezTo>
                    <a:pt x="465" y="15903"/>
                    <a:pt x="394" y="16248"/>
                    <a:pt x="429" y="16629"/>
                  </a:cubicBezTo>
                  <a:cubicBezTo>
                    <a:pt x="453" y="16891"/>
                    <a:pt x="441" y="17177"/>
                    <a:pt x="441" y="17439"/>
                  </a:cubicBezTo>
                  <a:cubicBezTo>
                    <a:pt x="429" y="17820"/>
                    <a:pt x="310" y="18177"/>
                    <a:pt x="298" y="18570"/>
                  </a:cubicBezTo>
                  <a:cubicBezTo>
                    <a:pt x="263" y="19296"/>
                    <a:pt x="215" y="20022"/>
                    <a:pt x="203" y="20749"/>
                  </a:cubicBezTo>
                  <a:cubicBezTo>
                    <a:pt x="191" y="21606"/>
                    <a:pt x="144" y="22463"/>
                    <a:pt x="132" y="23320"/>
                  </a:cubicBezTo>
                  <a:cubicBezTo>
                    <a:pt x="120" y="24249"/>
                    <a:pt x="108" y="25190"/>
                    <a:pt x="179" y="26106"/>
                  </a:cubicBezTo>
                  <a:cubicBezTo>
                    <a:pt x="203" y="26368"/>
                    <a:pt x="84" y="26559"/>
                    <a:pt x="96" y="26797"/>
                  </a:cubicBezTo>
                  <a:cubicBezTo>
                    <a:pt x="144" y="27630"/>
                    <a:pt x="60" y="28476"/>
                    <a:pt x="108" y="29309"/>
                  </a:cubicBezTo>
                  <a:cubicBezTo>
                    <a:pt x="132" y="29869"/>
                    <a:pt x="1" y="30428"/>
                    <a:pt x="144" y="31000"/>
                  </a:cubicBezTo>
                  <a:cubicBezTo>
                    <a:pt x="227" y="31357"/>
                    <a:pt x="298" y="31738"/>
                    <a:pt x="298" y="32095"/>
                  </a:cubicBezTo>
                  <a:cubicBezTo>
                    <a:pt x="310" y="32762"/>
                    <a:pt x="358" y="33429"/>
                    <a:pt x="406" y="34084"/>
                  </a:cubicBezTo>
                  <a:cubicBezTo>
                    <a:pt x="465" y="34750"/>
                    <a:pt x="453" y="35417"/>
                    <a:pt x="465" y="36084"/>
                  </a:cubicBezTo>
                  <a:cubicBezTo>
                    <a:pt x="477" y="36512"/>
                    <a:pt x="572" y="36965"/>
                    <a:pt x="525" y="37405"/>
                  </a:cubicBezTo>
                  <a:cubicBezTo>
                    <a:pt x="501" y="37632"/>
                    <a:pt x="429" y="37917"/>
                    <a:pt x="513" y="38132"/>
                  </a:cubicBezTo>
                  <a:cubicBezTo>
                    <a:pt x="608" y="38358"/>
                    <a:pt x="596" y="38584"/>
                    <a:pt x="608" y="38798"/>
                  </a:cubicBezTo>
                  <a:cubicBezTo>
                    <a:pt x="620" y="39239"/>
                    <a:pt x="560" y="39691"/>
                    <a:pt x="560" y="40120"/>
                  </a:cubicBezTo>
                  <a:cubicBezTo>
                    <a:pt x="572" y="40739"/>
                    <a:pt x="572" y="41370"/>
                    <a:pt x="596" y="41989"/>
                  </a:cubicBezTo>
                  <a:cubicBezTo>
                    <a:pt x="596" y="42204"/>
                    <a:pt x="441" y="42430"/>
                    <a:pt x="465" y="42632"/>
                  </a:cubicBezTo>
                  <a:cubicBezTo>
                    <a:pt x="525" y="43049"/>
                    <a:pt x="441" y="43454"/>
                    <a:pt x="441" y="43871"/>
                  </a:cubicBezTo>
                  <a:cubicBezTo>
                    <a:pt x="453" y="44311"/>
                    <a:pt x="370" y="44763"/>
                    <a:pt x="394" y="45204"/>
                  </a:cubicBezTo>
                  <a:cubicBezTo>
                    <a:pt x="417" y="45621"/>
                    <a:pt x="382" y="46049"/>
                    <a:pt x="358" y="46454"/>
                  </a:cubicBezTo>
                  <a:cubicBezTo>
                    <a:pt x="322" y="46871"/>
                    <a:pt x="358" y="47288"/>
                    <a:pt x="334" y="47704"/>
                  </a:cubicBezTo>
                  <a:cubicBezTo>
                    <a:pt x="275" y="48526"/>
                    <a:pt x="417" y="49371"/>
                    <a:pt x="501" y="50193"/>
                  </a:cubicBezTo>
                  <a:cubicBezTo>
                    <a:pt x="584" y="51062"/>
                    <a:pt x="739" y="51931"/>
                    <a:pt x="965" y="52776"/>
                  </a:cubicBezTo>
                  <a:cubicBezTo>
                    <a:pt x="989" y="52884"/>
                    <a:pt x="1001" y="53003"/>
                    <a:pt x="1060" y="53074"/>
                  </a:cubicBezTo>
                  <a:cubicBezTo>
                    <a:pt x="1358" y="53479"/>
                    <a:pt x="1703" y="53848"/>
                    <a:pt x="2049" y="54205"/>
                  </a:cubicBezTo>
                  <a:cubicBezTo>
                    <a:pt x="2489" y="54658"/>
                    <a:pt x="3037" y="54824"/>
                    <a:pt x="3561" y="55062"/>
                  </a:cubicBezTo>
                  <a:cubicBezTo>
                    <a:pt x="4251" y="55372"/>
                    <a:pt x="4966" y="55658"/>
                    <a:pt x="5763" y="55741"/>
                  </a:cubicBezTo>
                  <a:cubicBezTo>
                    <a:pt x="6061" y="55765"/>
                    <a:pt x="6430" y="55836"/>
                    <a:pt x="6728" y="55991"/>
                  </a:cubicBezTo>
                  <a:cubicBezTo>
                    <a:pt x="7061" y="56170"/>
                    <a:pt x="7418" y="56098"/>
                    <a:pt x="7764" y="56205"/>
                  </a:cubicBezTo>
                  <a:cubicBezTo>
                    <a:pt x="7822" y="56224"/>
                    <a:pt x="7883" y="56229"/>
                    <a:pt x="7945" y="56229"/>
                  </a:cubicBezTo>
                  <a:cubicBezTo>
                    <a:pt x="8019" y="56229"/>
                    <a:pt x="8094" y="56222"/>
                    <a:pt x="8167" y="56222"/>
                  </a:cubicBezTo>
                  <a:cubicBezTo>
                    <a:pt x="8310" y="56222"/>
                    <a:pt x="8445" y="56249"/>
                    <a:pt x="8549" y="56408"/>
                  </a:cubicBezTo>
                  <a:cubicBezTo>
                    <a:pt x="8558" y="56416"/>
                    <a:pt x="8572" y="56425"/>
                    <a:pt x="8584" y="56425"/>
                  </a:cubicBezTo>
                  <a:cubicBezTo>
                    <a:pt x="8589" y="56425"/>
                    <a:pt x="8594" y="56423"/>
                    <a:pt x="8597" y="56420"/>
                  </a:cubicBezTo>
                  <a:cubicBezTo>
                    <a:pt x="8635" y="56409"/>
                    <a:pt x="8672" y="56404"/>
                    <a:pt x="8709" y="56404"/>
                  </a:cubicBezTo>
                  <a:cubicBezTo>
                    <a:pt x="8894" y="56404"/>
                    <a:pt x="9066" y="56519"/>
                    <a:pt x="9269" y="56519"/>
                  </a:cubicBezTo>
                  <a:cubicBezTo>
                    <a:pt x="9291" y="56519"/>
                    <a:pt x="9313" y="56518"/>
                    <a:pt x="9335" y="56515"/>
                  </a:cubicBezTo>
                  <a:cubicBezTo>
                    <a:pt x="9404" y="56502"/>
                    <a:pt x="9503" y="56487"/>
                    <a:pt x="9600" y="56487"/>
                  </a:cubicBezTo>
                  <a:cubicBezTo>
                    <a:pt x="9687" y="56487"/>
                    <a:pt x="9773" y="56499"/>
                    <a:pt x="9835" y="56539"/>
                  </a:cubicBezTo>
                  <a:cubicBezTo>
                    <a:pt x="10300" y="56777"/>
                    <a:pt x="10812" y="56670"/>
                    <a:pt x="11288" y="56741"/>
                  </a:cubicBezTo>
                  <a:cubicBezTo>
                    <a:pt x="11510" y="56778"/>
                    <a:pt x="11741" y="56880"/>
                    <a:pt x="11970" y="56880"/>
                  </a:cubicBezTo>
                  <a:cubicBezTo>
                    <a:pt x="12109" y="56880"/>
                    <a:pt x="12248" y="56842"/>
                    <a:pt x="12383" y="56729"/>
                  </a:cubicBezTo>
                  <a:cubicBezTo>
                    <a:pt x="12383" y="56726"/>
                    <a:pt x="12385" y="56724"/>
                    <a:pt x="12388" y="56724"/>
                  </a:cubicBezTo>
                  <a:cubicBezTo>
                    <a:pt x="12396" y="56724"/>
                    <a:pt x="12411" y="56733"/>
                    <a:pt x="12419" y="56741"/>
                  </a:cubicBezTo>
                  <a:cubicBezTo>
                    <a:pt x="12476" y="56856"/>
                    <a:pt x="12557" y="56878"/>
                    <a:pt x="12647" y="56878"/>
                  </a:cubicBezTo>
                  <a:cubicBezTo>
                    <a:pt x="12707" y="56878"/>
                    <a:pt x="12771" y="56868"/>
                    <a:pt x="12834" y="56868"/>
                  </a:cubicBezTo>
                  <a:cubicBezTo>
                    <a:pt x="12855" y="56868"/>
                    <a:pt x="12875" y="56869"/>
                    <a:pt x="12895" y="56872"/>
                  </a:cubicBezTo>
                  <a:cubicBezTo>
                    <a:pt x="12969" y="56882"/>
                    <a:pt x="13045" y="56885"/>
                    <a:pt x="13121" y="56885"/>
                  </a:cubicBezTo>
                  <a:cubicBezTo>
                    <a:pt x="13196" y="56885"/>
                    <a:pt x="13272" y="56882"/>
                    <a:pt x="13347" y="56882"/>
                  </a:cubicBezTo>
                  <a:cubicBezTo>
                    <a:pt x="13466" y="56882"/>
                    <a:pt x="13583" y="56888"/>
                    <a:pt x="13693" y="56920"/>
                  </a:cubicBezTo>
                  <a:cubicBezTo>
                    <a:pt x="14110" y="57051"/>
                    <a:pt x="24968" y="56979"/>
                    <a:pt x="25385" y="57086"/>
                  </a:cubicBezTo>
                  <a:cubicBezTo>
                    <a:pt x="25616" y="57138"/>
                    <a:pt x="25849" y="57147"/>
                    <a:pt x="26083" y="57147"/>
                  </a:cubicBezTo>
                  <a:cubicBezTo>
                    <a:pt x="26207" y="57147"/>
                    <a:pt x="26331" y="57145"/>
                    <a:pt x="26456" y="57145"/>
                  </a:cubicBezTo>
                  <a:cubicBezTo>
                    <a:pt x="26692" y="57145"/>
                    <a:pt x="26931" y="57154"/>
                    <a:pt x="27171" y="57205"/>
                  </a:cubicBezTo>
                  <a:cubicBezTo>
                    <a:pt x="27325" y="57238"/>
                    <a:pt x="27484" y="57250"/>
                    <a:pt x="27646" y="57250"/>
                  </a:cubicBezTo>
                  <a:cubicBezTo>
                    <a:pt x="27962" y="57250"/>
                    <a:pt x="28289" y="57205"/>
                    <a:pt x="28611" y="57182"/>
                  </a:cubicBezTo>
                  <a:cubicBezTo>
                    <a:pt x="28826" y="57170"/>
                    <a:pt x="29040" y="57086"/>
                    <a:pt x="29231" y="57086"/>
                  </a:cubicBezTo>
                  <a:cubicBezTo>
                    <a:pt x="29297" y="57088"/>
                    <a:pt x="29397" y="57088"/>
                    <a:pt x="29524" y="57088"/>
                  </a:cubicBezTo>
                  <a:cubicBezTo>
                    <a:pt x="30584" y="57088"/>
                    <a:pt x="33513" y="57047"/>
                    <a:pt x="34076" y="57015"/>
                  </a:cubicBezTo>
                  <a:cubicBezTo>
                    <a:pt x="34411" y="56992"/>
                    <a:pt x="34756" y="56906"/>
                    <a:pt x="35101" y="56906"/>
                  </a:cubicBezTo>
                  <a:cubicBezTo>
                    <a:pt x="35296" y="56906"/>
                    <a:pt x="35491" y="56933"/>
                    <a:pt x="35684" y="57015"/>
                  </a:cubicBezTo>
                  <a:cubicBezTo>
                    <a:pt x="35686" y="57016"/>
                    <a:pt x="35688" y="57017"/>
                    <a:pt x="35691" y="57017"/>
                  </a:cubicBezTo>
                  <a:cubicBezTo>
                    <a:pt x="35718" y="57017"/>
                    <a:pt x="35769" y="56964"/>
                    <a:pt x="35791" y="56932"/>
                  </a:cubicBezTo>
                  <a:cubicBezTo>
                    <a:pt x="35847" y="56868"/>
                    <a:pt x="35907" y="56852"/>
                    <a:pt x="35974" y="56852"/>
                  </a:cubicBezTo>
                  <a:cubicBezTo>
                    <a:pt x="36007" y="56852"/>
                    <a:pt x="36041" y="56856"/>
                    <a:pt x="36077" y="56860"/>
                  </a:cubicBezTo>
                  <a:cubicBezTo>
                    <a:pt x="36322" y="56891"/>
                    <a:pt x="38211" y="56913"/>
                    <a:pt x="40331" y="56913"/>
                  </a:cubicBezTo>
                  <a:cubicBezTo>
                    <a:pt x="43157" y="56913"/>
                    <a:pt x="46393" y="56874"/>
                    <a:pt x="46685" y="56765"/>
                  </a:cubicBezTo>
                  <a:cubicBezTo>
                    <a:pt x="47316" y="56539"/>
                    <a:pt x="48007" y="56705"/>
                    <a:pt x="48626" y="56384"/>
                  </a:cubicBezTo>
                  <a:cubicBezTo>
                    <a:pt x="48852" y="56265"/>
                    <a:pt x="49221" y="56253"/>
                    <a:pt x="49531" y="56205"/>
                  </a:cubicBezTo>
                  <a:cubicBezTo>
                    <a:pt x="49781" y="56170"/>
                    <a:pt x="50043" y="56098"/>
                    <a:pt x="50293" y="56074"/>
                  </a:cubicBezTo>
                  <a:cubicBezTo>
                    <a:pt x="50626" y="56051"/>
                    <a:pt x="50924" y="55932"/>
                    <a:pt x="51245" y="55908"/>
                  </a:cubicBezTo>
                  <a:cubicBezTo>
                    <a:pt x="51372" y="55885"/>
                    <a:pt x="51365" y="55729"/>
                    <a:pt x="51472" y="55729"/>
                  </a:cubicBezTo>
                  <a:cubicBezTo>
                    <a:pt x="51475" y="55729"/>
                    <a:pt x="51479" y="55729"/>
                    <a:pt x="51483" y="55729"/>
                  </a:cubicBezTo>
                  <a:cubicBezTo>
                    <a:pt x="51505" y="55730"/>
                    <a:pt x="51527" y="55731"/>
                    <a:pt x="51549" y="55731"/>
                  </a:cubicBezTo>
                  <a:cubicBezTo>
                    <a:pt x="51900" y="55731"/>
                    <a:pt x="52192" y="55554"/>
                    <a:pt x="52495" y="55420"/>
                  </a:cubicBezTo>
                  <a:cubicBezTo>
                    <a:pt x="52817" y="55265"/>
                    <a:pt x="53138" y="55134"/>
                    <a:pt x="53507" y="55122"/>
                  </a:cubicBezTo>
                  <a:cubicBezTo>
                    <a:pt x="53567" y="55122"/>
                    <a:pt x="53627" y="55098"/>
                    <a:pt x="53686" y="55086"/>
                  </a:cubicBezTo>
                  <a:cubicBezTo>
                    <a:pt x="53555" y="55003"/>
                    <a:pt x="53615" y="54931"/>
                    <a:pt x="53710" y="54896"/>
                  </a:cubicBezTo>
                  <a:cubicBezTo>
                    <a:pt x="53793" y="54848"/>
                    <a:pt x="53900" y="54860"/>
                    <a:pt x="53984" y="54824"/>
                  </a:cubicBezTo>
                  <a:cubicBezTo>
                    <a:pt x="54436" y="54610"/>
                    <a:pt x="54853" y="54312"/>
                    <a:pt x="55270" y="54038"/>
                  </a:cubicBezTo>
                  <a:cubicBezTo>
                    <a:pt x="55686" y="53765"/>
                    <a:pt x="55924" y="53348"/>
                    <a:pt x="56198" y="52967"/>
                  </a:cubicBezTo>
                  <a:cubicBezTo>
                    <a:pt x="56627" y="52372"/>
                    <a:pt x="57258" y="51931"/>
                    <a:pt x="57508" y="51205"/>
                  </a:cubicBezTo>
                  <a:cubicBezTo>
                    <a:pt x="57532" y="51110"/>
                    <a:pt x="57615" y="50990"/>
                    <a:pt x="57698" y="50955"/>
                  </a:cubicBezTo>
                  <a:cubicBezTo>
                    <a:pt x="57865" y="50883"/>
                    <a:pt x="57853" y="50669"/>
                    <a:pt x="57829" y="50633"/>
                  </a:cubicBezTo>
                  <a:cubicBezTo>
                    <a:pt x="57687" y="50276"/>
                    <a:pt x="58032" y="49978"/>
                    <a:pt x="57937" y="49633"/>
                  </a:cubicBezTo>
                  <a:cubicBezTo>
                    <a:pt x="57889" y="49466"/>
                    <a:pt x="58044" y="49312"/>
                    <a:pt x="57948" y="49097"/>
                  </a:cubicBezTo>
                  <a:cubicBezTo>
                    <a:pt x="57877" y="48943"/>
                    <a:pt x="58068" y="48764"/>
                    <a:pt x="58103" y="48573"/>
                  </a:cubicBezTo>
                  <a:cubicBezTo>
                    <a:pt x="58258" y="47966"/>
                    <a:pt x="58258" y="47371"/>
                    <a:pt x="58294" y="46764"/>
                  </a:cubicBezTo>
                  <a:cubicBezTo>
                    <a:pt x="58329" y="46180"/>
                    <a:pt x="58318" y="45597"/>
                    <a:pt x="58341" y="45025"/>
                  </a:cubicBezTo>
                  <a:cubicBezTo>
                    <a:pt x="58353" y="44930"/>
                    <a:pt x="58508" y="44859"/>
                    <a:pt x="58460" y="44752"/>
                  </a:cubicBezTo>
                  <a:cubicBezTo>
                    <a:pt x="58353" y="44466"/>
                    <a:pt x="58437" y="44180"/>
                    <a:pt x="58437" y="43906"/>
                  </a:cubicBezTo>
                  <a:cubicBezTo>
                    <a:pt x="58425" y="43347"/>
                    <a:pt x="58437" y="42787"/>
                    <a:pt x="58449" y="42227"/>
                  </a:cubicBezTo>
                  <a:cubicBezTo>
                    <a:pt x="58472" y="41334"/>
                    <a:pt x="58353" y="40453"/>
                    <a:pt x="58413" y="39549"/>
                  </a:cubicBezTo>
                  <a:cubicBezTo>
                    <a:pt x="58460" y="38691"/>
                    <a:pt x="58353" y="37822"/>
                    <a:pt x="58437" y="36953"/>
                  </a:cubicBezTo>
                  <a:cubicBezTo>
                    <a:pt x="58496" y="36346"/>
                    <a:pt x="58377" y="35691"/>
                    <a:pt x="58437" y="35060"/>
                  </a:cubicBezTo>
                  <a:cubicBezTo>
                    <a:pt x="58449" y="35012"/>
                    <a:pt x="58460" y="34941"/>
                    <a:pt x="58425" y="34905"/>
                  </a:cubicBezTo>
                  <a:cubicBezTo>
                    <a:pt x="58210" y="34715"/>
                    <a:pt x="58318" y="34488"/>
                    <a:pt x="58341" y="34262"/>
                  </a:cubicBezTo>
                  <a:cubicBezTo>
                    <a:pt x="58365" y="34096"/>
                    <a:pt x="58449" y="33857"/>
                    <a:pt x="58377" y="33774"/>
                  </a:cubicBezTo>
                  <a:cubicBezTo>
                    <a:pt x="58151" y="33536"/>
                    <a:pt x="58234" y="33214"/>
                    <a:pt x="58270" y="33036"/>
                  </a:cubicBezTo>
                  <a:cubicBezTo>
                    <a:pt x="58341" y="32702"/>
                    <a:pt x="58425" y="32381"/>
                    <a:pt x="58377" y="32036"/>
                  </a:cubicBezTo>
                  <a:cubicBezTo>
                    <a:pt x="58353" y="31845"/>
                    <a:pt x="58270" y="31607"/>
                    <a:pt x="58353" y="31464"/>
                  </a:cubicBezTo>
                  <a:cubicBezTo>
                    <a:pt x="58520" y="31167"/>
                    <a:pt x="58484" y="30905"/>
                    <a:pt x="58401" y="30631"/>
                  </a:cubicBezTo>
                  <a:cubicBezTo>
                    <a:pt x="58329" y="30428"/>
                    <a:pt x="58508" y="30202"/>
                    <a:pt x="58329" y="30012"/>
                  </a:cubicBezTo>
                  <a:cubicBezTo>
                    <a:pt x="58627" y="29881"/>
                    <a:pt x="58413" y="29654"/>
                    <a:pt x="58413" y="29476"/>
                  </a:cubicBezTo>
                  <a:cubicBezTo>
                    <a:pt x="58413" y="29416"/>
                    <a:pt x="58353" y="29333"/>
                    <a:pt x="58377" y="29285"/>
                  </a:cubicBezTo>
                  <a:cubicBezTo>
                    <a:pt x="58675" y="28773"/>
                    <a:pt x="58437" y="28214"/>
                    <a:pt x="58449" y="27690"/>
                  </a:cubicBezTo>
                  <a:cubicBezTo>
                    <a:pt x="58460" y="27511"/>
                    <a:pt x="58627" y="27321"/>
                    <a:pt x="58508" y="27190"/>
                  </a:cubicBezTo>
                  <a:cubicBezTo>
                    <a:pt x="58246" y="26880"/>
                    <a:pt x="58651" y="26559"/>
                    <a:pt x="58449" y="26261"/>
                  </a:cubicBezTo>
                  <a:cubicBezTo>
                    <a:pt x="58722" y="26071"/>
                    <a:pt x="58246" y="25964"/>
                    <a:pt x="58401" y="25809"/>
                  </a:cubicBezTo>
                  <a:cubicBezTo>
                    <a:pt x="58722" y="25475"/>
                    <a:pt x="58234" y="25047"/>
                    <a:pt x="58556" y="24725"/>
                  </a:cubicBezTo>
                  <a:cubicBezTo>
                    <a:pt x="58329" y="24475"/>
                    <a:pt x="58508" y="24190"/>
                    <a:pt x="58484" y="23939"/>
                  </a:cubicBezTo>
                  <a:cubicBezTo>
                    <a:pt x="58460" y="23749"/>
                    <a:pt x="58472" y="23618"/>
                    <a:pt x="58568" y="23475"/>
                  </a:cubicBezTo>
                  <a:cubicBezTo>
                    <a:pt x="58401" y="23392"/>
                    <a:pt x="58460" y="23261"/>
                    <a:pt x="58460" y="23118"/>
                  </a:cubicBezTo>
                  <a:cubicBezTo>
                    <a:pt x="58472" y="22618"/>
                    <a:pt x="58603" y="22106"/>
                    <a:pt x="58449" y="21606"/>
                  </a:cubicBezTo>
                  <a:cubicBezTo>
                    <a:pt x="58353" y="21296"/>
                    <a:pt x="58603" y="20951"/>
                    <a:pt x="58401" y="20641"/>
                  </a:cubicBezTo>
                  <a:cubicBezTo>
                    <a:pt x="58782" y="20320"/>
                    <a:pt x="58258" y="19868"/>
                    <a:pt x="58568" y="19534"/>
                  </a:cubicBezTo>
                  <a:cubicBezTo>
                    <a:pt x="58318" y="19356"/>
                    <a:pt x="58484" y="19058"/>
                    <a:pt x="58520" y="18951"/>
                  </a:cubicBezTo>
                  <a:cubicBezTo>
                    <a:pt x="58663" y="18582"/>
                    <a:pt x="58365" y="18260"/>
                    <a:pt x="58544" y="17879"/>
                  </a:cubicBezTo>
                  <a:cubicBezTo>
                    <a:pt x="58591" y="17772"/>
                    <a:pt x="58734" y="17534"/>
                    <a:pt x="58675" y="17343"/>
                  </a:cubicBezTo>
                  <a:cubicBezTo>
                    <a:pt x="58568" y="17010"/>
                    <a:pt x="58603" y="16677"/>
                    <a:pt x="58603" y="16343"/>
                  </a:cubicBezTo>
                  <a:cubicBezTo>
                    <a:pt x="58615" y="16153"/>
                    <a:pt x="58520" y="15950"/>
                    <a:pt x="58663" y="15760"/>
                  </a:cubicBezTo>
                  <a:cubicBezTo>
                    <a:pt x="58663" y="15759"/>
                    <a:pt x="58662" y="15759"/>
                    <a:pt x="58660" y="15759"/>
                  </a:cubicBezTo>
                  <a:cubicBezTo>
                    <a:pt x="58650" y="15759"/>
                    <a:pt x="58610" y="15772"/>
                    <a:pt x="58571" y="15772"/>
                  </a:cubicBezTo>
                  <a:cubicBezTo>
                    <a:pt x="58520" y="15772"/>
                    <a:pt x="58471" y="15749"/>
                    <a:pt x="58496" y="15641"/>
                  </a:cubicBezTo>
                  <a:cubicBezTo>
                    <a:pt x="58520" y="15534"/>
                    <a:pt x="58520" y="15438"/>
                    <a:pt x="58603" y="15343"/>
                  </a:cubicBezTo>
                  <a:cubicBezTo>
                    <a:pt x="58639" y="15296"/>
                    <a:pt x="58651" y="15212"/>
                    <a:pt x="58627" y="15153"/>
                  </a:cubicBezTo>
                  <a:cubicBezTo>
                    <a:pt x="58449" y="14641"/>
                    <a:pt x="58472" y="14093"/>
                    <a:pt x="58437" y="13569"/>
                  </a:cubicBezTo>
                  <a:cubicBezTo>
                    <a:pt x="58389" y="12867"/>
                    <a:pt x="58389" y="12164"/>
                    <a:pt x="58377" y="11450"/>
                  </a:cubicBezTo>
                  <a:cubicBezTo>
                    <a:pt x="58365" y="11033"/>
                    <a:pt x="58437" y="10581"/>
                    <a:pt x="58389" y="10188"/>
                  </a:cubicBezTo>
                  <a:cubicBezTo>
                    <a:pt x="58294" y="9402"/>
                    <a:pt x="58353" y="8628"/>
                    <a:pt x="58294" y="7842"/>
                  </a:cubicBezTo>
                  <a:cubicBezTo>
                    <a:pt x="58258" y="7497"/>
                    <a:pt x="58306" y="7104"/>
                    <a:pt x="58365" y="6711"/>
                  </a:cubicBezTo>
                  <a:cubicBezTo>
                    <a:pt x="58187" y="6199"/>
                    <a:pt x="58460" y="5628"/>
                    <a:pt x="58199" y="5068"/>
                  </a:cubicBezTo>
                  <a:cubicBezTo>
                    <a:pt x="57996" y="4616"/>
                    <a:pt x="57794" y="4163"/>
                    <a:pt x="57556" y="3735"/>
                  </a:cubicBezTo>
                  <a:cubicBezTo>
                    <a:pt x="57294" y="3258"/>
                    <a:pt x="57044" y="2782"/>
                    <a:pt x="56603" y="2401"/>
                  </a:cubicBezTo>
                  <a:cubicBezTo>
                    <a:pt x="56055" y="1913"/>
                    <a:pt x="55365" y="1711"/>
                    <a:pt x="54746" y="1377"/>
                  </a:cubicBezTo>
                  <a:cubicBezTo>
                    <a:pt x="54628" y="1318"/>
                    <a:pt x="54470" y="1276"/>
                    <a:pt x="54332" y="1276"/>
                  </a:cubicBezTo>
                  <a:cubicBezTo>
                    <a:pt x="54302" y="1276"/>
                    <a:pt x="54273" y="1278"/>
                    <a:pt x="54246" y="1282"/>
                  </a:cubicBezTo>
                  <a:cubicBezTo>
                    <a:pt x="54152" y="1294"/>
                    <a:pt x="54059" y="1299"/>
                    <a:pt x="53967" y="1299"/>
                  </a:cubicBezTo>
                  <a:cubicBezTo>
                    <a:pt x="53408" y="1299"/>
                    <a:pt x="52888" y="1100"/>
                    <a:pt x="52376" y="937"/>
                  </a:cubicBezTo>
                  <a:cubicBezTo>
                    <a:pt x="51864" y="766"/>
                    <a:pt x="51371" y="634"/>
                    <a:pt x="50846" y="634"/>
                  </a:cubicBezTo>
                  <a:cubicBezTo>
                    <a:pt x="50785" y="634"/>
                    <a:pt x="50724" y="635"/>
                    <a:pt x="50662" y="639"/>
                  </a:cubicBezTo>
                  <a:cubicBezTo>
                    <a:pt x="50634" y="639"/>
                    <a:pt x="50608" y="640"/>
                    <a:pt x="50582" y="640"/>
                  </a:cubicBezTo>
                  <a:cubicBezTo>
                    <a:pt x="50531" y="640"/>
                    <a:pt x="50483" y="635"/>
                    <a:pt x="50436" y="603"/>
                  </a:cubicBezTo>
                  <a:cubicBezTo>
                    <a:pt x="50067" y="389"/>
                    <a:pt x="49638" y="484"/>
                    <a:pt x="49245" y="401"/>
                  </a:cubicBezTo>
                  <a:cubicBezTo>
                    <a:pt x="49211" y="394"/>
                    <a:pt x="49177" y="392"/>
                    <a:pt x="49143" y="392"/>
                  </a:cubicBezTo>
                  <a:cubicBezTo>
                    <a:pt x="48939" y="392"/>
                    <a:pt x="48736" y="493"/>
                    <a:pt x="48545" y="493"/>
                  </a:cubicBezTo>
                  <a:cubicBezTo>
                    <a:pt x="48479" y="493"/>
                    <a:pt x="48415" y="481"/>
                    <a:pt x="48352" y="449"/>
                  </a:cubicBezTo>
                  <a:cubicBezTo>
                    <a:pt x="48087" y="308"/>
                    <a:pt x="47798" y="299"/>
                    <a:pt x="47519" y="299"/>
                  </a:cubicBezTo>
                  <a:cubicBezTo>
                    <a:pt x="47482" y="299"/>
                    <a:pt x="47446" y="300"/>
                    <a:pt x="47410" y="300"/>
                  </a:cubicBezTo>
                  <a:cubicBezTo>
                    <a:pt x="47325" y="300"/>
                    <a:pt x="47242" y="299"/>
                    <a:pt x="47161" y="294"/>
                  </a:cubicBezTo>
                  <a:cubicBezTo>
                    <a:pt x="46569" y="248"/>
                    <a:pt x="37801" y="126"/>
                    <a:pt x="36492" y="126"/>
                  </a:cubicBezTo>
                  <a:cubicBezTo>
                    <a:pt x="36433" y="126"/>
                    <a:pt x="36390" y="127"/>
                    <a:pt x="36362" y="127"/>
                  </a:cubicBezTo>
                  <a:cubicBezTo>
                    <a:pt x="36179" y="127"/>
                    <a:pt x="35993" y="128"/>
                    <a:pt x="35807" y="128"/>
                  </a:cubicBezTo>
                  <a:cubicBezTo>
                    <a:pt x="35340" y="128"/>
                    <a:pt x="34869" y="122"/>
                    <a:pt x="34410" y="79"/>
                  </a:cubicBezTo>
                  <a:cubicBezTo>
                    <a:pt x="34391" y="78"/>
                    <a:pt x="34372" y="77"/>
                    <a:pt x="34353" y="77"/>
                  </a:cubicBezTo>
                  <a:cubicBezTo>
                    <a:pt x="34174" y="77"/>
                    <a:pt x="34001" y="146"/>
                    <a:pt x="33838" y="146"/>
                  </a:cubicBezTo>
                  <a:cubicBezTo>
                    <a:pt x="33781" y="146"/>
                    <a:pt x="33726" y="138"/>
                    <a:pt x="33672" y="115"/>
                  </a:cubicBezTo>
                  <a:cubicBezTo>
                    <a:pt x="33442" y="27"/>
                    <a:pt x="33213" y="1"/>
                    <a:pt x="32985" y="1"/>
                  </a:cubicBezTo>
                  <a:close/>
                </a:path>
              </a:pathLst>
            </a:custGeom>
            <a:grpFill/>
            <a:ln>
              <a:solidFill>
                <a:schemeClr val="tx1"/>
              </a:solidFill>
            </a:ln>
          </p:spPr>
          <p:txBody>
            <a:bodyPr spcFirstLastPara="1" wrap="square" lIns="182875" tIns="274300" rIns="182875" bIns="91425" anchor="ctr" anchorCtr="0">
              <a:noAutofit/>
            </a:bodyPr>
            <a:lstStyle/>
            <a:p>
              <a:pPr marL="0" lvl="0" indent="0" algn="ctr" rtl="0">
                <a:spcBef>
                  <a:spcPts val="0"/>
                </a:spcBef>
                <a:spcAft>
                  <a:spcPts val="0"/>
                </a:spcAft>
                <a:buClr>
                  <a:schemeClr val="dk1"/>
                </a:buClr>
                <a:buSzPts val="1100"/>
                <a:buFont typeface="Arial"/>
                <a:buNone/>
              </a:pPr>
              <a:r>
                <a:rPr lang="en-US" sz="1200" dirty="0">
                  <a:solidFill>
                    <a:schemeClr val="tx1">
                      <a:lumMod val="95000"/>
                      <a:lumOff val="5000"/>
                    </a:schemeClr>
                  </a:solidFill>
                  <a:latin typeface="Montserrat" panose="00000500000000000000" pitchFamily="2" charset="0"/>
                  <a:ea typeface="Roboto"/>
                  <a:cs typeface="Roboto"/>
                  <a:sym typeface="Roboto"/>
                </a:rPr>
                <a:t>For B to C making offers, discounts and new packages to encourage patients to come </a:t>
              </a:r>
            </a:p>
            <a:p>
              <a:pPr marL="0" lvl="0" indent="0" algn="ctr" rtl="0">
                <a:spcBef>
                  <a:spcPts val="0"/>
                </a:spcBef>
                <a:spcAft>
                  <a:spcPts val="0"/>
                </a:spcAft>
                <a:buClr>
                  <a:schemeClr val="dk1"/>
                </a:buClr>
                <a:buSzPts val="1100"/>
                <a:buFont typeface="Arial"/>
                <a:buNone/>
              </a:pPr>
              <a:r>
                <a:rPr lang="en-US" sz="1400" dirty="0">
                  <a:solidFill>
                    <a:schemeClr val="tx1">
                      <a:lumMod val="95000"/>
                      <a:lumOff val="5000"/>
                    </a:schemeClr>
                  </a:solidFill>
                  <a:latin typeface="Montserrat" panose="00000500000000000000" pitchFamily="2" charset="0"/>
                </a:rPr>
                <a:t> For B to B  follow Advertising specialties</a:t>
              </a:r>
              <a:endParaRPr sz="1400" dirty="0">
                <a:solidFill>
                  <a:schemeClr val="tx1">
                    <a:lumMod val="95000"/>
                    <a:lumOff val="5000"/>
                  </a:schemeClr>
                </a:solidFill>
                <a:latin typeface="Montserrat" panose="00000500000000000000" pitchFamily="2" charset="0"/>
              </a:endParaRPr>
            </a:p>
          </p:txBody>
        </p:sp>
        <p:sp>
          <p:nvSpPr>
            <p:cNvPr id="14" name="Google Shape;379;p21">
              <a:extLst>
                <a:ext uri="{FF2B5EF4-FFF2-40B4-BE49-F238E27FC236}">
                  <a16:creationId xmlns:a16="http://schemas.microsoft.com/office/drawing/2014/main" id="{EC7E89A7-7D3B-E709-E0C9-CECF0D945994}"/>
                </a:ext>
              </a:extLst>
            </p:cNvPr>
            <p:cNvSpPr/>
            <p:nvPr/>
          </p:nvSpPr>
          <p:spPr>
            <a:xfrm>
              <a:off x="2924404" y="3251285"/>
              <a:ext cx="1628691" cy="326043"/>
            </a:xfrm>
            <a:custGeom>
              <a:avLst/>
              <a:gdLst/>
              <a:ahLst/>
              <a:cxnLst/>
              <a:rect l="l" t="t" r="r" b="b"/>
              <a:pathLst>
                <a:path w="56156" h="12306" extrusionOk="0">
                  <a:moveTo>
                    <a:pt x="31685" y="1"/>
                  </a:moveTo>
                  <a:cubicBezTo>
                    <a:pt x="31661" y="1"/>
                    <a:pt x="31634" y="10"/>
                    <a:pt x="31605" y="22"/>
                  </a:cubicBezTo>
                  <a:cubicBezTo>
                    <a:pt x="31262" y="152"/>
                    <a:pt x="29925" y="187"/>
                    <a:pt x="28732" y="187"/>
                  </a:cubicBezTo>
                  <a:cubicBezTo>
                    <a:pt x="27849" y="187"/>
                    <a:pt x="27046" y="168"/>
                    <a:pt x="26783" y="153"/>
                  </a:cubicBezTo>
                  <a:cubicBezTo>
                    <a:pt x="26649" y="153"/>
                    <a:pt x="26498" y="112"/>
                    <a:pt x="26367" y="112"/>
                  </a:cubicBezTo>
                  <a:cubicBezTo>
                    <a:pt x="26310" y="112"/>
                    <a:pt x="26257" y="119"/>
                    <a:pt x="26211" y="141"/>
                  </a:cubicBezTo>
                  <a:cubicBezTo>
                    <a:pt x="26075" y="212"/>
                    <a:pt x="25946" y="235"/>
                    <a:pt x="25819" y="235"/>
                  </a:cubicBezTo>
                  <a:cubicBezTo>
                    <a:pt x="25668" y="235"/>
                    <a:pt x="25521" y="202"/>
                    <a:pt x="25366" y="176"/>
                  </a:cubicBezTo>
                  <a:cubicBezTo>
                    <a:pt x="25272" y="159"/>
                    <a:pt x="25153" y="117"/>
                    <a:pt x="25067" y="117"/>
                  </a:cubicBezTo>
                  <a:cubicBezTo>
                    <a:pt x="25033" y="117"/>
                    <a:pt x="25005" y="124"/>
                    <a:pt x="24985" y="141"/>
                  </a:cubicBezTo>
                  <a:cubicBezTo>
                    <a:pt x="24857" y="247"/>
                    <a:pt x="24723" y="277"/>
                    <a:pt x="24587" y="277"/>
                  </a:cubicBezTo>
                  <a:cubicBezTo>
                    <a:pt x="24405" y="277"/>
                    <a:pt x="24218" y="223"/>
                    <a:pt x="24034" y="223"/>
                  </a:cubicBezTo>
                  <a:cubicBezTo>
                    <a:pt x="23969" y="223"/>
                    <a:pt x="23905" y="230"/>
                    <a:pt x="23842" y="248"/>
                  </a:cubicBezTo>
                  <a:cubicBezTo>
                    <a:pt x="23774" y="268"/>
                    <a:pt x="22535" y="273"/>
                    <a:pt x="20907" y="273"/>
                  </a:cubicBezTo>
                  <a:cubicBezTo>
                    <a:pt x="19047" y="273"/>
                    <a:pt x="16680" y="266"/>
                    <a:pt x="14976" y="266"/>
                  </a:cubicBezTo>
                  <a:cubicBezTo>
                    <a:pt x="13699" y="266"/>
                    <a:pt x="12794" y="270"/>
                    <a:pt x="12757" y="283"/>
                  </a:cubicBezTo>
                  <a:cubicBezTo>
                    <a:pt x="12305" y="474"/>
                    <a:pt x="11840" y="295"/>
                    <a:pt x="11388" y="510"/>
                  </a:cubicBezTo>
                  <a:cubicBezTo>
                    <a:pt x="11242" y="577"/>
                    <a:pt x="11087" y="594"/>
                    <a:pt x="10926" y="594"/>
                  </a:cubicBezTo>
                  <a:cubicBezTo>
                    <a:pt x="10763" y="594"/>
                    <a:pt x="10594" y="576"/>
                    <a:pt x="10427" y="576"/>
                  </a:cubicBezTo>
                  <a:cubicBezTo>
                    <a:pt x="10234" y="576"/>
                    <a:pt x="10043" y="599"/>
                    <a:pt x="9864" y="700"/>
                  </a:cubicBezTo>
                  <a:cubicBezTo>
                    <a:pt x="9755" y="759"/>
                    <a:pt x="9636" y="770"/>
                    <a:pt x="9514" y="770"/>
                  </a:cubicBezTo>
                  <a:cubicBezTo>
                    <a:pt x="9437" y="770"/>
                    <a:pt x="9359" y="765"/>
                    <a:pt x="9281" y="765"/>
                  </a:cubicBezTo>
                  <a:cubicBezTo>
                    <a:pt x="9107" y="765"/>
                    <a:pt x="8937" y="788"/>
                    <a:pt x="8792" y="938"/>
                  </a:cubicBezTo>
                  <a:cubicBezTo>
                    <a:pt x="8788" y="946"/>
                    <a:pt x="8780" y="949"/>
                    <a:pt x="8770" y="949"/>
                  </a:cubicBezTo>
                  <a:cubicBezTo>
                    <a:pt x="8746" y="949"/>
                    <a:pt x="8710" y="935"/>
                    <a:pt x="8685" y="926"/>
                  </a:cubicBezTo>
                  <a:cubicBezTo>
                    <a:pt x="8647" y="920"/>
                    <a:pt x="8608" y="917"/>
                    <a:pt x="8570" y="917"/>
                  </a:cubicBezTo>
                  <a:cubicBezTo>
                    <a:pt x="8321" y="917"/>
                    <a:pt x="8069" y="1039"/>
                    <a:pt x="7819" y="1039"/>
                  </a:cubicBezTo>
                  <a:cubicBezTo>
                    <a:pt x="7698" y="1039"/>
                    <a:pt x="7578" y="1011"/>
                    <a:pt x="7459" y="926"/>
                  </a:cubicBezTo>
                  <a:cubicBezTo>
                    <a:pt x="7457" y="925"/>
                    <a:pt x="7456" y="925"/>
                    <a:pt x="7453" y="925"/>
                  </a:cubicBezTo>
                  <a:cubicBezTo>
                    <a:pt x="7435" y="925"/>
                    <a:pt x="7386" y="966"/>
                    <a:pt x="7375" y="998"/>
                  </a:cubicBezTo>
                  <a:cubicBezTo>
                    <a:pt x="7314" y="1120"/>
                    <a:pt x="7244" y="1129"/>
                    <a:pt x="7128" y="1129"/>
                  </a:cubicBezTo>
                  <a:cubicBezTo>
                    <a:pt x="7109" y="1129"/>
                    <a:pt x="7088" y="1129"/>
                    <a:pt x="7066" y="1129"/>
                  </a:cubicBezTo>
                  <a:cubicBezTo>
                    <a:pt x="7040" y="1128"/>
                    <a:pt x="7015" y="1128"/>
                    <a:pt x="6990" y="1128"/>
                  </a:cubicBezTo>
                  <a:cubicBezTo>
                    <a:pt x="6305" y="1128"/>
                    <a:pt x="5671" y="1429"/>
                    <a:pt x="4982" y="1486"/>
                  </a:cubicBezTo>
                  <a:cubicBezTo>
                    <a:pt x="4482" y="1534"/>
                    <a:pt x="3958" y="1665"/>
                    <a:pt x="3506" y="1950"/>
                  </a:cubicBezTo>
                  <a:cubicBezTo>
                    <a:pt x="3208" y="2141"/>
                    <a:pt x="2839" y="2188"/>
                    <a:pt x="2565" y="2427"/>
                  </a:cubicBezTo>
                  <a:cubicBezTo>
                    <a:pt x="2160" y="2796"/>
                    <a:pt x="1756" y="3153"/>
                    <a:pt x="1351" y="3510"/>
                  </a:cubicBezTo>
                  <a:cubicBezTo>
                    <a:pt x="970" y="3832"/>
                    <a:pt x="565" y="4177"/>
                    <a:pt x="482" y="4689"/>
                  </a:cubicBezTo>
                  <a:cubicBezTo>
                    <a:pt x="386" y="5236"/>
                    <a:pt x="398" y="5784"/>
                    <a:pt x="232" y="6344"/>
                  </a:cubicBezTo>
                  <a:cubicBezTo>
                    <a:pt x="17" y="7058"/>
                    <a:pt x="113" y="7832"/>
                    <a:pt x="77" y="8582"/>
                  </a:cubicBezTo>
                  <a:cubicBezTo>
                    <a:pt x="41" y="9701"/>
                    <a:pt x="136" y="10820"/>
                    <a:pt x="29" y="11940"/>
                  </a:cubicBezTo>
                  <a:cubicBezTo>
                    <a:pt x="0" y="12181"/>
                    <a:pt x="97" y="12305"/>
                    <a:pt x="268" y="12305"/>
                  </a:cubicBezTo>
                  <a:cubicBezTo>
                    <a:pt x="307" y="12305"/>
                    <a:pt x="351" y="12298"/>
                    <a:pt x="398" y="12285"/>
                  </a:cubicBezTo>
                  <a:cubicBezTo>
                    <a:pt x="810" y="12180"/>
                    <a:pt x="1222" y="12161"/>
                    <a:pt x="1634" y="12161"/>
                  </a:cubicBezTo>
                  <a:cubicBezTo>
                    <a:pt x="1864" y="12161"/>
                    <a:pt x="2094" y="12167"/>
                    <a:pt x="2324" y="12167"/>
                  </a:cubicBezTo>
                  <a:cubicBezTo>
                    <a:pt x="2384" y="12167"/>
                    <a:pt x="2445" y="12167"/>
                    <a:pt x="2506" y="12166"/>
                  </a:cubicBezTo>
                  <a:cubicBezTo>
                    <a:pt x="2732" y="12163"/>
                    <a:pt x="2959" y="12161"/>
                    <a:pt x="3185" y="12161"/>
                  </a:cubicBezTo>
                  <a:cubicBezTo>
                    <a:pt x="3804" y="12161"/>
                    <a:pt x="4423" y="12172"/>
                    <a:pt x="5042" y="12190"/>
                  </a:cubicBezTo>
                  <a:cubicBezTo>
                    <a:pt x="5137" y="12192"/>
                    <a:pt x="5232" y="12193"/>
                    <a:pt x="5327" y="12193"/>
                  </a:cubicBezTo>
                  <a:cubicBezTo>
                    <a:pt x="5728" y="12193"/>
                    <a:pt x="6123" y="12176"/>
                    <a:pt x="6518" y="12166"/>
                  </a:cubicBezTo>
                  <a:cubicBezTo>
                    <a:pt x="6576" y="12164"/>
                    <a:pt x="6635" y="12164"/>
                    <a:pt x="6694" y="12164"/>
                  </a:cubicBezTo>
                  <a:cubicBezTo>
                    <a:pt x="6871" y="12164"/>
                    <a:pt x="7051" y="12169"/>
                    <a:pt x="7229" y="12169"/>
                  </a:cubicBezTo>
                  <a:cubicBezTo>
                    <a:pt x="7468" y="12169"/>
                    <a:pt x="7703" y="12160"/>
                    <a:pt x="7923" y="12118"/>
                  </a:cubicBezTo>
                  <a:cubicBezTo>
                    <a:pt x="8064" y="12094"/>
                    <a:pt x="8205" y="12086"/>
                    <a:pt x="8344" y="12086"/>
                  </a:cubicBezTo>
                  <a:cubicBezTo>
                    <a:pt x="8637" y="12086"/>
                    <a:pt x="8926" y="12122"/>
                    <a:pt x="9215" y="12122"/>
                  </a:cubicBezTo>
                  <a:cubicBezTo>
                    <a:pt x="9264" y="12122"/>
                    <a:pt x="9314" y="12121"/>
                    <a:pt x="9364" y="12118"/>
                  </a:cubicBezTo>
                  <a:cubicBezTo>
                    <a:pt x="9388" y="12117"/>
                    <a:pt x="9413" y="12117"/>
                    <a:pt x="9438" y="12117"/>
                  </a:cubicBezTo>
                  <a:cubicBezTo>
                    <a:pt x="9665" y="12117"/>
                    <a:pt x="9907" y="12148"/>
                    <a:pt x="10132" y="12148"/>
                  </a:cubicBezTo>
                  <a:cubicBezTo>
                    <a:pt x="10242" y="12148"/>
                    <a:pt x="10349" y="12140"/>
                    <a:pt x="10447" y="12118"/>
                  </a:cubicBezTo>
                  <a:cubicBezTo>
                    <a:pt x="10995" y="12011"/>
                    <a:pt x="11543" y="12059"/>
                    <a:pt x="12078" y="12035"/>
                  </a:cubicBezTo>
                  <a:cubicBezTo>
                    <a:pt x="12673" y="12014"/>
                    <a:pt x="21563" y="11974"/>
                    <a:pt x="23952" y="11974"/>
                  </a:cubicBezTo>
                  <a:cubicBezTo>
                    <a:pt x="24242" y="11974"/>
                    <a:pt x="24436" y="11974"/>
                    <a:pt x="24508" y="11975"/>
                  </a:cubicBezTo>
                  <a:cubicBezTo>
                    <a:pt x="24530" y="11976"/>
                    <a:pt x="24551" y="11976"/>
                    <a:pt x="24573" y="11976"/>
                  </a:cubicBezTo>
                  <a:cubicBezTo>
                    <a:pt x="24960" y="11976"/>
                    <a:pt x="25376" y="11880"/>
                    <a:pt x="25782" y="11880"/>
                  </a:cubicBezTo>
                  <a:cubicBezTo>
                    <a:pt x="30447" y="11869"/>
                    <a:pt x="35090" y="11543"/>
                    <a:pt x="34826" y="11543"/>
                  </a:cubicBezTo>
                  <a:cubicBezTo>
                    <a:pt x="34809" y="11543"/>
                    <a:pt x="34771" y="11544"/>
                    <a:pt x="34712" y="11547"/>
                  </a:cubicBezTo>
                  <a:cubicBezTo>
                    <a:pt x="35581" y="11499"/>
                    <a:pt x="45380" y="11416"/>
                    <a:pt x="46261" y="11356"/>
                  </a:cubicBezTo>
                  <a:cubicBezTo>
                    <a:pt x="47071" y="11285"/>
                    <a:pt x="47880" y="11285"/>
                    <a:pt x="48678" y="11201"/>
                  </a:cubicBezTo>
                  <a:cubicBezTo>
                    <a:pt x="49250" y="11142"/>
                    <a:pt x="49821" y="11154"/>
                    <a:pt x="50393" y="11082"/>
                  </a:cubicBezTo>
                  <a:cubicBezTo>
                    <a:pt x="50655" y="11051"/>
                    <a:pt x="50932" y="11035"/>
                    <a:pt x="51208" y="11035"/>
                  </a:cubicBezTo>
                  <a:cubicBezTo>
                    <a:pt x="51346" y="11035"/>
                    <a:pt x="51484" y="11039"/>
                    <a:pt x="51619" y="11047"/>
                  </a:cubicBezTo>
                  <a:cubicBezTo>
                    <a:pt x="51641" y="11047"/>
                    <a:pt x="51662" y="11048"/>
                    <a:pt x="51685" y="11048"/>
                  </a:cubicBezTo>
                  <a:cubicBezTo>
                    <a:pt x="51884" y="11048"/>
                    <a:pt x="52099" y="11024"/>
                    <a:pt x="52299" y="11024"/>
                  </a:cubicBezTo>
                  <a:cubicBezTo>
                    <a:pt x="52479" y="11024"/>
                    <a:pt x="52646" y="11043"/>
                    <a:pt x="52774" y="11118"/>
                  </a:cubicBezTo>
                  <a:cubicBezTo>
                    <a:pt x="52963" y="11223"/>
                    <a:pt x="53153" y="11247"/>
                    <a:pt x="53340" y="11247"/>
                  </a:cubicBezTo>
                  <a:cubicBezTo>
                    <a:pt x="53495" y="11247"/>
                    <a:pt x="53649" y="11231"/>
                    <a:pt x="53800" y="11231"/>
                  </a:cubicBezTo>
                  <a:cubicBezTo>
                    <a:pt x="53880" y="11231"/>
                    <a:pt x="53958" y="11235"/>
                    <a:pt x="54036" y="11249"/>
                  </a:cubicBezTo>
                  <a:cubicBezTo>
                    <a:pt x="54147" y="11270"/>
                    <a:pt x="54266" y="11279"/>
                    <a:pt x="54390" y="11279"/>
                  </a:cubicBezTo>
                  <a:cubicBezTo>
                    <a:pt x="54755" y="11279"/>
                    <a:pt x="55162" y="11201"/>
                    <a:pt x="55536" y="11130"/>
                  </a:cubicBezTo>
                  <a:cubicBezTo>
                    <a:pt x="55631" y="11118"/>
                    <a:pt x="55822" y="11142"/>
                    <a:pt x="55798" y="10963"/>
                  </a:cubicBezTo>
                  <a:cubicBezTo>
                    <a:pt x="55774" y="10761"/>
                    <a:pt x="55881" y="10559"/>
                    <a:pt x="55846" y="10368"/>
                  </a:cubicBezTo>
                  <a:cubicBezTo>
                    <a:pt x="55679" y="9737"/>
                    <a:pt x="55929" y="9094"/>
                    <a:pt x="55786" y="8451"/>
                  </a:cubicBezTo>
                  <a:cubicBezTo>
                    <a:pt x="55703" y="8094"/>
                    <a:pt x="55881" y="7689"/>
                    <a:pt x="55810" y="7356"/>
                  </a:cubicBezTo>
                  <a:cubicBezTo>
                    <a:pt x="55679" y="6713"/>
                    <a:pt x="56155" y="6106"/>
                    <a:pt x="55917" y="5701"/>
                  </a:cubicBezTo>
                  <a:cubicBezTo>
                    <a:pt x="55762" y="4855"/>
                    <a:pt x="55846" y="4201"/>
                    <a:pt x="55381" y="3677"/>
                  </a:cubicBezTo>
                  <a:cubicBezTo>
                    <a:pt x="55334" y="3617"/>
                    <a:pt x="55274" y="3546"/>
                    <a:pt x="55262" y="3474"/>
                  </a:cubicBezTo>
                  <a:cubicBezTo>
                    <a:pt x="55215" y="3022"/>
                    <a:pt x="54941" y="2712"/>
                    <a:pt x="54667" y="2391"/>
                  </a:cubicBezTo>
                  <a:cubicBezTo>
                    <a:pt x="54346" y="2010"/>
                    <a:pt x="53893" y="1819"/>
                    <a:pt x="53488" y="1593"/>
                  </a:cubicBezTo>
                  <a:cubicBezTo>
                    <a:pt x="53344" y="1516"/>
                    <a:pt x="53136" y="1392"/>
                    <a:pt x="52873" y="1392"/>
                  </a:cubicBezTo>
                  <a:cubicBezTo>
                    <a:pt x="52811" y="1392"/>
                    <a:pt x="52746" y="1399"/>
                    <a:pt x="52679" y="1415"/>
                  </a:cubicBezTo>
                  <a:cubicBezTo>
                    <a:pt x="52572" y="1439"/>
                    <a:pt x="52448" y="1455"/>
                    <a:pt x="52319" y="1455"/>
                  </a:cubicBezTo>
                  <a:cubicBezTo>
                    <a:pt x="52073" y="1455"/>
                    <a:pt x="51811" y="1396"/>
                    <a:pt x="51631" y="1224"/>
                  </a:cubicBezTo>
                  <a:cubicBezTo>
                    <a:pt x="51440" y="1063"/>
                    <a:pt x="51274" y="1004"/>
                    <a:pt x="51076" y="1004"/>
                  </a:cubicBezTo>
                  <a:cubicBezTo>
                    <a:pt x="51040" y="1004"/>
                    <a:pt x="51003" y="1006"/>
                    <a:pt x="50964" y="1010"/>
                  </a:cubicBezTo>
                  <a:cubicBezTo>
                    <a:pt x="50954" y="1011"/>
                    <a:pt x="50944" y="1011"/>
                    <a:pt x="50934" y="1011"/>
                  </a:cubicBezTo>
                  <a:cubicBezTo>
                    <a:pt x="50815" y="1011"/>
                    <a:pt x="50706" y="949"/>
                    <a:pt x="50607" y="938"/>
                  </a:cubicBezTo>
                  <a:cubicBezTo>
                    <a:pt x="50265" y="900"/>
                    <a:pt x="49946" y="688"/>
                    <a:pt x="49596" y="688"/>
                  </a:cubicBezTo>
                  <a:cubicBezTo>
                    <a:pt x="49507" y="688"/>
                    <a:pt x="49415" y="702"/>
                    <a:pt x="49321" y="736"/>
                  </a:cubicBezTo>
                  <a:cubicBezTo>
                    <a:pt x="49265" y="755"/>
                    <a:pt x="49209" y="773"/>
                    <a:pt x="49158" y="773"/>
                  </a:cubicBezTo>
                  <a:cubicBezTo>
                    <a:pt x="49112" y="773"/>
                    <a:pt x="49069" y="758"/>
                    <a:pt x="49035" y="712"/>
                  </a:cubicBezTo>
                  <a:cubicBezTo>
                    <a:pt x="48945" y="597"/>
                    <a:pt x="48837" y="573"/>
                    <a:pt x="48720" y="573"/>
                  </a:cubicBezTo>
                  <a:cubicBezTo>
                    <a:pt x="48668" y="573"/>
                    <a:pt x="48614" y="577"/>
                    <a:pt x="48559" y="581"/>
                  </a:cubicBezTo>
                  <a:cubicBezTo>
                    <a:pt x="48548" y="582"/>
                    <a:pt x="48537" y="582"/>
                    <a:pt x="48525" y="582"/>
                  </a:cubicBezTo>
                  <a:cubicBezTo>
                    <a:pt x="48313" y="582"/>
                    <a:pt x="48106" y="441"/>
                    <a:pt x="47892" y="441"/>
                  </a:cubicBezTo>
                  <a:cubicBezTo>
                    <a:pt x="47795" y="441"/>
                    <a:pt x="47696" y="471"/>
                    <a:pt x="47595" y="557"/>
                  </a:cubicBezTo>
                  <a:cubicBezTo>
                    <a:pt x="47591" y="561"/>
                    <a:pt x="47584" y="562"/>
                    <a:pt x="47575" y="562"/>
                  </a:cubicBezTo>
                  <a:cubicBezTo>
                    <a:pt x="47549" y="562"/>
                    <a:pt x="47508" y="551"/>
                    <a:pt x="47499" y="534"/>
                  </a:cubicBezTo>
                  <a:cubicBezTo>
                    <a:pt x="47470" y="429"/>
                    <a:pt x="47408" y="401"/>
                    <a:pt x="47341" y="401"/>
                  </a:cubicBezTo>
                  <a:cubicBezTo>
                    <a:pt x="47271" y="401"/>
                    <a:pt x="47197" y="432"/>
                    <a:pt x="47154" y="438"/>
                  </a:cubicBezTo>
                  <a:cubicBezTo>
                    <a:pt x="46937" y="452"/>
                    <a:pt x="46719" y="466"/>
                    <a:pt x="46502" y="466"/>
                  </a:cubicBezTo>
                  <a:cubicBezTo>
                    <a:pt x="46159" y="466"/>
                    <a:pt x="45820" y="431"/>
                    <a:pt x="45499" y="307"/>
                  </a:cubicBezTo>
                  <a:cubicBezTo>
                    <a:pt x="45259" y="225"/>
                    <a:pt x="42493" y="213"/>
                    <a:pt x="39888" y="213"/>
                  </a:cubicBezTo>
                  <a:cubicBezTo>
                    <a:pt x="38859" y="213"/>
                    <a:pt x="37855" y="215"/>
                    <a:pt x="37041" y="215"/>
                  </a:cubicBezTo>
                  <a:cubicBezTo>
                    <a:pt x="36039" y="215"/>
                    <a:pt x="35326" y="212"/>
                    <a:pt x="35212" y="200"/>
                  </a:cubicBezTo>
                  <a:cubicBezTo>
                    <a:pt x="35006" y="172"/>
                    <a:pt x="34797" y="164"/>
                    <a:pt x="34586" y="164"/>
                  </a:cubicBezTo>
                  <a:cubicBezTo>
                    <a:pt x="34305" y="164"/>
                    <a:pt x="34021" y="179"/>
                    <a:pt x="33736" y="179"/>
                  </a:cubicBezTo>
                  <a:cubicBezTo>
                    <a:pt x="33593" y="179"/>
                    <a:pt x="33450" y="175"/>
                    <a:pt x="33307" y="164"/>
                  </a:cubicBezTo>
                  <a:cubicBezTo>
                    <a:pt x="33144" y="150"/>
                    <a:pt x="32972" y="119"/>
                    <a:pt x="32794" y="119"/>
                  </a:cubicBezTo>
                  <a:cubicBezTo>
                    <a:pt x="32673" y="119"/>
                    <a:pt x="32551" y="133"/>
                    <a:pt x="32426" y="176"/>
                  </a:cubicBezTo>
                  <a:cubicBezTo>
                    <a:pt x="32353" y="196"/>
                    <a:pt x="32258" y="215"/>
                    <a:pt x="32159" y="215"/>
                  </a:cubicBezTo>
                  <a:cubicBezTo>
                    <a:pt x="32015" y="215"/>
                    <a:pt x="31860" y="174"/>
                    <a:pt x="31747" y="33"/>
                  </a:cubicBezTo>
                  <a:cubicBezTo>
                    <a:pt x="31730" y="10"/>
                    <a:pt x="31709" y="1"/>
                    <a:pt x="31685" y="1"/>
                  </a:cubicBezTo>
                  <a:close/>
                </a:path>
              </a:pathLst>
            </a:custGeom>
            <a:solidFill>
              <a:schemeClr val="accent2">
                <a:lumMod val="75000"/>
              </a:schemeClr>
            </a:solidFill>
            <a:ln>
              <a:solidFill>
                <a:schemeClr val="tx1"/>
              </a:solid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US" dirty="0">
                  <a:solidFill>
                    <a:schemeClr val="bg1"/>
                  </a:solidFill>
                </a:rPr>
                <a:t>Sales promotion</a:t>
              </a:r>
              <a:endParaRPr dirty="0">
                <a:solidFill>
                  <a:schemeClr val="bg1"/>
                </a:solidFill>
              </a:endParaRPr>
            </a:p>
          </p:txBody>
        </p:sp>
      </p:grpSp>
      <p:grpSp>
        <p:nvGrpSpPr>
          <p:cNvPr id="17" name="Google Shape;366;p21">
            <a:extLst>
              <a:ext uri="{FF2B5EF4-FFF2-40B4-BE49-F238E27FC236}">
                <a16:creationId xmlns:a16="http://schemas.microsoft.com/office/drawing/2014/main" id="{A0867E4B-A343-4643-E0AC-C25E488CE273}"/>
              </a:ext>
            </a:extLst>
          </p:cNvPr>
          <p:cNvGrpSpPr/>
          <p:nvPr/>
        </p:nvGrpSpPr>
        <p:grpSpPr>
          <a:xfrm>
            <a:off x="614324" y="2888874"/>
            <a:ext cx="2298623" cy="1643192"/>
            <a:chOff x="4668613" y="2722084"/>
            <a:chExt cx="2176819" cy="1904560"/>
          </a:xfrm>
        </p:grpSpPr>
        <p:sp>
          <p:nvSpPr>
            <p:cNvPr id="18" name="Google Shape;367;p21">
              <a:extLst>
                <a:ext uri="{FF2B5EF4-FFF2-40B4-BE49-F238E27FC236}">
                  <a16:creationId xmlns:a16="http://schemas.microsoft.com/office/drawing/2014/main" id="{E635AF14-A67F-406F-1F78-6ECB8F6AD524}"/>
                </a:ext>
              </a:extLst>
            </p:cNvPr>
            <p:cNvSpPr/>
            <p:nvPr/>
          </p:nvSpPr>
          <p:spPr>
            <a:xfrm>
              <a:off x="4668613" y="3114423"/>
              <a:ext cx="2176819" cy="1512221"/>
            </a:xfrm>
            <a:custGeom>
              <a:avLst/>
              <a:gdLst/>
              <a:ahLst/>
              <a:cxnLst/>
              <a:rect l="l" t="t" r="r" b="b"/>
              <a:pathLst>
                <a:path w="59818" h="56585" extrusionOk="0">
                  <a:moveTo>
                    <a:pt x="33549" y="931"/>
                  </a:moveTo>
                  <a:cubicBezTo>
                    <a:pt x="33746" y="931"/>
                    <a:pt x="33943" y="954"/>
                    <a:pt x="34124" y="965"/>
                  </a:cubicBezTo>
                  <a:cubicBezTo>
                    <a:pt x="34374" y="983"/>
                    <a:pt x="34630" y="989"/>
                    <a:pt x="34885" y="989"/>
                  </a:cubicBezTo>
                  <a:cubicBezTo>
                    <a:pt x="35139" y="989"/>
                    <a:pt x="35392" y="983"/>
                    <a:pt x="35636" y="977"/>
                  </a:cubicBezTo>
                  <a:cubicBezTo>
                    <a:pt x="35905" y="977"/>
                    <a:pt x="41359" y="1084"/>
                    <a:pt x="44695" y="1084"/>
                  </a:cubicBezTo>
                  <a:cubicBezTo>
                    <a:pt x="46085" y="1084"/>
                    <a:pt x="47107" y="1065"/>
                    <a:pt x="47233" y="1013"/>
                  </a:cubicBezTo>
                  <a:cubicBezTo>
                    <a:pt x="47339" y="973"/>
                    <a:pt x="47465" y="953"/>
                    <a:pt x="47599" y="953"/>
                  </a:cubicBezTo>
                  <a:cubicBezTo>
                    <a:pt x="47828" y="953"/>
                    <a:pt x="48078" y="1012"/>
                    <a:pt x="48281" y="1132"/>
                  </a:cubicBezTo>
                  <a:cubicBezTo>
                    <a:pt x="48326" y="1164"/>
                    <a:pt x="48368" y="1174"/>
                    <a:pt x="48407" y="1174"/>
                  </a:cubicBezTo>
                  <a:cubicBezTo>
                    <a:pt x="48496" y="1174"/>
                    <a:pt x="48574" y="1119"/>
                    <a:pt x="48667" y="1119"/>
                  </a:cubicBezTo>
                  <a:cubicBezTo>
                    <a:pt x="48673" y="1119"/>
                    <a:pt x="48679" y="1120"/>
                    <a:pt x="48686" y="1120"/>
                  </a:cubicBezTo>
                  <a:cubicBezTo>
                    <a:pt x="49638" y="1239"/>
                    <a:pt x="50591" y="1358"/>
                    <a:pt x="51531" y="1525"/>
                  </a:cubicBezTo>
                  <a:cubicBezTo>
                    <a:pt x="52067" y="1620"/>
                    <a:pt x="52591" y="1715"/>
                    <a:pt x="53127" y="1811"/>
                  </a:cubicBezTo>
                  <a:cubicBezTo>
                    <a:pt x="53615" y="1894"/>
                    <a:pt x="54163" y="1942"/>
                    <a:pt x="54567" y="2299"/>
                  </a:cubicBezTo>
                  <a:cubicBezTo>
                    <a:pt x="54746" y="2465"/>
                    <a:pt x="55044" y="2430"/>
                    <a:pt x="55258" y="2596"/>
                  </a:cubicBezTo>
                  <a:cubicBezTo>
                    <a:pt x="55675" y="2930"/>
                    <a:pt x="55901" y="3358"/>
                    <a:pt x="56175" y="3763"/>
                  </a:cubicBezTo>
                  <a:cubicBezTo>
                    <a:pt x="56329" y="4001"/>
                    <a:pt x="56341" y="4323"/>
                    <a:pt x="56651" y="4490"/>
                  </a:cubicBezTo>
                  <a:cubicBezTo>
                    <a:pt x="56722" y="4525"/>
                    <a:pt x="56687" y="4656"/>
                    <a:pt x="56687" y="4751"/>
                  </a:cubicBezTo>
                  <a:cubicBezTo>
                    <a:pt x="56710" y="5002"/>
                    <a:pt x="56722" y="5252"/>
                    <a:pt x="56853" y="5513"/>
                  </a:cubicBezTo>
                  <a:cubicBezTo>
                    <a:pt x="56996" y="5775"/>
                    <a:pt x="56853" y="6097"/>
                    <a:pt x="56937" y="6406"/>
                  </a:cubicBezTo>
                  <a:cubicBezTo>
                    <a:pt x="57020" y="6752"/>
                    <a:pt x="57080" y="7109"/>
                    <a:pt x="57127" y="7478"/>
                  </a:cubicBezTo>
                  <a:cubicBezTo>
                    <a:pt x="57187" y="8014"/>
                    <a:pt x="57222" y="8561"/>
                    <a:pt x="57282" y="9097"/>
                  </a:cubicBezTo>
                  <a:cubicBezTo>
                    <a:pt x="57318" y="9478"/>
                    <a:pt x="57353" y="9871"/>
                    <a:pt x="57389" y="10252"/>
                  </a:cubicBezTo>
                  <a:cubicBezTo>
                    <a:pt x="57413" y="10621"/>
                    <a:pt x="57413" y="10990"/>
                    <a:pt x="57437" y="11359"/>
                  </a:cubicBezTo>
                  <a:cubicBezTo>
                    <a:pt x="57446" y="11515"/>
                    <a:pt x="57289" y="11584"/>
                    <a:pt x="57133" y="11584"/>
                  </a:cubicBezTo>
                  <a:cubicBezTo>
                    <a:pt x="57099" y="11584"/>
                    <a:pt x="57064" y="11580"/>
                    <a:pt x="57032" y="11574"/>
                  </a:cubicBezTo>
                  <a:cubicBezTo>
                    <a:pt x="56852" y="11539"/>
                    <a:pt x="56673" y="11527"/>
                    <a:pt x="56495" y="11527"/>
                  </a:cubicBezTo>
                  <a:cubicBezTo>
                    <a:pt x="56077" y="11527"/>
                    <a:pt x="55662" y="11593"/>
                    <a:pt x="55243" y="11593"/>
                  </a:cubicBezTo>
                  <a:cubicBezTo>
                    <a:pt x="55165" y="11593"/>
                    <a:pt x="55086" y="11591"/>
                    <a:pt x="55008" y="11586"/>
                  </a:cubicBezTo>
                  <a:cubicBezTo>
                    <a:pt x="54954" y="11586"/>
                    <a:pt x="54889" y="11576"/>
                    <a:pt x="54826" y="11576"/>
                  </a:cubicBezTo>
                  <a:cubicBezTo>
                    <a:pt x="54720" y="11576"/>
                    <a:pt x="54621" y="11604"/>
                    <a:pt x="54591" y="11752"/>
                  </a:cubicBezTo>
                  <a:cubicBezTo>
                    <a:pt x="54579" y="11776"/>
                    <a:pt x="54532" y="11800"/>
                    <a:pt x="54520" y="11800"/>
                  </a:cubicBezTo>
                  <a:cubicBezTo>
                    <a:pt x="54362" y="11743"/>
                    <a:pt x="54206" y="11722"/>
                    <a:pt x="54052" y="11722"/>
                  </a:cubicBezTo>
                  <a:cubicBezTo>
                    <a:pt x="53590" y="11722"/>
                    <a:pt x="53142" y="11916"/>
                    <a:pt x="52686" y="11943"/>
                  </a:cubicBezTo>
                  <a:cubicBezTo>
                    <a:pt x="51722" y="11979"/>
                    <a:pt x="50745" y="11943"/>
                    <a:pt x="49769" y="12038"/>
                  </a:cubicBezTo>
                  <a:cubicBezTo>
                    <a:pt x="49453" y="12074"/>
                    <a:pt x="49134" y="12084"/>
                    <a:pt x="48813" y="12084"/>
                  </a:cubicBezTo>
                  <a:cubicBezTo>
                    <a:pt x="48335" y="12084"/>
                    <a:pt x="47854" y="12061"/>
                    <a:pt x="47376" y="12061"/>
                  </a:cubicBezTo>
                  <a:cubicBezTo>
                    <a:pt x="47316" y="12061"/>
                    <a:pt x="47257" y="12061"/>
                    <a:pt x="47197" y="12062"/>
                  </a:cubicBezTo>
                  <a:cubicBezTo>
                    <a:pt x="46900" y="12062"/>
                    <a:pt x="36172" y="12074"/>
                    <a:pt x="35875" y="12074"/>
                  </a:cubicBezTo>
                  <a:cubicBezTo>
                    <a:pt x="35343" y="12074"/>
                    <a:pt x="34816" y="12069"/>
                    <a:pt x="34288" y="12069"/>
                  </a:cubicBezTo>
                  <a:cubicBezTo>
                    <a:pt x="34024" y="12069"/>
                    <a:pt x="33759" y="12070"/>
                    <a:pt x="33493" y="12074"/>
                  </a:cubicBezTo>
                  <a:cubicBezTo>
                    <a:pt x="33270" y="12077"/>
                    <a:pt x="33047" y="12078"/>
                    <a:pt x="32824" y="12078"/>
                  </a:cubicBezTo>
                  <a:cubicBezTo>
                    <a:pt x="32601" y="12078"/>
                    <a:pt x="32378" y="12077"/>
                    <a:pt x="32155" y="12077"/>
                  </a:cubicBezTo>
                  <a:cubicBezTo>
                    <a:pt x="31710" y="12077"/>
                    <a:pt x="31267" y="12080"/>
                    <a:pt x="30826" y="12098"/>
                  </a:cubicBezTo>
                  <a:cubicBezTo>
                    <a:pt x="30440" y="12114"/>
                    <a:pt x="30056" y="12119"/>
                    <a:pt x="29671" y="12119"/>
                  </a:cubicBezTo>
                  <a:cubicBezTo>
                    <a:pt x="29207" y="12119"/>
                    <a:pt x="28743" y="12112"/>
                    <a:pt x="28280" y="12112"/>
                  </a:cubicBezTo>
                  <a:cubicBezTo>
                    <a:pt x="27755" y="12112"/>
                    <a:pt x="27231" y="12121"/>
                    <a:pt x="26707" y="12157"/>
                  </a:cubicBezTo>
                  <a:cubicBezTo>
                    <a:pt x="26064" y="12193"/>
                    <a:pt x="25409" y="12229"/>
                    <a:pt x="24778" y="12288"/>
                  </a:cubicBezTo>
                  <a:cubicBezTo>
                    <a:pt x="23986" y="12361"/>
                    <a:pt x="15227" y="12398"/>
                    <a:pt x="12452" y="12398"/>
                  </a:cubicBezTo>
                  <a:cubicBezTo>
                    <a:pt x="12055" y="12398"/>
                    <a:pt x="11781" y="12397"/>
                    <a:pt x="11669" y="12395"/>
                  </a:cubicBezTo>
                  <a:cubicBezTo>
                    <a:pt x="10754" y="12377"/>
                    <a:pt x="9846" y="12316"/>
                    <a:pt x="8940" y="12316"/>
                  </a:cubicBezTo>
                  <a:cubicBezTo>
                    <a:pt x="8667" y="12316"/>
                    <a:pt x="8394" y="12322"/>
                    <a:pt x="8121" y="12336"/>
                  </a:cubicBezTo>
                  <a:cubicBezTo>
                    <a:pt x="7465" y="12365"/>
                    <a:pt x="6816" y="12386"/>
                    <a:pt x="6169" y="12386"/>
                  </a:cubicBezTo>
                  <a:cubicBezTo>
                    <a:pt x="6030" y="12386"/>
                    <a:pt x="5891" y="12385"/>
                    <a:pt x="5752" y="12383"/>
                  </a:cubicBezTo>
                  <a:cubicBezTo>
                    <a:pt x="5241" y="12373"/>
                    <a:pt x="4721" y="12293"/>
                    <a:pt x="4215" y="12293"/>
                  </a:cubicBezTo>
                  <a:cubicBezTo>
                    <a:pt x="4132" y="12293"/>
                    <a:pt x="4048" y="12295"/>
                    <a:pt x="3966" y="12300"/>
                  </a:cubicBezTo>
                  <a:cubicBezTo>
                    <a:pt x="3884" y="12305"/>
                    <a:pt x="3802" y="12308"/>
                    <a:pt x="3719" y="12308"/>
                  </a:cubicBezTo>
                  <a:cubicBezTo>
                    <a:pt x="3397" y="12308"/>
                    <a:pt x="3071" y="12274"/>
                    <a:pt x="2748" y="12274"/>
                  </a:cubicBezTo>
                  <a:cubicBezTo>
                    <a:pt x="2432" y="12274"/>
                    <a:pt x="2118" y="12306"/>
                    <a:pt x="1811" y="12431"/>
                  </a:cubicBezTo>
                  <a:cubicBezTo>
                    <a:pt x="1781" y="12444"/>
                    <a:pt x="1741" y="12452"/>
                    <a:pt x="1703" y="12452"/>
                  </a:cubicBezTo>
                  <a:cubicBezTo>
                    <a:pt x="1632" y="12452"/>
                    <a:pt x="1565" y="12425"/>
                    <a:pt x="1573" y="12348"/>
                  </a:cubicBezTo>
                  <a:cubicBezTo>
                    <a:pt x="1608" y="12169"/>
                    <a:pt x="1477" y="11967"/>
                    <a:pt x="1501" y="11883"/>
                  </a:cubicBezTo>
                  <a:cubicBezTo>
                    <a:pt x="1704" y="11383"/>
                    <a:pt x="1656" y="10871"/>
                    <a:pt x="1715" y="10371"/>
                  </a:cubicBezTo>
                  <a:cubicBezTo>
                    <a:pt x="1763" y="10085"/>
                    <a:pt x="2096" y="9824"/>
                    <a:pt x="1858" y="9538"/>
                  </a:cubicBezTo>
                  <a:cubicBezTo>
                    <a:pt x="1715" y="9347"/>
                    <a:pt x="1858" y="9121"/>
                    <a:pt x="1835" y="9073"/>
                  </a:cubicBezTo>
                  <a:cubicBezTo>
                    <a:pt x="1608" y="8764"/>
                    <a:pt x="2192" y="8490"/>
                    <a:pt x="1846" y="8192"/>
                  </a:cubicBezTo>
                  <a:cubicBezTo>
                    <a:pt x="1692" y="8073"/>
                    <a:pt x="2001" y="8073"/>
                    <a:pt x="1977" y="7883"/>
                  </a:cubicBezTo>
                  <a:cubicBezTo>
                    <a:pt x="1930" y="7514"/>
                    <a:pt x="1989" y="7121"/>
                    <a:pt x="2049" y="6740"/>
                  </a:cubicBezTo>
                  <a:cubicBezTo>
                    <a:pt x="2120" y="6240"/>
                    <a:pt x="2120" y="5728"/>
                    <a:pt x="2239" y="5228"/>
                  </a:cubicBezTo>
                  <a:cubicBezTo>
                    <a:pt x="2299" y="4942"/>
                    <a:pt x="2585" y="4751"/>
                    <a:pt x="2585" y="4442"/>
                  </a:cubicBezTo>
                  <a:cubicBezTo>
                    <a:pt x="2585" y="4061"/>
                    <a:pt x="2858" y="3751"/>
                    <a:pt x="2989" y="3418"/>
                  </a:cubicBezTo>
                  <a:cubicBezTo>
                    <a:pt x="3263" y="2751"/>
                    <a:pt x="3966" y="2632"/>
                    <a:pt x="4478" y="2275"/>
                  </a:cubicBezTo>
                  <a:cubicBezTo>
                    <a:pt x="4799" y="2049"/>
                    <a:pt x="5311" y="2037"/>
                    <a:pt x="5668" y="1799"/>
                  </a:cubicBezTo>
                  <a:cubicBezTo>
                    <a:pt x="5681" y="1789"/>
                    <a:pt x="5698" y="1786"/>
                    <a:pt x="5719" y="1786"/>
                  </a:cubicBezTo>
                  <a:cubicBezTo>
                    <a:pt x="5776" y="1786"/>
                    <a:pt x="5854" y="1814"/>
                    <a:pt x="5906" y="1823"/>
                  </a:cubicBezTo>
                  <a:cubicBezTo>
                    <a:pt x="6157" y="1799"/>
                    <a:pt x="6395" y="1846"/>
                    <a:pt x="6573" y="1596"/>
                  </a:cubicBezTo>
                  <a:cubicBezTo>
                    <a:pt x="6657" y="1494"/>
                    <a:pt x="6871" y="1457"/>
                    <a:pt x="7091" y="1457"/>
                  </a:cubicBezTo>
                  <a:cubicBezTo>
                    <a:pt x="7153" y="1457"/>
                    <a:pt x="7216" y="1460"/>
                    <a:pt x="7276" y="1465"/>
                  </a:cubicBezTo>
                  <a:cubicBezTo>
                    <a:pt x="7347" y="1472"/>
                    <a:pt x="7419" y="1476"/>
                    <a:pt x="7491" y="1476"/>
                  </a:cubicBezTo>
                  <a:cubicBezTo>
                    <a:pt x="7907" y="1476"/>
                    <a:pt x="8324" y="1370"/>
                    <a:pt x="8740" y="1299"/>
                  </a:cubicBezTo>
                  <a:cubicBezTo>
                    <a:pt x="8919" y="1272"/>
                    <a:pt x="9102" y="1264"/>
                    <a:pt x="9288" y="1264"/>
                  </a:cubicBezTo>
                  <a:cubicBezTo>
                    <a:pt x="9512" y="1264"/>
                    <a:pt x="9739" y="1275"/>
                    <a:pt x="9967" y="1275"/>
                  </a:cubicBezTo>
                  <a:cubicBezTo>
                    <a:pt x="10044" y="1275"/>
                    <a:pt x="10122" y="1281"/>
                    <a:pt x="10199" y="1281"/>
                  </a:cubicBezTo>
                  <a:cubicBezTo>
                    <a:pt x="10332" y="1281"/>
                    <a:pt x="10460" y="1262"/>
                    <a:pt x="10574" y="1156"/>
                  </a:cubicBezTo>
                  <a:cubicBezTo>
                    <a:pt x="10610" y="1120"/>
                    <a:pt x="10646" y="1106"/>
                    <a:pt x="10685" y="1106"/>
                  </a:cubicBezTo>
                  <a:cubicBezTo>
                    <a:pt x="10734" y="1106"/>
                    <a:pt x="10787" y="1129"/>
                    <a:pt x="10848" y="1156"/>
                  </a:cubicBezTo>
                  <a:cubicBezTo>
                    <a:pt x="10976" y="1228"/>
                    <a:pt x="11102" y="1253"/>
                    <a:pt x="11229" y="1253"/>
                  </a:cubicBezTo>
                  <a:cubicBezTo>
                    <a:pt x="11398" y="1253"/>
                    <a:pt x="11569" y="1208"/>
                    <a:pt x="11752" y="1168"/>
                  </a:cubicBezTo>
                  <a:cubicBezTo>
                    <a:pt x="11929" y="1129"/>
                    <a:pt x="16468" y="986"/>
                    <a:pt x="19737" y="986"/>
                  </a:cubicBezTo>
                  <a:cubicBezTo>
                    <a:pt x="21529" y="986"/>
                    <a:pt x="22938" y="1029"/>
                    <a:pt x="23040" y="1156"/>
                  </a:cubicBezTo>
                  <a:cubicBezTo>
                    <a:pt x="23147" y="1084"/>
                    <a:pt x="23257" y="1069"/>
                    <a:pt x="23368" y="1069"/>
                  </a:cubicBezTo>
                  <a:cubicBezTo>
                    <a:pt x="23448" y="1069"/>
                    <a:pt x="23529" y="1077"/>
                    <a:pt x="23609" y="1077"/>
                  </a:cubicBezTo>
                  <a:cubicBezTo>
                    <a:pt x="23642" y="1077"/>
                    <a:pt x="23674" y="1076"/>
                    <a:pt x="23706" y="1072"/>
                  </a:cubicBezTo>
                  <a:cubicBezTo>
                    <a:pt x="23776" y="1058"/>
                    <a:pt x="23834" y="1032"/>
                    <a:pt x="23894" y="1032"/>
                  </a:cubicBezTo>
                  <a:cubicBezTo>
                    <a:pt x="23936" y="1032"/>
                    <a:pt x="23979" y="1045"/>
                    <a:pt x="24028" y="1084"/>
                  </a:cubicBezTo>
                  <a:cubicBezTo>
                    <a:pt x="24083" y="1124"/>
                    <a:pt x="24148" y="1141"/>
                    <a:pt x="24212" y="1141"/>
                  </a:cubicBezTo>
                  <a:cubicBezTo>
                    <a:pt x="24300" y="1141"/>
                    <a:pt x="24384" y="1109"/>
                    <a:pt x="24433" y="1061"/>
                  </a:cubicBezTo>
                  <a:cubicBezTo>
                    <a:pt x="24481" y="1020"/>
                    <a:pt x="24521" y="1007"/>
                    <a:pt x="24557" y="1007"/>
                  </a:cubicBezTo>
                  <a:cubicBezTo>
                    <a:pt x="24620" y="1007"/>
                    <a:pt x="24668" y="1049"/>
                    <a:pt x="24718" y="1049"/>
                  </a:cubicBezTo>
                  <a:cubicBezTo>
                    <a:pt x="24722" y="1049"/>
                    <a:pt x="24726" y="1049"/>
                    <a:pt x="24730" y="1049"/>
                  </a:cubicBezTo>
                  <a:cubicBezTo>
                    <a:pt x="24872" y="1049"/>
                    <a:pt x="25037" y="1170"/>
                    <a:pt x="25182" y="1170"/>
                  </a:cubicBezTo>
                  <a:cubicBezTo>
                    <a:pt x="25268" y="1170"/>
                    <a:pt x="25347" y="1127"/>
                    <a:pt x="25409" y="989"/>
                  </a:cubicBezTo>
                  <a:cubicBezTo>
                    <a:pt x="25437" y="1015"/>
                    <a:pt x="25469" y="1024"/>
                    <a:pt x="25503" y="1024"/>
                  </a:cubicBezTo>
                  <a:cubicBezTo>
                    <a:pt x="25579" y="1024"/>
                    <a:pt x="25665" y="979"/>
                    <a:pt x="25746" y="979"/>
                  </a:cubicBezTo>
                  <a:cubicBezTo>
                    <a:pt x="25810" y="979"/>
                    <a:pt x="25870" y="1007"/>
                    <a:pt x="25921" y="1108"/>
                  </a:cubicBezTo>
                  <a:cubicBezTo>
                    <a:pt x="25937" y="1143"/>
                    <a:pt x="25948" y="1157"/>
                    <a:pt x="25957" y="1157"/>
                  </a:cubicBezTo>
                  <a:cubicBezTo>
                    <a:pt x="25989" y="1157"/>
                    <a:pt x="25993" y="994"/>
                    <a:pt x="26085" y="994"/>
                  </a:cubicBezTo>
                  <a:cubicBezTo>
                    <a:pt x="26103" y="994"/>
                    <a:pt x="26123" y="999"/>
                    <a:pt x="26147" y="1013"/>
                  </a:cubicBezTo>
                  <a:cubicBezTo>
                    <a:pt x="26208" y="1045"/>
                    <a:pt x="26273" y="1056"/>
                    <a:pt x="26340" y="1056"/>
                  </a:cubicBezTo>
                  <a:cubicBezTo>
                    <a:pt x="26505" y="1056"/>
                    <a:pt x="26683" y="987"/>
                    <a:pt x="26838" y="987"/>
                  </a:cubicBezTo>
                  <a:cubicBezTo>
                    <a:pt x="26854" y="987"/>
                    <a:pt x="26870" y="987"/>
                    <a:pt x="26885" y="989"/>
                  </a:cubicBezTo>
                  <a:cubicBezTo>
                    <a:pt x="26924" y="993"/>
                    <a:pt x="26964" y="995"/>
                    <a:pt x="27003" y="995"/>
                  </a:cubicBezTo>
                  <a:cubicBezTo>
                    <a:pt x="27153" y="995"/>
                    <a:pt x="27308" y="971"/>
                    <a:pt x="27461" y="971"/>
                  </a:cubicBezTo>
                  <a:cubicBezTo>
                    <a:pt x="27603" y="971"/>
                    <a:pt x="27742" y="992"/>
                    <a:pt x="27874" y="1072"/>
                  </a:cubicBezTo>
                  <a:cubicBezTo>
                    <a:pt x="27905" y="1094"/>
                    <a:pt x="27934" y="1103"/>
                    <a:pt x="27962" y="1103"/>
                  </a:cubicBezTo>
                  <a:cubicBezTo>
                    <a:pt x="28059" y="1103"/>
                    <a:pt x="28138" y="997"/>
                    <a:pt x="28243" y="997"/>
                  </a:cubicBezTo>
                  <a:cubicBezTo>
                    <a:pt x="28254" y="997"/>
                    <a:pt x="28266" y="998"/>
                    <a:pt x="28278" y="1001"/>
                  </a:cubicBezTo>
                  <a:cubicBezTo>
                    <a:pt x="28446" y="1032"/>
                    <a:pt x="28616" y="1039"/>
                    <a:pt x="28784" y="1039"/>
                  </a:cubicBezTo>
                  <a:cubicBezTo>
                    <a:pt x="28890" y="1039"/>
                    <a:pt x="28996" y="1036"/>
                    <a:pt x="29100" y="1036"/>
                  </a:cubicBezTo>
                  <a:cubicBezTo>
                    <a:pt x="29205" y="1036"/>
                    <a:pt x="29309" y="1039"/>
                    <a:pt x="29409" y="1049"/>
                  </a:cubicBezTo>
                  <a:cubicBezTo>
                    <a:pt x="29455" y="1053"/>
                    <a:pt x="29501" y="1055"/>
                    <a:pt x="29546" y="1055"/>
                  </a:cubicBezTo>
                  <a:cubicBezTo>
                    <a:pt x="29801" y="1055"/>
                    <a:pt x="30053" y="997"/>
                    <a:pt x="30266" y="997"/>
                  </a:cubicBezTo>
                  <a:cubicBezTo>
                    <a:pt x="30325" y="997"/>
                    <a:pt x="30381" y="1002"/>
                    <a:pt x="30433" y="1013"/>
                  </a:cubicBezTo>
                  <a:cubicBezTo>
                    <a:pt x="30518" y="1035"/>
                    <a:pt x="30600" y="1044"/>
                    <a:pt x="30680" y="1044"/>
                  </a:cubicBezTo>
                  <a:cubicBezTo>
                    <a:pt x="30919" y="1044"/>
                    <a:pt x="31139" y="969"/>
                    <a:pt x="31336" y="969"/>
                  </a:cubicBezTo>
                  <a:cubicBezTo>
                    <a:pt x="31390" y="969"/>
                    <a:pt x="31442" y="975"/>
                    <a:pt x="31493" y="989"/>
                  </a:cubicBezTo>
                  <a:cubicBezTo>
                    <a:pt x="31579" y="1015"/>
                    <a:pt x="31666" y="1024"/>
                    <a:pt x="31753" y="1024"/>
                  </a:cubicBezTo>
                  <a:cubicBezTo>
                    <a:pt x="31989" y="1024"/>
                    <a:pt x="32226" y="954"/>
                    <a:pt x="32453" y="954"/>
                  </a:cubicBezTo>
                  <a:cubicBezTo>
                    <a:pt x="32602" y="954"/>
                    <a:pt x="32747" y="984"/>
                    <a:pt x="32886" y="1084"/>
                  </a:cubicBezTo>
                  <a:cubicBezTo>
                    <a:pt x="33091" y="963"/>
                    <a:pt x="33320" y="931"/>
                    <a:pt x="33549" y="931"/>
                  </a:cubicBezTo>
                  <a:close/>
                  <a:moveTo>
                    <a:pt x="56971" y="12372"/>
                  </a:moveTo>
                  <a:cubicBezTo>
                    <a:pt x="57080" y="12372"/>
                    <a:pt x="57201" y="12571"/>
                    <a:pt x="57357" y="12571"/>
                  </a:cubicBezTo>
                  <a:cubicBezTo>
                    <a:pt x="57375" y="12571"/>
                    <a:pt x="57394" y="12568"/>
                    <a:pt x="57413" y="12562"/>
                  </a:cubicBezTo>
                  <a:cubicBezTo>
                    <a:pt x="57414" y="12562"/>
                    <a:pt x="57416" y="12561"/>
                    <a:pt x="57417" y="12561"/>
                  </a:cubicBezTo>
                  <a:cubicBezTo>
                    <a:pt x="57493" y="12561"/>
                    <a:pt x="57721" y="13147"/>
                    <a:pt x="57651" y="13205"/>
                  </a:cubicBezTo>
                  <a:cubicBezTo>
                    <a:pt x="57496" y="13336"/>
                    <a:pt x="57603" y="13467"/>
                    <a:pt x="57639" y="13574"/>
                  </a:cubicBezTo>
                  <a:cubicBezTo>
                    <a:pt x="57699" y="13836"/>
                    <a:pt x="57544" y="14134"/>
                    <a:pt x="57830" y="14348"/>
                  </a:cubicBezTo>
                  <a:cubicBezTo>
                    <a:pt x="57853" y="14360"/>
                    <a:pt x="57853" y="14419"/>
                    <a:pt x="57830" y="14455"/>
                  </a:cubicBezTo>
                  <a:cubicBezTo>
                    <a:pt x="57675" y="14753"/>
                    <a:pt x="57770" y="15062"/>
                    <a:pt x="57794" y="15372"/>
                  </a:cubicBezTo>
                  <a:cubicBezTo>
                    <a:pt x="57830" y="15777"/>
                    <a:pt x="57913" y="16193"/>
                    <a:pt x="57842" y="16610"/>
                  </a:cubicBezTo>
                  <a:cubicBezTo>
                    <a:pt x="57806" y="16848"/>
                    <a:pt x="58020" y="16979"/>
                    <a:pt x="58199" y="17110"/>
                  </a:cubicBezTo>
                  <a:cubicBezTo>
                    <a:pt x="58170" y="17154"/>
                    <a:pt x="58128" y="17166"/>
                    <a:pt x="58087" y="17166"/>
                  </a:cubicBezTo>
                  <a:cubicBezTo>
                    <a:pt x="58032" y="17166"/>
                    <a:pt x="57977" y="17145"/>
                    <a:pt x="57951" y="17145"/>
                  </a:cubicBezTo>
                  <a:cubicBezTo>
                    <a:pt x="57932" y="17145"/>
                    <a:pt x="57928" y="17156"/>
                    <a:pt x="57949" y="17193"/>
                  </a:cubicBezTo>
                  <a:cubicBezTo>
                    <a:pt x="58092" y="17432"/>
                    <a:pt x="57877" y="17694"/>
                    <a:pt x="58032" y="17836"/>
                  </a:cubicBezTo>
                  <a:cubicBezTo>
                    <a:pt x="58520" y="18336"/>
                    <a:pt x="57996" y="18884"/>
                    <a:pt x="58151" y="19408"/>
                  </a:cubicBezTo>
                  <a:cubicBezTo>
                    <a:pt x="58294" y="19920"/>
                    <a:pt x="58282" y="20480"/>
                    <a:pt x="58234" y="21015"/>
                  </a:cubicBezTo>
                  <a:cubicBezTo>
                    <a:pt x="58199" y="21492"/>
                    <a:pt x="58199" y="21980"/>
                    <a:pt x="58318" y="22397"/>
                  </a:cubicBezTo>
                  <a:cubicBezTo>
                    <a:pt x="58484" y="22944"/>
                    <a:pt x="58092" y="23492"/>
                    <a:pt x="58484" y="23992"/>
                  </a:cubicBezTo>
                  <a:cubicBezTo>
                    <a:pt x="58092" y="24290"/>
                    <a:pt x="58318" y="24671"/>
                    <a:pt x="58365" y="25016"/>
                  </a:cubicBezTo>
                  <a:cubicBezTo>
                    <a:pt x="58449" y="25575"/>
                    <a:pt x="58258" y="26159"/>
                    <a:pt x="58544" y="26695"/>
                  </a:cubicBezTo>
                  <a:cubicBezTo>
                    <a:pt x="58234" y="26909"/>
                    <a:pt x="58413" y="27195"/>
                    <a:pt x="58401" y="27457"/>
                  </a:cubicBezTo>
                  <a:cubicBezTo>
                    <a:pt x="58377" y="28207"/>
                    <a:pt x="58342" y="28957"/>
                    <a:pt x="58401" y="29707"/>
                  </a:cubicBezTo>
                  <a:cubicBezTo>
                    <a:pt x="58425" y="30064"/>
                    <a:pt x="58365" y="30421"/>
                    <a:pt x="58401" y="30778"/>
                  </a:cubicBezTo>
                  <a:cubicBezTo>
                    <a:pt x="58437" y="31100"/>
                    <a:pt x="58604" y="31493"/>
                    <a:pt x="58496" y="31743"/>
                  </a:cubicBezTo>
                  <a:cubicBezTo>
                    <a:pt x="58294" y="32172"/>
                    <a:pt x="58461" y="32564"/>
                    <a:pt x="58449" y="32969"/>
                  </a:cubicBezTo>
                  <a:cubicBezTo>
                    <a:pt x="58437" y="33779"/>
                    <a:pt x="58437" y="34588"/>
                    <a:pt x="58437" y="35398"/>
                  </a:cubicBezTo>
                  <a:cubicBezTo>
                    <a:pt x="58437" y="36029"/>
                    <a:pt x="58508" y="36672"/>
                    <a:pt x="58425" y="37279"/>
                  </a:cubicBezTo>
                  <a:cubicBezTo>
                    <a:pt x="58330" y="37886"/>
                    <a:pt x="58389" y="38470"/>
                    <a:pt x="58389" y="39065"/>
                  </a:cubicBezTo>
                  <a:cubicBezTo>
                    <a:pt x="58377" y="39637"/>
                    <a:pt x="58318" y="40196"/>
                    <a:pt x="58342" y="40768"/>
                  </a:cubicBezTo>
                  <a:cubicBezTo>
                    <a:pt x="58354" y="41280"/>
                    <a:pt x="58461" y="41804"/>
                    <a:pt x="58282" y="42304"/>
                  </a:cubicBezTo>
                  <a:cubicBezTo>
                    <a:pt x="57984" y="43161"/>
                    <a:pt x="58318" y="43994"/>
                    <a:pt x="58318" y="44828"/>
                  </a:cubicBezTo>
                  <a:cubicBezTo>
                    <a:pt x="58318" y="45780"/>
                    <a:pt x="58330" y="46733"/>
                    <a:pt x="58199" y="47685"/>
                  </a:cubicBezTo>
                  <a:cubicBezTo>
                    <a:pt x="58103" y="48388"/>
                    <a:pt x="58032" y="49102"/>
                    <a:pt x="57949" y="49793"/>
                  </a:cubicBezTo>
                  <a:cubicBezTo>
                    <a:pt x="57794" y="50900"/>
                    <a:pt x="57544" y="52019"/>
                    <a:pt x="56841" y="52995"/>
                  </a:cubicBezTo>
                  <a:cubicBezTo>
                    <a:pt x="56449" y="53519"/>
                    <a:pt x="55960" y="53972"/>
                    <a:pt x="55425" y="54341"/>
                  </a:cubicBezTo>
                  <a:cubicBezTo>
                    <a:pt x="55175" y="54508"/>
                    <a:pt x="54758" y="54579"/>
                    <a:pt x="54413" y="54674"/>
                  </a:cubicBezTo>
                  <a:cubicBezTo>
                    <a:pt x="53710" y="54889"/>
                    <a:pt x="52984" y="54793"/>
                    <a:pt x="52258" y="54841"/>
                  </a:cubicBezTo>
                  <a:cubicBezTo>
                    <a:pt x="51234" y="54924"/>
                    <a:pt x="50186" y="54877"/>
                    <a:pt x="49150" y="54984"/>
                  </a:cubicBezTo>
                  <a:cubicBezTo>
                    <a:pt x="48638" y="55043"/>
                    <a:pt x="48126" y="55151"/>
                    <a:pt x="47614" y="55198"/>
                  </a:cubicBezTo>
                  <a:cubicBezTo>
                    <a:pt x="46781" y="55270"/>
                    <a:pt x="35529" y="55270"/>
                    <a:pt x="34696" y="55341"/>
                  </a:cubicBezTo>
                  <a:cubicBezTo>
                    <a:pt x="34422" y="55359"/>
                    <a:pt x="34126" y="55385"/>
                    <a:pt x="33853" y="55385"/>
                  </a:cubicBezTo>
                  <a:cubicBezTo>
                    <a:pt x="33770" y="55385"/>
                    <a:pt x="33690" y="55382"/>
                    <a:pt x="33612" y="55377"/>
                  </a:cubicBezTo>
                  <a:cubicBezTo>
                    <a:pt x="33569" y="55375"/>
                    <a:pt x="33526" y="55374"/>
                    <a:pt x="33482" y="55374"/>
                  </a:cubicBezTo>
                  <a:cubicBezTo>
                    <a:pt x="33173" y="55374"/>
                    <a:pt x="32868" y="55424"/>
                    <a:pt x="32569" y="55424"/>
                  </a:cubicBezTo>
                  <a:cubicBezTo>
                    <a:pt x="32464" y="55424"/>
                    <a:pt x="32359" y="55417"/>
                    <a:pt x="32255" y="55401"/>
                  </a:cubicBezTo>
                  <a:cubicBezTo>
                    <a:pt x="32121" y="55381"/>
                    <a:pt x="31987" y="55373"/>
                    <a:pt x="31854" y="55373"/>
                  </a:cubicBezTo>
                  <a:cubicBezTo>
                    <a:pt x="31502" y="55373"/>
                    <a:pt x="31155" y="55429"/>
                    <a:pt x="30826" y="55472"/>
                  </a:cubicBezTo>
                  <a:cubicBezTo>
                    <a:pt x="29993" y="55591"/>
                    <a:pt x="29171" y="55579"/>
                    <a:pt x="28338" y="55674"/>
                  </a:cubicBezTo>
                  <a:cubicBezTo>
                    <a:pt x="28047" y="55705"/>
                    <a:pt x="27755" y="55715"/>
                    <a:pt x="27462" y="55715"/>
                  </a:cubicBezTo>
                  <a:cubicBezTo>
                    <a:pt x="26993" y="55715"/>
                    <a:pt x="26523" y="55691"/>
                    <a:pt x="26052" y="55691"/>
                  </a:cubicBezTo>
                  <a:cubicBezTo>
                    <a:pt x="25913" y="55691"/>
                    <a:pt x="25774" y="55693"/>
                    <a:pt x="25635" y="55698"/>
                  </a:cubicBezTo>
                  <a:cubicBezTo>
                    <a:pt x="25582" y="55701"/>
                    <a:pt x="25528" y="55702"/>
                    <a:pt x="25474" y="55702"/>
                  </a:cubicBezTo>
                  <a:cubicBezTo>
                    <a:pt x="25033" y="55702"/>
                    <a:pt x="24569" y="55623"/>
                    <a:pt x="24123" y="55591"/>
                  </a:cubicBezTo>
                  <a:cubicBezTo>
                    <a:pt x="23492" y="55543"/>
                    <a:pt x="12443" y="55424"/>
                    <a:pt x="11788" y="55424"/>
                  </a:cubicBezTo>
                  <a:cubicBezTo>
                    <a:pt x="11407" y="55412"/>
                    <a:pt x="11002" y="55305"/>
                    <a:pt x="10598" y="55258"/>
                  </a:cubicBezTo>
                  <a:cubicBezTo>
                    <a:pt x="9431" y="55091"/>
                    <a:pt x="8252" y="55055"/>
                    <a:pt x="7073" y="55043"/>
                  </a:cubicBezTo>
                  <a:cubicBezTo>
                    <a:pt x="6347" y="55031"/>
                    <a:pt x="5680" y="54889"/>
                    <a:pt x="5109" y="54496"/>
                  </a:cubicBezTo>
                  <a:cubicBezTo>
                    <a:pt x="4752" y="54246"/>
                    <a:pt x="4323" y="54091"/>
                    <a:pt x="3942" y="53900"/>
                  </a:cubicBezTo>
                  <a:cubicBezTo>
                    <a:pt x="3561" y="53698"/>
                    <a:pt x="3394" y="53388"/>
                    <a:pt x="3144" y="53138"/>
                  </a:cubicBezTo>
                  <a:cubicBezTo>
                    <a:pt x="3001" y="52995"/>
                    <a:pt x="3085" y="52686"/>
                    <a:pt x="2763" y="52626"/>
                  </a:cubicBezTo>
                  <a:cubicBezTo>
                    <a:pt x="2954" y="52257"/>
                    <a:pt x="2501" y="51960"/>
                    <a:pt x="2608" y="51638"/>
                  </a:cubicBezTo>
                  <a:cubicBezTo>
                    <a:pt x="2680" y="51436"/>
                    <a:pt x="2489" y="51424"/>
                    <a:pt x="2477" y="51364"/>
                  </a:cubicBezTo>
                  <a:cubicBezTo>
                    <a:pt x="2466" y="50924"/>
                    <a:pt x="2335" y="50531"/>
                    <a:pt x="2156" y="50114"/>
                  </a:cubicBezTo>
                  <a:cubicBezTo>
                    <a:pt x="2037" y="49840"/>
                    <a:pt x="2049" y="49424"/>
                    <a:pt x="2025" y="49078"/>
                  </a:cubicBezTo>
                  <a:cubicBezTo>
                    <a:pt x="2001" y="48840"/>
                    <a:pt x="2001" y="48602"/>
                    <a:pt x="1739" y="48447"/>
                  </a:cubicBezTo>
                  <a:cubicBezTo>
                    <a:pt x="1715" y="48424"/>
                    <a:pt x="1692" y="48304"/>
                    <a:pt x="1715" y="48304"/>
                  </a:cubicBezTo>
                  <a:cubicBezTo>
                    <a:pt x="2013" y="48126"/>
                    <a:pt x="1585" y="47792"/>
                    <a:pt x="1894" y="47638"/>
                  </a:cubicBezTo>
                  <a:cubicBezTo>
                    <a:pt x="1608" y="47197"/>
                    <a:pt x="1846" y="46685"/>
                    <a:pt x="1608" y="46221"/>
                  </a:cubicBezTo>
                  <a:cubicBezTo>
                    <a:pt x="1454" y="45935"/>
                    <a:pt x="1739" y="45578"/>
                    <a:pt x="1596" y="45233"/>
                  </a:cubicBezTo>
                  <a:cubicBezTo>
                    <a:pt x="1525" y="45042"/>
                    <a:pt x="1549" y="44828"/>
                    <a:pt x="1525" y="44625"/>
                  </a:cubicBezTo>
                  <a:cubicBezTo>
                    <a:pt x="1525" y="44590"/>
                    <a:pt x="1525" y="44542"/>
                    <a:pt x="1537" y="44506"/>
                  </a:cubicBezTo>
                  <a:cubicBezTo>
                    <a:pt x="1751" y="43935"/>
                    <a:pt x="1489" y="43351"/>
                    <a:pt x="1596" y="42780"/>
                  </a:cubicBezTo>
                  <a:cubicBezTo>
                    <a:pt x="1739" y="41982"/>
                    <a:pt x="1418" y="41208"/>
                    <a:pt x="1620" y="40399"/>
                  </a:cubicBezTo>
                  <a:cubicBezTo>
                    <a:pt x="1704" y="40089"/>
                    <a:pt x="1692" y="39684"/>
                    <a:pt x="1489" y="39351"/>
                  </a:cubicBezTo>
                  <a:cubicBezTo>
                    <a:pt x="1442" y="39268"/>
                    <a:pt x="1513" y="39244"/>
                    <a:pt x="1573" y="39196"/>
                  </a:cubicBezTo>
                  <a:cubicBezTo>
                    <a:pt x="1632" y="39149"/>
                    <a:pt x="1715" y="39065"/>
                    <a:pt x="1644" y="38994"/>
                  </a:cubicBezTo>
                  <a:cubicBezTo>
                    <a:pt x="1239" y="38518"/>
                    <a:pt x="1751" y="38017"/>
                    <a:pt x="1596" y="37529"/>
                  </a:cubicBezTo>
                  <a:cubicBezTo>
                    <a:pt x="1525" y="37291"/>
                    <a:pt x="1608" y="37017"/>
                    <a:pt x="1465" y="36791"/>
                  </a:cubicBezTo>
                  <a:cubicBezTo>
                    <a:pt x="1454" y="36767"/>
                    <a:pt x="1430" y="36720"/>
                    <a:pt x="1430" y="36720"/>
                  </a:cubicBezTo>
                  <a:cubicBezTo>
                    <a:pt x="1823" y="36303"/>
                    <a:pt x="1382" y="35815"/>
                    <a:pt x="1596" y="35362"/>
                  </a:cubicBezTo>
                  <a:cubicBezTo>
                    <a:pt x="1656" y="35231"/>
                    <a:pt x="1632" y="34910"/>
                    <a:pt x="1525" y="34672"/>
                  </a:cubicBezTo>
                  <a:cubicBezTo>
                    <a:pt x="1465" y="34541"/>
                    <a:pt x="1489" y="34327"/>
                    <a:pt x="1513" y="34196"/>
                  </a:cubicBezTo>
                  <a:cubicBezTo>
                    <a:pt x="1620" y="33803"/>
                    <a:pt x="1489" y="33434"/>
                    <a:pt x="1406" y="33064"/>
                  </a:cubicBezTo>
                  <a:cubicBezTo>
                    <a:pt x="1394" y="32981"/>
                    <a:pt x="1394" y="32910"/>
                    <a:pt x="1501" y="32874"/>
                  </a:cubicBezTo>
                  <a:cubicBezTo>
                    <a:pt x="1549" y="32862"/>
                    <a:pt x="1608" y="32767"/>
                    <a:pt x="1608" y="32767"/>
                  </a:cubicBezTo>
                  <a:cubicBezTo>
                    <a:pt x="1168" y="32350"/>
                    <a:pt x="1751" y="31838"/>
                    <a:pt x="1454" y="31410"/>
                  </a:cubicBezTo>
                  <a:cubicBezTo>
                    <a:pt x="1358" y="31267"/>
                    <a:pt x="1370" y="31040"/>
                    <a:pt x="1406" y="30874"/>
                  </a:cubicBezTo>
                  <a:cubicBezTo>
                    <a:pt x="1489" y="30481"/>
                    <a:pt x="1489" y="30136"/>
                    <a:pt x="1358" y="29731"/>
                  </a:cubicBezTo>
                  <a:cubicBezTo>
                    <a:pt x="1275" y="29457"/>
                    <a:pt x="1465" y="29100"/>
                    <a:pt x="1204" y="28802"/>
                  </a:cubicBezTo>
                  <a:cubicBezTo>
                    <a:pt x="1073" y="28659"/>
                    <a:pt x="1358" y="28564"/>
                    <a:pt x="1346" y="28338"/>
                  </a:cubicBezTo>
                  <a:cubicBezTo>
                    <a:pt x="1323" y="27897"/>
                    <a:pt x="1144" y="27421"/>
                    <a:pt x="1358" y="26968"/>
                  </a:cubicBezTo>
                  <a:cubicBezTo>
                    <a:pt x="953" y="26826"/>
                    <a:pt x="1573" y="26397"/>
                    <a:pt x="1132" y="26254"/>
                  </a:cubicBezTo>
                  <a:cubicBezTo>
                    <a:pt x="1120" y="26254"/>
                    <a:pt x="1227" y="26040"/>
                    <a:pt x="1227" y="25933"/>
                  </a:cubicBezTo>
                  <a:cubicBezTo>
                    <a:pt x="1215" y="25647"/>
                    <a:pt x="1227" y="25361"/>
                    <a:pt x="1132" y="25099"/>
                  </a:cubicBezTo>
                  <a:cubicBezTo>
                    <a:pt x="942" y="24587"/>
                    <a:pt x="1227" y="24111"/>
                    <a:pt x="1168" y="23611"/>
                  </a:cubicBezTo>
                  <a:cubicBezTo>
                    <a:pt x="1144" y="23397"/>
                    <a:pt x="1025" y="23194"/>
                    <a:pt x="1263" y="23004"/>
                  </a:cubicBezTo>
                  <a:cubicBezTo>
                    <a:pt x="977" y="22825"/>
                    <a:pt x="1204" y="22575"/>
                    <a:pt x="1156" y="22361"/>
                  </a:cubicBezTo>
                  <a:cubicBezTo>
                    <a:pt x="1108" y="22194"/>
                    <a:pt x="989" y="22016"/>
                    <a:pt x="1227" y="21861"/>
                  </a:cubicBezTo>
                  <a:cubicBezTo>
                    <a:pt x="1251" y="21837"/>
                    <a:pt x="1180" y="21539"/>
                    <a:pt x="1168" y="21373"/>
                  </a:cubicBezTo>
                  <a:cubicBezTo>
                    <a:pt x="1108" y="20884"/>
                    <a:pt x="1537" y="20384"/>
                    <a:pt x="1168" y="19884"/>
                  </a:cubicBezTo>
                  <a:cubicBezTo>
                    <a:pt x="1144" y="19860"/>
                    <a:pt x="1132" y="19610"/>
                    <a:pt x="1108" y="19468"/>
                  </a:cubicBezTo>
                  <a:cubicBezTo>
                    <a:pt x="1096" y="19384"/>
                    <a:pt x="1061" y="19301"/>
                    <a:pt x="1215" y="19301"/>
                  </a:cubicBezTo>
                  <a:cubicBezTo>
                    <a:pt x="1221" y="19302"/>
                    <a:pt x="1226" y="19302"/>
                    <a:pt x="1232" y="19302"/>
                  </a:cubicBezTo>
                  <a:cubicBezTo>
                    <a:pt x="1308" y="19302"/>
                    <a:pt x="1369" y="19226"/>
                    <a:pt x="1346" y="19182"/>
                  </a:cubicBezTo>
                  <a:cubicBezTo>
                    <a:pt x="1168" y="18741"/>
                    <a:pt x="1287" y="18313"/>
                    <a:pt x="1394" y="17884"/>
                  </a:cubicBezTo>
                  <a:cubicBezTo>
                    <a:pt x="1418" y="17801"/>
                    <a:pt x="1323" y="17682"/>
                    <a:pt x="1334" y="17670"/>
                  </a:cubicBezTo>
                  <a:cubicBezTo>
                    <a:pt x="1444" y="17582"/>
                    <a:pt x="1016" y="17331"/>
                    <a:pt x="1354" y="17331"/>
                  </a:cubicBezTo>
                  <a:cubicBezTo>
                    <a:pt x="1382" y="17331"/>
                    <a:pt x="1415" y="17333"/>
                    <a:pt x="1454" y="17336"/>
                  </a:cubicBezTo>
                  <a:cubicBezTo>
                    <a:pt x="1454" y="17229"/>
                    <a:pt x="1477" y="17122"/>
                    <a:pt x="1465" y="17015"/>
                  </a:cubicBezTo>
                  <a:cubicBezTo>
                    <a:pt x="1406" y="16372"/>
                    <a:pt x="1334" y="15741"/>
                    <a:pt x="1513" y="15098"/>
                  </a:cubicBezTo>
                  <a:cubicBezTo>
                    <a:pt x="1608" y="14765"/>
                    <a:pt x="1406" y="14372"/>
                    <a:pt x="1477" y="14038"/>
                  </a:cubicBezTo>
                  <a:cubicBezTo>
                    <a:pt x="1525" y="13824"/>
                    <a:pt x="1418" y="13669"/>
                    <a:pt x="1418" y="13503"/>
                  </a:cubicBezTo>
                  <a:cubicBezTo>
                    <a:pt x="1428" y="13294"/>
                    <a:pt x="1593" y="13186"/>
                    <a:pt x="1762" y="13186"/>
                  </a:cubicBezTo>
                  <a:cubicBezTo>
                    <a:pt x="1786" y="13186"/>
                    <a:pt x="1811" y="13189"/>
                    <a:pt x="1835" y="13193"/>
                  </a:cubicBezTo>
                  <a:cubicBezTo>
                    <a:pt x="1903" y="13204"/>
                    <a:pt x="1968" y="13209"/>
                    <a:pt x="2032" y="13209"/>
                  </a:cubicBezTo>
                  <a:cubicBezTo>
                    <a:pt x="2247" y="13209"/>
                    <a:pt x="2442" y="13156"/>
                    <a:pt x="2644" y="13110"/>
                  </a:cubicBezTo>
                  <a:cubicBezTo>
                    <a:pt x="2685" y="13102"/>
                    <a:pt x="2725" y="13099"/>
                    <a:pt x="2765" y="13099"/>
                  </a:cubicBezTo>
                  <a:cubicBezTo>
                    <a:pt x="2956" y="13099"/>
                    <a:pt x="3135" y="13172"/>
                    <a:pt x="3338" y="13172"/>
                  </a:cubicBezTo>
                  <a:cubicBezTo>
                    <a:pt x="3360" y="13172"/>
                    <a:pt x="3383" y="13171"/>
                    <a:pt x="3406" y="13169"/>
                  </a:cubicBezTo>
                  <a:cubicBezTo>
                    <a:pt x="3567" y="13150"/>
                    <a:pt x="3728" y="13142"/>
                    <a:pt x="3888" y="13142"/>
                  </a:cubicBezTo>
                  <a:cubicBezTo>
                    <a:pt x="4323" y="13142"/>
                    <a:pt x="4758" y="13200"/>
                    <a:pt x="5192" y="13253"/>
                  </a:cubicBezTo>
                  <a:cubicBezTo>
                    <a:pt x="5600" y="13304"/>
                    <a:pt x="6009" y="13327"/>
                    <a:pt x="6419" y="13327"/>
                  </a:cubicBezTo>
                  <a:cubicBezTo>
                    <a:pt x="6774" y="13327"/>
                    <a:pt x="7131" y="13309"/>
                    <a:pt x="7490" y="13276"/>
                  </a:cubicBezTo>
                  <a:cubicBezTo>
                    <a:pt x="7788" y="13241"/>
                    <a:pt x="8085" y="13324"/>
                    <a:pt x="8347" y="13122"/>
                  </a:cubicBezTo>
                  <a:cubicBezTo>
                    <a:pt x="8454" y="13229"/>
                    <a:pt x="8573" y="13260"/>
                    <a:pt x="8694" y="13260"/>
                  </a:cubicBezTo>
                  <a:cubicBezTo>
                    <a:pt x="8871" y="13260"/>
                    <a:pt x="9054" y="13194"/>
                    <a:pt x="9222" y="13194"/>
                  </a:cubicBezTo>
                  <a:cubicBezTo>
                    <a:pt x="9273" y="13194"/>
                    <a:pt x="9323" y="13200"/>
                    <a:pt x="9371" y="13217"/>
                  </a:cubicBezTo>
                  <a:cubicBezTo>
                    <a:pt x="9546" y="13283"/>
                    <a:pt x="9718" y="13300"/>
                    <a:pt x="9889" y="13300"/>
                  </a:cubicBezTo>
                  <a:cubicBezTo>
                    <a:pt x="10083" y="13300"/>
                    <a:pt x="10275" y="13278"/>
                    <a:pt x="10466" y="13278"/>
                  </a:cubicBezTo>
                  <a:cubicBezTo>
                    <a:pt x="10534" y="13278"/>
                    <a:pt x="10601" y="13281"/>
                    <a:pt x="10669" y="13288"/>
                  </a:cubicBezTo>
                  <a:cubicBezTo>
                    <a:pt x="10854" y="13313"/>
                    <a:pt x="11041" y="13317"/>
                    <a:pt x="11227" y="13317"/>
                  </a:cubicBezTo>
                  <a:cubicBezTo>
                    <a:pt x="11335" y="13317"/>
                    <a:pt x="11442" y="13316"/>
                    <a:pt x="11548" y="13316"/>
                  </a:cubicBezTo>
                  <a:cubicBezTo>
                    <a:pt x="11710" y="13316"/>
                    <a:pt x="11869" y="13319"/>
                    <a:pt x="12026" y="13336"/>
                  </a:cubicBezTo>
                  <a:cubicBezTo>
                    <a:pt x="12099" y="13346"/>
                    <a:pt x="12598" y="13349"/>
                    <a:pt x="13350" y="13349"/>
                  </a:cubicBezTo>
                  <a:cubicBezTo>
                    <a:pt x="16090" y="13349"/>
                    <a:pt x="22195" y="13299"/>
                    <a:pt x="23311" y="13299"/>
                  </a:cubicBezTo>
                  <a:cubicBezTo>
                    <a:pt x="23402" y="13299"/>
                    <a:pt x="23459" y="13299"/>
                    <a:pt x="23480" y="13300"/>
                  </a:cubicBezTo>
                  <a:cubicBezTo>
                    <a:pt x="24468" y="13300"/>
                    <a:pt x="25457" y="13217"/>
                    <a:pt x="26445" y="13157"/>
                  </a:cubicBezTo>
                  <a:cubicBezTo>
                    <a:pt x="26933" y="13122"/>
                    <a:pt x="27433" y="13062"/>
                    <a:pt x="27921" y="13026"/>
                  </a:cubicBezTo>
                  <a:cubicBezTo>
                    <a:pt x="27935" y="13025"/>
                    <a:pt x="27949" y="13025"/>
                    <a:pt x="27962" y="13025"/>
                  </a:cubicBezTo>
                  <a:cubicBezTo>
                    <a:pt x="28112" y="13025"/>
                    <a:pt x="28256" y="13075"/>
                    <a:pt x="28422" y="13075"/>
                  </a:cubicBezTo>
                  <a:cubicBezTo>
                    <a:pt x="28438" y="13075"/>
                    <a:pt x="28453" y="13075"/>
                    <a:pt x="28469" y="13074"/>
                  </a:cubicBezTo>
                  <a:cubicBezTo>
                    <a:pt x="28826" y="13050"/>
                    <a:pt x="29195" y="12979"/>
                    <a:pt x="29552" y="12979"/>
                  </a:cubicBezTo>
                  <a:cubicBezTo>
                    <a:pt x="29790" y="12979"/>
                    <a:pt x="30005" y="13062"/>
                    <a:pt x="30279" y="13062"/>
                  </a:cubicBezTo>
                  <a:cubicBezTo>
                    <a:pt x="30339" y="13059"/>
                    <a:pt x="30399" y="13058"/>
                    <a:pt x="30460" y="13058"/>
                  </a:cubicBezTo>
                  <a:cubicBezTo>
                    <a:pt x="30699" y="13058"/>
                    <a:pt x="30943" y="13076"/>
                    <a:pt x="31185" y="13076"/>
                  </a:cubicBezTo>
                  <a:cubicBezTo>
                    <a:pt x="31393" y="13076"/>
                    <a:pt x="31600" y="13063"/>
                    <a:pt x="31803" y="13014"/>
                  </a:cubicBezTo>
                  <a:cubicBezTo>
                    <a:pt x="31828" y="13009"/>
                    <a:pt x="31852" y="13007"/>
                    <a:pt x="31875" y="13007"/>
                  </a:cubicBezTo>
                  <a:cubicBezTo>
                    <a:pt x="32003" y="13007"/>
                    <a:pt x="32098" y="13079"/>
                    <a:pt x="32219" y="13110"/>
                  </a:cubicBezTo>
                  <a:cubicBezTo>
                    <a:pt x="32240" y="13113"/>
                    <a:pt x="32255" y="13117"/>
                    <a:pt x="32266" y="13117"/>
                  </a:cubicBezTo>
                  <a:cubicBezTo>
                    <a:pt x="32294" y="13117"/>
                    <a:pt x="32301" y="13096"/>
                    <a:pt x="32326" y="13002"/>
                  </a:cubicBezTo>
                  <a:cubicBezTo>
                    <a:pt x="32340" y="12953"/>
                    <a:pt x="32371" y="12937"/>
                    <a:pt x="32401" y="12937"/>
                  </a:cubicBezTo>
                  <a:cubicBezTo>
                    <a:pt x="32422" y="12937"/>
                    <a:pt x="32443" y="12945"/>
                    <a:pt x="32457" y="12955"/>
                  </a:cubicBezTo>
                  <a:cubicBezTo>
                    <a:pt x="32592" y="13022"/>
                    <a:pt x="32728" y="13042"/>
                    <a:pt x="32864" y="13042"/>
                  </a:cubicBezTo>
                  <a:cubicBezTo>
                    <a:pt x="33057" y="13042"/>
                    <a:pt x="33250" y="13002"/>
                    <a:pt x="33437" y="13002"/>
                  </a:cubicBezTo>
                  <a:cubicBezTo>
                    <a:pt x="33492" y="13002"/>
                    <a:pt x="33547" y="13006"/>
                    <a:pt x="33600" y="13014"/>
                  </a:cubicBezTo>
                  <a:cubicBezTo>
                    <a:pt x="33714" y="13026"/>
                    <a:pt x="33821" y="13029"/>
                    <a:pt x="33925" y="13029"/>
                  </a:cubicBezTo>
                  <a:cubicBezTo>
                    <a:pt x="34029" y="13029"/>
                    <a:pt x="34130" y="13026"/>
                    <a:pt x="34231" y="13026"/>
                  </a:cubicBezTo>
                  <a:cubicBezTo>
                    <a:pt x="34248" y="13027"/>
                    <a:pt x="34264" y="13027"/>
                    <a:pt x="34280" y="13027"/>
                  </a:cubicBezTo>
                  <a:cubicBezTo>
                    <a:pt x="34531" y="13027"/>
                    <a:pt x="34793" y="12962"/>
                    <a:pt x="35008" y="12962"/>
                  </a:cubicBezTo>
                  <a:cubicBezTo>
                    <a:pt x="35067" y="12962"/>
                    <a:pt x="35122" y="12967"/>
                    <a:pt x="35172" y="12979"/>
                  </a:cubicBezTo>
                  <a:cubicBezTo>
                    <a:pt x="35278" y="13003"/>
                    <a:pt x="35898" y="13011"/>
                    <a:pt x="36803" y="13011"/>
                  </a:cubicBezTo>
                  <a:cubicBezTo>
                    <a:pt x="39058" y="13011"/>
                    <a:pt x="43079" y="12958"/>
                    <a:pt x="45323" y="12958"/>
                  </a:cubicBezTo>
                  <a:cubicBezTo>
                    <a:pt x="46223" y="12958"/>
                    <a:pt x="46837" y="12967"/>
                    <a:pt x="46935" y="12991"/>
                  </a:cubicBezTo>
                  <a:cubicBezTo>
                    <a:pt x="46999" y="13004"/>
                    <a:pt x="47053" y="13013"/>
                    <a:pt x="47105" y="13013"/>
                  </a:cubicBezTo>
                  <a:cubicBezTo>
                    <a:pt x="47190" y="13013"/>
                    <a:pt x="47268" y="12990"/>
                    <a:pt x="47364" y="12931"/>
                  </a:cubicBezTo>
                  <a:cubicBezTo>
                    <a:pt x="47416" y="12903"/>
                    <a:pt x="47468" y="12892"/>
                    <a:pt x="47520" y="12892"/>
                  </a:cubicBezTo>
                  <a:cubicBezTo>
                    <a:pt x="47702" y="12892"/>
                    <a:pt x="47888" y="13026"/>
                    <a:pt x="48089" y="13026"/>
                  </a:cubicBezTo>
                  <a:cubicBezTo>
                    <a:pt x="48120" y="13026"/>
                    <a:pt x="48153" y="13022"/>
                    <a:pt x="48186" y="13014"/>
                  </a:cubicBezTo>
                  <a:cubicBezTo>
                    <a:pt x="48257" y="12994"/>
                    <a:pt x="48329" y="12987"/>
                    <a:pt x="48402" y="12987"/>
                  </a:cubicBezTo>
                  <a:cubicBezTo>
                    <a:pt x="48581" y="12987"/>
                    <a:pt x="48763" y="13031"/>
                    <a:pt x="48946" y="13031"/>
                  </a:cubicBezTo>
                  <a:cubicBezTo>
                    <a:pt x="49034" y="13031"/>
                    <a:pt x="49122" y="13021"/>
                    <a:pt x="49210" y="12991"/>
                  </a:cubicBezTo>
                  <a:cubicBezTo>
                    <a:pt x="49343" y="12942"/>
                    <a:pt x="49478" y="12928"/>
                    <a:pt x="49615" y="12928"/>
                  </a:cubicBezTo>
                  <a:cubicBezTo>
                    <a:pt x="49833" y="12928"/>
                    <a:pt x="50055" y="12965"/>
                    <a:pt x="50278" y="12965"/>
                  </a:cubicBezTo>
                  <a:cubicBezTo>
                    <a:pt x="50366" y="12965"/>
                    <a:pt x="50455" y="12959"/>
                    <a:pt x="50543" y="12943"/>
                  </a:cubicBezTo>
                  <a:cubicBezTo>
                    <a:pt x="50785" y="12900"/>
                    <a:pt x="51032" y="12894"/>
                    <a:pt x="51281" y="12894"/>
                  </a:cubicBezTo>
                  <a:cubicBezTo>
                    <a:pt x="51380" y="12894"/>
                    <a:pt x="51479" y="12895"/>
                    <a:pt x="51579" y="12895"/>
                  </a:cubicBezTo>
                  <a:cubicBezTo>
                    <a:pt x="51927" y="12895"/>
                    <a:pt x="52275" y="12883"/>
                    <a:pt x="52615" y="12776"/>
                  </a:cubicBezTo>
                  <a:cubicBezTo>
                    <a:pt x="52650" y="12776"/>
                    <a:pt x="52686" y="12752"/>
                    <a:pt x="52698" y="12752"/>
                  </a:cubicBezTo>
                  <a:cubicBezTo>
                    <a:pt x="52845" y="12831"/>
                    <a:pt x="52992" y="12859"/>
                    <a:pt x="53137" y="12859"/>
                  </a:cubicBezTo>
                  <a:cubicBezTo>
                    <a:pt x="53368" y="12859"/>
                    <a:pt x="53593" y="12787"/>
                    <a:pt x="53805" y="12729"/>
                  </a:cubicBezTo>
                  <a:cubicBezTo>
                    <a:pt x="53933" y="12689"/>
                    <a:pt x="54064" y="12679"/>
                    <a:pt x="54194" y="12679"/>
                  </a:cubicBezTo>
                  <a:cubicBezTo>
                    <a:pt x="54323" y="12679"/>
                    <a:pt x="54452" y="12688"/>
                    <a:pt x="54577" y="12688"/>
                  </a:cubicBezTo>
                  <a:cubicBezTo>
                    <a:pt x="54738" y="12688"/>
                    <a:pt x="54892" y="12672"/>
                    <a:pt x="55032" y="12598"/>
                  </a:cubicBezTo>
                  <a:cubicBezTo>
                    <a:pt x="55179" y="12524"/>
                    <a:pt x="55333" y="12509"/>
                    <a:pt x="55487" y="12509"/>
                  </a:cubicBezTo>
                  <a:cubicBezTo>
                    <a:pt x="55597" y="12509"/>
                    <a:pt x="55706" y="12516"/>
                    <a:pt x="55814" y="12516"/>
                  </a:cubicBezTo>
                  <a:cubicBezTo>
                    <a:pt x="55972" y="12516"/>
                    <a:pt x="56126" y="12500"/>
                    <a:pt x="56270" y="12419"/>
                  </a:cubicBezTo>
                  <a:cubicBezTo>
                    <a:pt x="56293" y="12408"/>
                    <a:pt x="56325" y="12402"/>
                    <a:pt x="56362" y="12402"/>
                  </a:cubicBezTo>
                  <a:cubicBezTo>
                    <a:pt x="56440" y="12402"/>
                    <a:pt x="56535" y="12426"/>
                    <a:pt x="56591" y="12467"/>
                  </a:cubicBezTo>
                  <a:cubicBezTo>
                    <a:pt x="56664" y="12509"/>
                    <a:pt x="56706" y="12546"/>
                    <a:pt x="56747" y="12546"/>
                  </a:cubicBezTo>
                  <a:cubicBezTo>
                    <a:pt x="56787" y="12546"/>
                    <a:pt x="56825" y="12512"/>
                    <a:pt x="56889" y="12419"/>
                  </a:cubicBezTo>
                  <a:cubicBezTo>
                    <a:pt x="56916" y="12385"/>
                    <a:pt x="56943" y="12372"/>
                    <a:pt x="56971" y="12372"/>
                  </a:cubicBezTo>
                  <a:close/>
                  <a:moveTo>
                    <a:pt x="34494" y="0"/>
                  </a:moveTo>
                  <a:cubicBezTo>
                    <a:pt x="34258" y="0"/>
                    <a:pt x="34023" y="4"/>
                    <a:pt x="33791" y="13"/>
                  </a:cubicBezTo>
                  <a:cubicBezTo>
                    <a:pt x="33423" y="32"/>
                    <a:pt x="33032" y="163"/>
                    <a:pt x="32678" y="163"/>
                  </a:cubicBezTo>
                  <a:cubicBezTo>
                    <a:pt x="32586" y="163"/>
                    <a:pt x="32496" y="154"/>
                    <a:pt x="32410" y="132"/>
                  </a:cubicBezTo>
                  <a:cubicBezTo>
                    <a:pt x="32243" y="88"/>
                    <a:pt x="32080" y="75"/>
                    <a:pt x="31919" y="75"/>
                  </a:cubicBezTo>
                  <a:cubicBezTo>
                    <a:pt x="31672" y="75"/>
                    <a:pt x="31428" y="106"/>
                    <a:pt x="31181" y="106"/>
                  </a:cubicBezTo>
                  <a:cubicBezTo>
                    <a:pt x="31107" y="106"/>
                    <a:pt x="31032" y="103"/>
                    <a:pt x="30957" y="96"/>
                  </a:cubicBezTo>
                  <a:cubicBezTo>
                    <a:pt x="30822" y="81"/>
                    <a:pt x="30686" y="75"/>
                    <a:pt x="30549" y="75"/>
                  </a:cubicBezTo>
                  <a:cubicBezTo>
                    <a:pt x="30046" y="75"/>
                    <a:pt x="29534" y="156"/>
                    <a:pt x="29028" y="156"/>
                  </a:cubicBezTo>
                  <a:cubicBezTo>
                    <a:pt x="29005" y="156"/>
                    <a:pt x="28981" y="156"/>
                    <a:pt x="28958" y="156"/>
                  </a:cubicBezTo>
                  <a:cubicBezTo>
                    <a:pt x="28482" y="156"/>
                    <a:pt x="28005" y="63"/>
                    <a:pt x="27522" y="63"/>
                  </a:cubicBezTo>
                  <a:cubicBezTo>
                    <a:pt x="27437" y="63"/>
                    <a:pt x="27352" y="65"/>
                    <a:pt x="27266" y="72"/>
                  </a:cubicBezTo>
                  <a:cubicBezTo>
                    <a:pt x="27097" y="88"/>
                    <a:pt x="26928" y="113"/>
                    <a:pt x="26753" y="113"/>
                  </a:cubicBezTo>
                  <a:cubicBezTo>
                    <a:pt x="26656" y="113"/>
                    <a:pt x="26558" y="105"/>
                    <a:pt x="26457" y="84"/>
                  </a:cubicBezTo>
                  <a:cubicBezTo>
                    <a:pt x="26241" y="40"/>
                    <a:pt x="25975" y="4"/>
                    <a:pt x="25744" y="4"/>
                  </a:cubicBezTo>
                  <a:cubicBezTo>
                    <a:pt x="25605" y="4"/>
                    <a:pt x="25479" y="17"/>
                    <a:pt x="25385" y="49"/>
                  </a:cubicBezTo>
                  <a:cubicBezTo>
                    <a:pt x="25185" y="110"/>
                    <a:pt x="24992" y="129"/>
                    <a:pt x="24802" y="129"/>
                  </a:cubicBezTo>
                  <a:cubicBezTo>
                    <a:pt x="24479" y="129"/>
                    <a:pt x="24166" y="73"/>
                    <a:pt x="23849" y="73"/>
                  </a:cubicBezTo>
                  <a:cubicBezTo>
                    <a:pt x="23774" y="73"/>
                    <a:pt x="23699" y="77"/>
                    <a:pt x="23623" y="84"/>
                  </a:cubicBezTo>
                  <a:cubicBezTo>
                    <a:pt x="23552" y="91"/>
                    <a:pt x="23092" y="94"/>
                    <a:pt x="22393" y="94"/>
                  </a:cubicBezTo>
                  <a:cubicBezTo>
                    <a:pt x="20636" y="94"/>
                    <a:pt x="17373" y="78"/>
                    <a:pt x="14986" y="78"/>
                  </a:cubicBezTo>
                  <a:cubicBezTo>
                    <a:pt x="13393" y="78"/>
                    <a:pt x="12190" y="85"/>
                    <a:pt x="12086" y="108"/>
                  </a:cubicBezTo>
                  <a:cubicBezTo>
                    <a:pt x="11865" y="156"/>
                    <a:pt x="11646" y="170"/>
                    <a:pt x="11427" y="170"/>
                  </a:cubicBezTo>
                  <a:cubicBezTo>
                    <a:pt x="11133" y="170"/>
                    <a:pt x="10840" y="145"/>
                    <a:pt x="10550" y="145"/>
                  </a:cubicBezTo>
                  <a:cubicBezTo>
                    <a:pt x="10358" y="145"/>
                    <a:pt x="10168" y="155"/>
                    <a:pt x="9978" y="191"/>
                  </a:cubicBezTo>
                  <a:cubicBezTo>
                    <a:pt x="9824" y="221"/>
                    <a:pt x="9672" y="221"/>
                    <a:pt x="9520" y="221"/>
                  </a:cubicBezTo>
                  <a:cubicBezTo>
                    <a:pt x="9368" y="221"/>
                    <a:pt x="9216" y="221"/>
                    <a:pt x="9062" y="251"/>
                  </a:cubicBezTo>
                  <a:cubicBezTo>
                    <a:pt x="8573" y="334"/>
                    <a:pt x="8121" y="501"/>
                    <a:pt x="7633" y="537"/>
                  </a:cubicBezTo>
                  <a:cubicBezTo>
                    <a:pt x="6811" y="608"/>
                    <a:pt x="5966" y="572"/>
                    <a:pt x="5228" y="1025"/>
                  </a:cubicBezTo>
                  <a:cubicBezTo>
                    <a:pt x="5190" y="1047"/>
                    <a:pt x="5143" y="1056"/>
                    <a:pt x="5095" y="1056"/>
                  </a:cubicBezTo>
                  <a:cubicBezTo>
                    <a:pt x="5067" y="1056"/>
                    <a:pt x="5040" y="1053"/>
                    <a:pt x="5014" y="1049"/>
                  </a:cubicBezTo>
                  <a:cubicBezTo>
                    <a:pt x="4962" y="1042"/>
                    <a:pt x="4912" y="1039"/>
                    <a:pt x="4862" y="1039"/>
                  </a:cubicBezTo>
                  <a:cubicBezTo>
                    <a:pt x="4375" y="1039"/>
                    <a:pt x="3983" y="1336"/>
                    <a:pt x="3561" y="1465"/>
                  </a:cubicBezTo>
                  <a:cubicBezTo>
                    <a:pt x="3085" y="1620"/>
                    <a:pt x="2644" y="1977"/>
                    <a:pt x="2323" y="2346"/>
                  </a:cubicBezTo>
                  <a:cubicBezTo>
                    <a:pt x="1858" y="2882"/>
                    <a:pt x="1549" y="3513"/>
                    <a:pt x="1263" y="4156"/>
                  </a:cubicBezTo>
                  <a:cubicBezTo>
                    <a:pt x="858" y="5132"/>
                    <a:pt x="751" y="6133"/>
                    <a:pt x="715" y="7145"/>
                  </a:cubicBezTo>
                  <a:cubicBezTo>
                    <a:pt x="703" y="7371"/>
                    <a:pt x="703" y="7597"/>
                    <a:pt x="668" y="7811"/>
                  </a:cubicBezTo>
                  <a:cubicBezTo>
                    <a:pt x="608" y="8300"/>
                    <a:pt x="572" y="8788"/>
                    <a:pt x="632" y="9288"/>
                  </a:cubicBezTo>
                  <a:cubicBezTo>
                    <a:pt x="668" y="9645"/>
                    <a:pt x="751" y="10038"/>
                    <a:pt x="644" y="10371"/>
                  </a:cubicBezTo>
                  <a:cubicBezTo>
                    <a:pt x="370" y="11193"/>
                    <a:pt x="489" y="12026"/>
                    <a:pt x="477" y="12848"/>
                  </a:cubicBezTo>
                  <a:cubicBezTo>
                    <a:pt x="465" y="13276"/>
                    <a:pt x="501" y="13753"/>
                    <a:pt x="453" y="14157"/>
                  </a:cubicBezTo>
                  <a:cubicBezTo>
                    <a:pt x="358" y="14812"/>
                    <a:pt x="394" y="15467"/>
                    <a:pt x="322" y="16110"/>
                  </a:cubicBezTo>
                  <a:cubicBezTo>
                    <a:pt x="287" y="16479"/>
                    <a:pt x="96" y="16860"/>
                    <a:pt x="191" y="17193"/>
                  </a:cubicBezTo>
                  <a:cubicBezTo>
                    <a:pt x="263" y="17503"/>
                    <a:pt x="275" y="17801"/>
                    <a:pt x="215" y="18063"/>
                  </a:cubicBezTo>
                  <a:cubicBezTo>
                    <a:pt x="72" y="18646"/>
                    <a:pt x="132" y="19241"/>
                    <a:pt x="144" y="19801"/>
                  </a:cubicBezTo>
                  <a:cubicBezTo>
                    <a:pt x="156" y="20587"/>
                    <a:pt x="96" y="21373"/>
                    <a:pt x="84" y="22158"/>
                  </a:cubicBezTo>
                  <a:cubicBezTo>
                    <a:pt x="84" y="22920"/>
                    <a:pt x="1" y="23706"/>
                    <a:pt x="1" y="24456"/>
                  </a:cubicBezTo>
                  <a:cubicBezTo>
                    <a:pt x="1" y="25325"/>
                    <a:pt x="13" y="26206"/>
                    <a:pt x="108" y="27076"/>
                  </a:cubicBezTo>
                  <a:cubicBezTo>
                    <a:pt x="227" y="28135"/>
                    <a:pt x="191" y="29183"/>
                    <a:pt x="287" y="30243"/>
                  </a:cubicBezTo>
                  <a:cubicBezTo>
                    <a:pt x="334" y="30719"/>
                    <a:pt x="239" y="31195"/>
                    <a:pt x="311" y="31695"/>
                  </a:cubicBezTo>
                  <a:cubicBezTo>
                    <a:pt x="358" y="31993"/>
                    <a:pt x="453" y="32338"/>
                    <a:pt x="382" y="32648"/>
                  </a:cubicBezTo>
                  <a:cubicBezTo>
                    <a:pt x="239" y="33243"/>
                    <a:pt x="430" y="33815"/>
                    <a:pt x="394" y="34398"/>
                  </a:cubicBezTo>
                  <a:cubicBezTo>
                    <a:pt x="358" y="35017"/>
                    <a:pt x="513" y="35636"/>
                    <a:pt x="477" y="36243"/>
                  </a:cubicBezTo>
                  <a:cubicBezTo>
                    <a:pt x="453" y="36684"/>
                    <a:pt x="442" y="37125"/>
                    <a:pt x="430" y="37541"/>
                  </a:cubicBezTo>
                  <a:cubicBezTo>
                    <a:pt x="418" y="38017"/>
                    <a:pt x="525" y="38518"/>
                    <a:pt x="513" y="39006"/>
                  </a:cubicBezTo>
                  <a:cubicBezTo>
                    <a:pt x="489" y="39720"/>
                    <a:pt x="430" y="40434"/>
                    <a:pt x="537" y="41149"/>
                  </a:cubicBezTo>
                  <a:cubicBezTo>
                    <a:pt x="549" y="41244"/>
                    <a:pt x="525" y="41339"/>
                    <a:pt x="525" y="41435"/>
                  </a:cubicBezTo>
                  <a:cubicBezTo>
                    <a:pt x="489" y="41887"/>
                    <a:pt x="525" y="42351"/>
                    <a:pt x="513" y="42804"/>
                  </a:cubicBezTo>
                  <a:cubicBezTo>
                    <a:pt x="501" y="43316"/>
                    <a:pt x="608" y="43828"/>
                    <a:pt x="549" y="44340"/>
                  </a:cubicBezTo>
                  <a:cubicBezTo>
                    <a:pt x="525" y="44518"/>
                    <a:pt x="346" y="44637"/>
                    <a:pt x="430" y="44864"/>
                  </a:cubicBezTo>
                  <a:cubicBezTo>
                    <a:pt x="549" y="45209"/>
                    <a:pt x="572" y="45590"/>
                    <a:pt x="608" y="45971"/>
                  </a:cubicBezTo>
                  <a:cubicBezTo>
                    <a:pt x="656" y="46423"/>
                    <a:pt x="561" y="46888"/>
                    <a:pt x="608" y="47316"/>
                  </a:cubicBezTo>
                  <a:cubicBezTo>
                    <a:pt x="680" y="47876"/>
                    <a:pt x="787" y="48459"/>
                    <a:pt x="811" y="48995"/>
                  </a:cubicBezTo>
                  <a:cubicBezTo>
                    <a:pt x="846" y="49578"/>
                    <a:pt x="1144" y="50055"/>
                    <a:pt x="1168" y="50626"/>
                  </a:cubicBezTo>
                  <a:cubicBezTo>
                    <a:pt x="1192" y="51079"/>
                    <a:pt x="1370" y="51543"/>
                    <a:pt x="1513" y="51995"/>
                  </a:cubicBezTo>
                  <a:cubicBezTo>
                    <a:pt x="1692" y="52543"/>
                    <a:pt x="1835" y="53115"/>
                    <a:pt x="2168" y="53615"/>
                  </a:cubicBezTo>
                  <a:cubicBezTo>
                    <a:pt x="2335" y="53888"/>
                    <a:pt x="2608" y="54079"/>
                    <a:pt x="2870" y="54305"/>
                  </a:cubicBezTo>
                  <a:cubicBezTo>
                    <a:pt x="3132" y="54531"/>
                    <a:pt x="3454" y="54734"/>
                    <a:pt x="3740" y="54829"/>
                  </a:cubicBezTo>
                  <a:cubicBezTo>
                    <a:pt x="4347" y="55031"/>
                    <a:pt x="4894" y="55353"/>
                    <a:pt x="5418" y="55639"/>
                  </a:cubicBezTo>
                  <a:cubicBezTo>
                    <a:pt x="5797" y="55842"/>
                    <a:pt x="6175" y="55872"/>
                    <a:pt x="6551" y="55872"/>
                  </a:cubicBezTo>
                  <a:cubicBezTo>
                    <a:pt x="6709" y="55872"/>
                    <a:pt x="6866" y="55867"/>
                    <a:pt x="7022" y="55867"/>
                  </a:cubicBezTo>
                  <a:cubicBezTo>
                    <a:pt x="7127" y="55867"/>
                    <a:pt x="7231" y="55869"/>
                    <a:pt x="7335" y="55877"/>
                  </a:cubicBezTo>
                  <a:cubicBezTo>
                    <a:pt x="7561" y="55897"/>
                    <a:pt x="7802" y="55957"/>
                    <a:pt x="8038" y="55957"/>
                  </a:cubicBezTo>
                  <a:cubicBezTo>
                    <a:pt x="8214" y="55957"/>
                    <a:pt x="8387" y="55924"/>
                    <a:pt x="8550" y="55817"/>
                  </a:cubicBezTo>
                  <a:cubicBezTo>
                    <a:pt x="9228" y="56127"/>
                    <a:pt x="9978" y="56020"/>
                    <a:pt x="10681" y="56103"/>
                  </a:cubicBezTo>
                  <a:cubicBezTo>
                    <a:pt x="11455" y="56210"/>
                    <a:pt x="22670" y="56294"/>
                    <a:pt x="23444" y="56377"/>
                  </a:cubicBezTo>
                  <a:cubicBezTo>
                    <a:pt x="24147" y="56448"/>
                    <a:pt x="24849" y="56460"/>
                    <a:pt x="25540" y="56567"/>
                  </a:cubicBezTo>
                  <a:cubicBezTo>
                    <a:pt x="25635" y="56579"/>
                    <a:pt x="25733" y="56584"/>
                    <a:pt x="25832" y="56584"/>
                  </a:cubicBezTo>
                  <a:cubicBezTo>
                    <a:pt x="26229" y="56584"/>
                    <a:pt x="26650" y="56508"/>
                    <a:pt x="27040" y="56508"/>
                  </a:cubicBezTo>
                  <a:cubicBezTo>
                    <a:pt x="27071" y="56507"/>
                    <a:pt x="27102" y="56507"/>
                    <a:pt x="27133" y="56507"/>
                  </a:cubicBezTo>
                  <a:cubicBezTo>
                    <a:pt x="27546" y="56507"/>
                    <a:pt x="27956" y="56548"/>
                    <a:pt x="28364" y="56548"/>
                  </a:cubicBezTo>
                  <a:cubicBezTo>
                    <a:pt x="28666" y="56548"/>
                    <a:pt x="28966" y="56526"/>
                    <a:pt x="29267" y="56448"/>
                  </a:cubicBezTo>
                  <a:cubicBezTo>
                    <a:pt x="29409" y="56410"/>
                    <a:pt x="29552" y="56399"/>
                    <a:pt x="29695" y="56399"/>
                  </a:cubicBezTo>
                  <a:cubicBezTo>
                    <a:pt x="29909" y="56399"/>
                    <a:pt x="30124" y="56424"/>
                    <a:pt x="30338" y="56424"/>
                  </a:cubicBezTo>
                  <a:cubicBezTo>
                    <a:pt x="30636" y="56424"/>
                    <a:pt x="30934" y="56261"/>
                    <a:pt x="31201" y="56261"/>
                  </a:cubicBezTo>
                  <a:cubicBezTo>
                    <a:pt x="31265" y="56261"/>
                    <a:pt x="31326" y="56271"/>
                    <a:pt x="31386" y="56294"/>
                  </a:cubicBezTo>
                  <a:cubicBezTo>
                    <a:pt x="31427" y="56311"/>
                    <a:pt x="31468" y="56318"/>
                    <a:pt x="31508" y="56318"/>
                  </a:cubicBezTo>
                  <a:cubicBezTo>
                    <a:pt x="31679" y="56318"/>
                    <a:pt x="31839" y="56189"/>
                    <a:pt x="31987" y="56189"/>
                  </a:cubicBezTo>
                  <a:cubicBezTo>
                    <a:pt x="32063" y="56189"/>
                    <a:pt x="32137" y="56224"/>
                    <a:pt x="32207" y="56329"/>
                  </a:cubicBezTo>
                  <a:cubicBezTo>
                    <a:pt x="32312" y="56202"/>
                    <a:pt x="32428" y="56163"/>
                    <a:pt x="32550" y="56163"/>
                  </a:cubicBezTo>
                  <a:cubicBezTo>
                    <a:pt x="32740" y="56163"/>
                    <a:pt x="32942" y="56258"/>
                    <a:pt x="33128" y="56258"/>
                  </a:cubicBezTo>
                  <a:cubicBezTo>
                    <a:pt x="33135" y="56258"/>
                    <a:pt x="33141" y="56258"/>
                    <a:pt x="33148" y="56258"/>
                  </a:cubicBezTo>
                  <a:cubicBezTo>
                    <a:pt x="33910" y="56198"/>
                    <a:pt x="34696" y="56246"/>
                    <a:pt x="35470" y="56174"/>
                  </a:cubicBezTo>
                  <a:cubicBezTo>
                    <a:pt x="35589" y="56163"/>
                    <a:pt x="35708" y="56163"/>
                    <a:pt x="35839" y="56151"/>
                  </a:cubicBezTo>
                  <a:cubicBezTo>
                    <a:pt x="36303" y="56127"/>
                    <a:pt x="47185" y="56127"/>
                    <a:pt x="47650" y="56079"/>
                  </a:cubicBezTo>
                  <a:cubicBezTo>
                    <a:pt x="48221" y="56020"/>
                    <a:pt x="48793" y="55960"/>
                    <a:pt x="49352" y="55865"/>
                  </a:cubicBezTo>
                  <a:cubicBezTo>
                    <a:pt x="49571" y="55828"/>
                    <a:pt x="49789" y="55818"/>
                    <a:pt x="50006" y="55818"/>
                  </a:cubicBezTo>
                  <a:cubicBezTo>
                    <a:pt x="50284" y="55818"/>
                    <a:pt x="50562" y="55835"/>
                    <a:pt x="50841" y="55835"/>
                  </a:cubicBezTo>
                  <a:cubicBezTo>
                    <a:pt x="50983" y="55835"/>
                    <a:pt x="51126" y="55831"/>
                    <a:pt x="51269" y="55817"/>
                  </a:cubicBezTo>
                  <a:cubicBezTo>
                    <a:pt x="51567" y="55782"/>
                    <a:pt x="51877" y="55710"/>
                    <a:pt x="52186" y="55698"/>
                  </a:cubicBezTo>
                  <a:cubicBezTo>
                    <a:pt x="52195" y="55698"/>
                    <a:pt x="52204" y="55698"/>
                    <a:pt x="52213" y="55698"/>
                  </a:cubicBezTo>
                  <a:cubicBezTo>
                    <a:pt x="52385" y="55698"/>
                    <a:pt x="52551" y="55777"/>
                    <a:pt x="52715" y="55777"/>
                  </a:cubicBezTo>
                  <a:cubicBezTo>
                    <a:pt x="52769" y="55777"/>
                    <a:pt x="52823" y="55768"/>
                    <a:pt x="52877" y="55746"/>
                  </a:cubicBezTo>
                  <a:cubicBezTo>
                    <a:pt x="53162" y="55615"/>
                    <a:pt x="53496" y="55651"/>
                    <a:pt x="53782" y="55639"/>
                  </a:cubicBezTo>
                  <a:cubicBezTo>
                    <a:pt x="54698" y="55591"/>
                    <a:pt x="55484" y="55281"/>
                    <a:pt x="56246" y="54865"/>
                  </a:cubicBezTo>
                  <a:cubicBezTo>
                    <a:pt x="56734" y="54591"/>
                    <a:pt x="57115" y="54198"/>
                    <a:pt x="57449" y="53805"/>
                  </a:cubicBezTo>
                  <a:cubicBezTo>
                    <a:pt x="57663" y="53531"/>
                    <a:pt x="57984" y="53329"/>
                    <a:pt x="58092" y="53019"/>
                  </a:cubicBezTo>
                  <a:cubicBezTo>
                    <a:pt x="58199" y="52698"/>
                    <a:pt x="58401" y="52424"/>
                    <a:pt x="58508" y="52103"/>
                  </a:cubicBezTo>
                  <a:cubicBezTo>
                    <a:pt x="58675" y="51638"/>
                    <a:pt x="58770" y="51162"/>
                    <a:pt x="58782" y="50662"/>
                  </a:cubicBezTo>
                  <a:cubicBezTo>
                    <a:pt x="58794" y="50489"/>
                    <a:pt x="58639" y="50173"/>
                    <a:pt x="59036" y="50173"/>
                  </a:cubicBezTo>
                  <a:cubicBezTo>
                    <a:pt x="59050" y="50173"/>
                    <a:pt x="59064" y="50173"/>
                    <a:pt x="59080" y="50174"/>
                  </a:cubicBezTo>
                  <a:cubicBezTo>
                    <a:pt x="59139" y="50031"/>
                    <a:pt x="58723" y="49971"/>
                    <a:pt x="58973" y="49864"/>
                  </a:cubicBezTo>
                  <a:cubicBezTo>
                    <a:pt x="59211" y="49769"/>
                    <a:pt x="59116" y="49578"/>
                    <a:pt x="59080" y="49555"/>
                  </a:cubicBezTo>
                  <a:cubicBezTo>
                    <a:pt x="58889" y="49400"/>
                    <a:pt x="58973" y="49305"/>
                    <a:pt x="59127" y="49209"/>
                  </a:cubicBezTo>
                  <a:cubicBezTo>
                    <a:pt x="59246" y="49138"/>
                    <a:pt x="59139" y="49031"/>
                    <a:pt x="59175" y="48971"/>
                  </a:cubicBezTo>
                  <a:cubicBezTo>
                    <a:pt x="59246" y="48805"/>
                    <a:pt x="59044" y="48614"/>
                    <a:pt x="59163" y="48507"/>
                  </a:cubicBezTo>
                  <a:cubicBezTo>
                    <a:pt x="59473" y="48233"/>
                    <a:pt x="59318" y="47876"/>
                    <a:pt x="59330" y="47602"/>
                  </a:cubicBezTo>
                  <a:cubicBezTo>
                    <a:pt x="59366" y="47102"/>
                    <a:pt x="59354" y="46590"/>
                    <a:pt x="59306" y="46090"/>
                  </a:cubicBezTo>
                  <a:cubicBezTo>
                    <a:pt x="59282" y="45876"/>
                    <a:pt x="59342" y="45697"/>
                    <a:pt x="59520" y="45554"/>
                  </a:cubicBezTo>
                  <a:cubicBezTo>
                    <a:pt x="59151" y="45399"/>
                    <a:pt x="59663" y="45030"/>
                    <a:pt x="59318" y="44875"/>
                  </a:cubicBezTo>
                  <a:cubicBezTo>
                    <a:pt x="59389" y="44280"/>
                    <a:pt x="59223" y="43685"/>
                    <a:pt x="59354" y="43078"/>
                  </a:cubicBezTo>
                  <a:cubicBezTo>
                    <a:pt x="59437" y="42709"/>
                    <a:pt x="59318" y="42304"/>
                    <a:pt x="59377" y="41923"/>
                  </a:cubicBezTo>
                  <a:cubicBezTo>
                    <a:pt x="59437" y="41518"/>
                    <a:pt x="59294" y="41101"/>
                    <a:pt x="59389" y="40732"/>
                  </a:cubicBezTo>
                  <a:cubicBezTo>
                    <a:pt x="59473" y="40458"/>
                    <a:pt x="59354" y="40161"/>
                    <a:pt x="59544" y="39875"/>
                  </a:cubicBezTo>
                  <a:cubicBezTo>
                    <a:pt x="59580" y="39827"/>
                    <a:pt x="59711" y="39577"/>
                    <a:pt x="59627" y="39434"/>
                  </a:cubicBezTo>
                  <a:cubicBezTo>
                    <a:pt x="59294" y="38899"/>
                    <a:pt x="59782" y="38339"/>
                    <a:pt x="59556" y="37815"/>
                  </a:cubicBezTo>
                  <a:cubicBezTo>
                    <a:pt x="59437" y="37553"/>
                    <a:pt x="59580" y="37303"/>
                    <a:pt x="59651" y="37136"/>
                  </a:cubicBezTo>
                  <a:cubicBezTo>
                    <a:pt x="59782" y="36803"/>
                    <a:pt x="59294" y="36541"/>
                    <a:pt x="59651" y="36184"/>
                  </a:cubicBezTo>
                  <a:cubicBezTo>
                    <a:pt x="59758" y="36077"/>
                    <a:pt x="59699" y="35624"/>
                    <a:pt x="59675" y="35327"/>
                  </a:cubicBezTo>
                  <a:cubicBezTo>
                    <a:pt x="59663" y="34958"/>
                    <a:pt x="59818" y="34541"/>
                    <a:pt x="59663" y="34231"/>
                  </a:cubicBezTo>
                  <a:cubicBezTo>
                    <a:pt x="59508" y="33898"/>
                    <a:pt x="59627" y="33588"/>
                    <a:pt x="59651" y="33326"/>
                  </a:cubicBezTo>
                  <a:cubicBezTo>
                    <a:pt x="59711" y="32886"/>
                    <a:pt x="59556" y="32457"/>
                    <a:pt x="59627" y="32017"/>
                  </a:cubicBezTo>
                  <a:cubicBezTo>
                    <a:pt x="59687" y="31624"/>
                    <a:pt x="59532" y="31195"/>
                    <a:pt x="59604" y="30802"/>
                  </a:cubicBezTo>
                  <a:cubicBezTo>
                    <a:pt x="59627" y="30588"/>
                    <a:pt x="59449" y="30457"/>
                    <a:pt x="59497" y="30314"/>
                  </a:cubicBezTo>
                  <a:cubicBezTo>
                    <a:pt x="59651" y="29909"/>
                    <a:pt x="59747" y="29493"/>
                    <a:pt x="59627" y="29100"/>
                  </a:cubicBezTo>
                  <a:cubicBezTo>
                    <a:pt x="59556" y="28850"/>
                    <a:pt x="59532" y="28588"/>
                    <a:pt x="59568" y="28397"/>
                  </a:cubicBezTo>
                  <a:cubicBezTo>
                    <a:pt x="59651" y="27707"/>
                    <a:pt x="59592" y="27040"/>
                    <a:pt x="59532" y="26349"/>
                  </a:cubicBezTo>
                  <a:cubicBezTo>
                    <a:pt x="59497" y="25968"/>
                    <a:pt x="59508" y="25516"/>
                    <a:pt x="59568" y="25135"/>
                  </a:cubicBezTo>
                  <a:cubicBezTo>
                    <a:pt x="59663" y="24516"/>
                    <a:pt x="59508" y="23920"/>
                    <a:pt x="59544" y="23313"/>
                  </a:cubicBezTo>
                  <a:cubicBezTo>
                    <a:pt x="59580" y="22789"/>
                    <a:pt x="59425" y="22182"/>
                    <a:pt x="59473" y="21658"/>
                  </a:cubicBezTo>
                  <a:cubicBezTo>
                    <a:pt x="59532" y="20861"/>
                    <a:pt x="59294" y="20099"/>
                    <a:pt x="59401" y="19301"/>
                  </a:cubicBezTo>
                  <a:cubicBezTo>
                    <a:pt x="59485" y="18682"/>
                    <a:pt x="59270" y="18027"/>
                    <a:pt x="59282" y="17372"/>
                  </a:cubicBezTo>
                  <a:cubicBezTo>
                    <a:pt x="59282" y="16801"/>
                    <a:pt x="59068" y="16241"/>
                    <a:pt x="59008" y="15658"/>
                  </a:cubicBezTo>
                  <a:cubicBezTo>
                    <a:pt x="58996" y="15491"/>
                    <a:pt x="59151" y="15408"/>
                    <a:pt x="59080" y="15241"/>
                  </a:cubicBezTo>
                  <a:cubicBezTo>
                    <a:pt x="58794" y="14491"/>
                    <a:pt x="58889" y="13705"/>
                    <a:pt x="58854" y="12943"/>
                  </a:cubicBezTo>
                  <a:cubicBezTo>
                    <a:pt x="58830" y="12288"/>
                    <a:pt x="58639" y="11657"/>
                    <a:pt x="58711" y="10990"/>
                  </a:cubicBezTo>
                  <a:cubicBezTo>
                    <a:pt x="58735" y="10645"/>
                    <a:pt x="58639" y="10252"/>
                    <a:pt x="58615" y="9883"/>
                  </a:cubicBezTo>
                  <a:cubicBezTo>
                    <a:pt x="58568" y="9276"/>
                    <a:pt x="58568" y="8645"/>
                    <a:pt x="58473" y="8050"/>
                  </a:cubicBezTo>
                  <a:cubicBezTo>
                    <a:pt x="58389" y="7621"/>
                    <a:pt x="58246" y="7192"/>
                    <a:pt x="58199" y="6752"/>
                  </a:cubicBezTo>
                  <a:cubicBezTo>
                    <a:pt x="58056" y="5585"/>
                    <a:pt x="57877" y="4442"/>
                    <a:pt x="57222" y="3370"/>
                  </a:cubicBezTo>
                  <a:cubicBezTo>
                    <a:pt x="56853" y="2763"/>
                    <a:pt x="56437" y="2251"/>
                    <a:pt x="55817" y="1834"/>
                  </a:cubicBezTo>
                  <a:cubicBezTo>
                    <a:pt x="55151" y="1370"/>
                    <a:pt x="54389" y="1061"/>
                    <a:pt x="53591" y="941"/>
                  </a:cubicBezTo>
                  <a:cubicBezTo>
                    <a:pt x="53304" y="895"/>
                    <a:pt x="53072" y="738"/>
                    <a:pt x="52809" y="738"/>
                  </a:cubicBezTo>
                  <a:cubicBezTo>
                    <a:pt x="52800" y="738"/>
                    <a:pt x="52791" y="739"/>
                    <a:pt x="52781" y="739"/>
                  </a:cubicBezTo>
                  <a:cubicBezTo>
                    <a:pt x="52718" y="744"/>
                    <a:pt x="52656" y="746"/>
                    <a:pt x="52594" y="746"/>
                  </a:cubicBezTo>
                  <a:cubicBezTo>
                    <a:pt x="51870" y="746"/>
                    <a:pt x="51207" y="451"/>
                    <a:pt x="50483" y="418"/>
                  </a:cubicBezTo>
                  <a:cubicBezTo>
                    <a:pt x="50472" y="417"/>
                    <a:pt x="50460" y="417"/>
                    <a:pt x="50448" y="417"/>
                  </a:cubicBezTo>
                  <a:cubicBezTo>
                    <a:pt x="50341" y="417"/>
                    <a:pt x="50223" y="442"/>
                    <a:pt x="50109" y="442"/>
                  </a:cubicBezTo>
                  <a:cubicBezTo>
                    <a:pt x="50026" y="442"/>
                    <a:pt x="49947" y="429"/>
                    <a:pt x="49876" y="382"/>
                  </a:cubicBezTo>
                  <a:cubicBezTo>
                    <a:pt x="49424" y="96"/>
                    <a:pt x="48888" y="168"/>
                    <a:pt x="48400" y="120"/>
                  </a:cubicBezTo>
                  <a:cubicBezTo>
                    <a:pt x="47674" y="60"/>
                    <a:pt x="36517" y="72"/>
                    <a:pt x="35779" y="37"/>
                  </a:cubicBezTo>
                  <a:cubicBezTo>
                    <a:pt x="35356" y="14"/>
                    <a:pt x="34924" y="0"/>
                    <a:pt x="34494" y="0"/>
                  </a:cubicBezTo>
                  <a:close/>
                </a:path>
              </a:pathLst>
            </a:custGeom>
            <a:solidFill>
              <a:srgbClr val="000000"/>
            </a:solidFill>
            <a:ln>
              <a:noFill/>
            </a:ln>
          </p:spPr>
          <p:txBody>
            <a:bodyPr spcFirstLastPara="1" wrap="square" lIns="182875" tIns="274300" rIns="182875" bIns="91425" anchor="ctr" anchorCtr="0">
              <a:noAutofit/>
            </a:bodyPr>
            <a:lstStyle/>
            <a:p>
              <a:pPr marL="0" lvl="0" indent="0" algn="ctr" rtl="0">
                <a:spcBef>
                  <a:spcPts val="0"/>
                </a:spcBef>
                <a:spcAft>
                  <a:spcPts val="0"/>
                </a:spcAft>
                <a:buClr>
                  <a:schemeClr val="dk1"/>
                </a:buClr>
                <a:buSzPts val="1100"/>
                <a:buFont typeface="Arial"/>
                <a:buNone/>
              </a:pPr>
              <a:r>
                <a:rPr lang="en-US" sz="1200" dirty="0">
                  <a:latin typeface="Montserrat" panose="00000500000000000000" pitchFamily="2" charset="0"/>
                </a:rPr>
                <a:t>Make special events, participate in conferences, make audiovisual materials</a:t>
              </a:r>
              <a:endParaRPr sz="1200" dirty="0">
                <a:latin typeface="Montserrat" panose="00000500000000000000" pitchFamily="2" charset="0"/>
              </a:endParaRPr>
            </a:p>
          </p:txBody>
        </p:sp>
        <p:sp>
          <p:nvSpPr>
            <p:cNvPr id="19" name="Google Shape;369;p21">
              <a:extLst>
                <a:ext uri="{FF2B5EF4-FFF2-40B4-BE49-F238E27FC236}">
                  <a16:creationId xmlns:a16="http://schemas.microsoft.com/office/drawing/2014/main" id="{070166D7-51FD-4DBA-0F24-B186CFB3888A}"/>
                </a:ext>
              </a:extLst>
            </p:cNvPr>
            <p:cNvSpPr/>
            <p:nvPr/>
          </p:nvSpPr>
          <p:spPr>
            <a:xfrm>
              <a:off x="5369178" y="2990296"/>
              <a:ext cx="3565" cy="2931"/>
            </a:xfrm>
            <a:custGeom>
              <a:avLst/>
              <a:gdLst/>
              <a:ahLst/>
              <a:cxnLst/>
              <a:rect l="l" t="t" r="r" b="b"/>
              <a:pathLst>
                <a:path w="180" h="148" extrusionOk="0">
                  <a:moveTo>
                    <a:pt x="90" y="0"/>
                  </a:moveTo>
                  <a:cubicBezTo>
                    <a:pt x="54" y="0"/>
                    <a:pt x="35" y="30"/>
                    <a:pt x="25" y="50"/>
                  </a:cubicBezTo>
                  <a:cubicBezTo>
                    <a:pt x="1" y="98"/>
                    <a:pt x="37" y="121"/>
                    <a:pt x="72" y="145"/>
                  </a:cubicBezTo>
                  <a:cubicBezTo>
                    <a:pt x="79" y="147"/>
                    <a:pt x="85" y="148"/>
                    <a:pt x="90" y="148"/>
                  </a:cubicBezTo>
                  <a:cubicBezTo>
                    <a:pt x="126" y="148"/>
                    <a:pt x="145" y="117"/>
                    <a:pt x="156" y="86"/>
                  </a:cubicBezTo>
                  <a:cubicBezTo>
                    <a:pt x="180" y="50"/>
                    <a:pt x="144" y="14"/>
                    <a:pt x="108" y="2"/>
                  </a:cubicBezTo>
                  <a:cubicBezTo>
                    <a:pt x="102" y="1"/>
                    <a:pt x="96" y="0"/>
                    <a:pt x="90" y="0"/>
                  </a:cubicBezTo>
                  <a:close/>
                </a:path>
              </a:pathLst>
            </a:custGeom>
            <a:solidFill>
              <a:srgbClr val="FCBD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 name="Google Shape;372;p21">
              <a:extLst>
                <a:ext uri="{FF2B5EF4-FFF2-40B4-BE49-F238E27FC236}">
                  <a16:creationId xmlns:a16="http://schemas.microsoft.com/office/drawing/2014/main" id="{E4D4D2BE-2BA0-573A-367A-6E6C1287A380}"/>
                </a:ext>
              </a:extLst>
            </p:cNvPr>
            <p:cNvSpPr/>
            <p:nvPr/>
          </p:nvSpPr>
          <p:spPr>
            <a:xfrm>
              <a:off x="5507717" y="2722084"/>
              <a:ext cx="13448" cy="7466"/>
            </a:xfrm>
            <a:custGeom>
              <a:avLst/>
              <a:gdLst/>
              <a:ahLst/>
              <a:cxnLst/>
              <a:rect l="l" t="t" r="r" b="b"/>
              <a:pathLst>
                <a:path w="679" h="377" extrusionOk="0">
                  <a:moveTo>
                    <a:pt x="272" y="1"/>
                  </a:moveTo>
                  <a:cubicBezTo>
                    <a:pt x="213" y="1"/>
                    <a:pt x="156" y="16"/>
                    <a:pt x="107" y="55"/>
                  </a:cubicBezTo>
                  <a:cubicBezTo>
                    <a:pt x="0" y="126"/>
                    <a:pt x="131" y="245"/>
                    <a:pt x="143" y="352"/>
                  </a:cubicBezTo>
                  <a:cubicBezTo>
                    <a:pt x="143" y="364"/>
                    <a:pt x="167" y="364"/>
                    <a:pt x="191" y="376"/>
                  </a:cubicBezTo>
                  <a:cubicBezTo>
                    <a:pt x="226" y="315"/>
                    <a:pt x="222" y="189"/>
                    <a:pt x="294" y="189"/>
                  </a:cubicBezTo>
                  <a:cubicBezTo>
                    <a:pt x="320" y="189"/>
                    <a:pt x="355" y="205"/>
                    <a:pt x="405" y="245"/>
                  </a:cubicBezTo>
                  <a:cubicBezTo>
                    <a:pt x="456" y="282"/>
                    <a:pt x="511" y="296"/>
                    <a:pt x="569" y="296"/>
                  </a:cubicBezTo>
                  <a:cubicBezTo>
                    <a:pt x="605" y="296"/>
                    <a:pt x="642" y="290"/>
                    <a:pt x="679" y="281"/>
                  </a:cubicBezTo>
                  <a:cubicBezTo>
                    <a:pt x="667" y="174"/>
                    <a:pt x="595" y="102"/>
                    <a:pt x="524" y="67"/>
                  </a:cubicBezTo>
                  <a:cubicBezTo>
                    <a:pt x="447" y="32"/>
                    <a:pt x="357" y="1"/>
                    <a:pt x="272" y="1"/>
                  </a:cubicBezTo>
                  <a:close/>
                </a:path>
              </a:pathLst>
            </a:custGeom>
            <a:solidFill>
              <a:srgbClr val="FCBD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 name="Google Shape;373;p21">
              <a:extLst>
                <a:ext uri="{FF2B5EF4-FFF2-40B4-BE49-F238E27FC236}">
                  <a16:creationId xmlns:a16="http://schemas.microsoft.com/office/drawing/2014/main" id="{36BA1B42-C3AF-3071-4BFA-664B1036A417}"/>
                </a:ext>
              </a:extLst>
            </p:cNvPr>
            <p:cNvSpPr/>
            <p:nvPr/>
          </p:nvSpPr>
          <p:spPr>
            <a:xfrm>
              <a:off x="5529167" y="2732363"/>
              <a:ext cx="1426" cy="1010"/>
            </a:xfrm>
            <a:custGeom>
              <a:avLst/>
              <a:gdLst/>
              <a:ahLst/>
              <a:cxnLst/>
              <a:rect l="l" t="t" r="r" b="b"/>
              <a:pathLst>
                <a:path w="72" h="51" extrusionOk="0">
                  <a:moveTo>
                    <a:pt x="48" y="0"/>
                  </a:moveTo>
                  <a:cubicBezTo>
                    <a:pt x="12" y="12"/>
                    <a:pt x="1" y="36"/>
                    <a:pt x="36" y="48"/>
                  </a:cubicBezTo>
                  <a:cubicBezTo>
                    <a:pt x="36" y="50"/>
                    <a:pt x="37" y="51"/>
                    <a:pt x="39" y="51"/>
                  </a:cubicBezTo>
                  <a:cubicBezTo>
                    <a:pt x="45" y="51"/>
                    <a:pt x="62" y="36"/>
                    <a:pt x="72" y="36"/>
                  </a:cubicBezTo>
                  <a:cubicBezTo>
                    <a:pt x="60" y="24"/>
                    <a:pt x="48" y="0"/>
                    <a:pt x="48" y="0"/>
                  </a:cubicBezTo>
                  <a:close/>
                </a:path>
              </a:pathLst>
            </a:custGeom>
            <a:solidFill>
              <a:srgbClr val="FCBD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 name="Google Shape;374;p21">
              <a:extLst>
                <a:ext uri="{FF2B5EF4-FFF2-40B4-BE49-F238E27FC236}">
                  <a16:creationId xmlns:a16="http://schemas.microsoft.com/office/drawing/2014/main" id="{79A81BC7-0B64-068E-3676-8F98ADA7B548}"/>
                </a:ext>
              </a:extLst>
            </p:cNvPr>
            <p:cNvSpPr/>
            <p:nvPr/>
          </p:nvSpPr>
          <p:spPr>
            <a:xfrm>
              <a:off x="5523046" y="2731888"/>
              <a:ext cx="1188" cy="951"/>
            </a:xfrm>
            <a:custGeom>
              <a:avLst/>
              <a:gdLst/>
              <a:ahLst/>
              <a:cxnLst/>
              <a:rect l="l" t="t" r="r" b="b"/>
              <a:pathLst>
                <a:path w="60" h="48" extrusionOk="0">
                  <a:moveTo>
                    <a:pt x="36" y="0"/>
                  </a:moveTo>
                  <a:cubicBezTo>
                    <a:pt x="24" y="0"/>
                    <a:pt x="12" y="12"/>
                    <a:pt x="0" y="12"/>
                  </a:cubicBezTo>
                  <a:cubicBezTo>
                    <a:pt x="12" y="24"/>
                    <a:pt x="24" y="36"/>
                    <a:pt x="24" y="48"/>
                  </a:cubicBezTo>
                  <a:cubicBezTo>
                    <a:pt x="36" y="36"/>
                    <a:pt x="48" y="36"/>
                    <a:pt x="60" y="24"/>
                  </a:cubicBezTo>
                  <a:cubicBezTo>
                    <a:pt x="48" y="12"/>
                    <a:pt x="48" y="0"/>
                    <a:pt x="36" y="0"/>
                  </a:cubicBezTo>
                  <a:close/>
                </a:path>
              </a:pathLst>
            </a:custGeom>
            <a:solidFill>
              <a:srgbClr val="FCBD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23" name="Google Shape;358;p21">
            <a:extLst>
              <a:ext uri="{FF2B5EF4-FFF2-40B4-BE49-F238E27FC236}">
                <a16:creationId xmlns:a16="http://schemas.microsoft.com/office/drawing/2014/main" id="{867E2502-9D92-7433-5266-692667533C33}"/>
              </a:ext>
            </a:extLst>
          </p:cNvPr>
          <p:cNvGrpSpPr/>
          <p:nvPr/>
        </p:nvGrpSpPr>
        <p:grpSpPr>
          <a:xfrm>
            <a:off x="3014375" y="2893343"/>
            <a:ext cx="2298622" cy="1596889"/>
            <a:chOff x="6638831" y="2703268"/>
            <a:chExt cx="1621570" cy="2046202"/>
          </a:xfrm>
        </p:grpSpPr>
        <p:sp>
          <p:nvSpPr>
            <p:cNvPr id="24" name="Google Shape;362;p21">
              <a:extLst>
                <a:ext uri="{FF2B5EF4-FFF2-40B4-BE49-F238E27FC236}">
                  <a16:creationId xmlns:a16="http://schemas.microsoft.com/office/drawing/2014/main" id="{CBA4BC1A-4FA6-22B4-8032-AF517F826E8E}"/>
                </a:ext>
              </a:extLst>
            </p:cNvPr>
            <p:cNvSpPr/>
            <p:nvPr/>
          </p:nvSpPr>
          <p:spPr>
            <a:xfrm>
              <a:off x="7386449" y="2703268"/>
              <a:ext cx="11824" cy="11784"/>
            </a:xfrm>
            <a:custGeom>
              <a:avLst/>
              <a:gdLst/>
              <a:ahLst/>
              <a:cxnLst/>
              <a:rect l="l" t="t" r="r" b="b"/>
              <a:pathLst>
                <a:path w="597" h="595" extrusionOk="0">
                  <a:moveTo>
                    <a:pt x="322" y="0"/>
                  </a:moveTo>
                  <a:cubicBezTo>
                    <a:pt x="239" y="0"/>
                    <a:pt x="196" y="74"/>
                    <a:pt x="144" y="147"/>
                  </a:cubicBezTo>
                  <a:cubicBezTo>
                    <a:pt x="1" y="350"/>
                    <a:pt x="239" y="409"/>
                    <a:pt x="275" y="552"/>
                  </a:cubicBezTo>
                  <a:cubicBezTo>
                    <a:pt x="275" y="584"/>
                    <a:pt x="306" y="595"/>
                    <a:pt x="345" y="595"/>
                  </a:cubicBezTo>
                  <a:cubicBezTo>
                    <a:pt x="365" y="595"/>
                    <a:pt x="386" y="592"/>
                    <a:pt x="406" y="588"/>
                  </a:cubicBezTo>
                  <a:cubicBezTo>
                    <a:pt x="465" y="588"/>
                    <a:pt x="477" y="540"/>
                    <a:pt x="489" y="493"/>
                  </a:cubicBezTo>
                  <a:cubicBezTo>
                    <a:pt x="501" y="397"/>
                    <a:pt x="489" y="314"/>
                    <a:pt x="525" y="219"/>
                  </a:cubicBezTo>
                  <a:cubicBezTo>
                    <a:pt x="596" y="40"/>
                    <a:pt x="560" y="5"/>
                    <a:pt x="358" y="5"/>
                  </a:cubicBezTo>
                  <a:cubicBezTo>
                    <a:pt x="345" y="2"/>
                    <a:pt x="334" y="0"/>
                    <a:pt x="322" y="0"/>
                  </a:cubicBezTo>
                  <a:close/>
                </a:path>
              </a:pathLst>
            </a:custGeom>
            <a:solidFill>
              <a:srgbClr val="69E7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 name="Google Shape;364;p21">
              <a:extLst>
                <a:ext uri="{FF2B5EF4-FFF2-40B4-BE49-F238E27FC236}">
                  <a16:creationId xmlns:a16="http://schemas.microsoft.com/office/drawing/2014/main" id="{3D0B6BDB-FF64-39A6-DC7C-4D9975954E45}"/>
                </a:ext>
              </a:extLst>
            </p:cNvPr>
            <p:cNvSpPr/>
            <p:nvPr/>
          </p:nvSpPr>
          <p:spPr>
            <a:xfrm>
              <a:off x="6638831" y="3167552"/>
              <a:ext cx="1621570" cy="1581918"/>
            </a:xfrm>
            <a:custGeom>
              <a:avLst/>
              <a:gdLst/>
              <a:ahLst/>
              <a:cxnLst/>
              <a:rect l="l" t="t" r="r" b="b"/>
              <a:pathLst>
                <a:path w="57723" h="56467" extrusionOk="0">
                  <a:moveTo>
                    <a:pt x="31631" y="993"/>
                  </a:moveTo>
                  <a:cubicBezTo>
                    <a:pt x="32098" y="993"/>
                    <a:pt x="32560" y="1044"/>
                    <a:pt x="33017" y="1175"/>
                  </a:cubicBezTo>
                  <a:cubicBezTo>
                    <a:pt x="33037" y="1181"/>
                    <a:pt x="33057" y="1183"/>
                    <a:pt x="33076" y="1183"/>
                  </a:cubicBezTo>
                  <a:cubicBezTo>
                    <a:pt x="33167" y="1183"/>
                    <a:pt x="33234" y="1127"/>
                    <a:pt x="33299" y="1127"/>
                  </a:cubicBezTo>
                  <a:cubicBezTo>
                    <a:pt x="33304" y="1127"/>
                    <a:pt x="33309" y="1127"/>
                    <a:pt x="33314" y="1128"/>
                  </a:cubicBezTo>
                  <a:cubicBezTo>
                    <a:pt x="33850" y="1163"/>
                    <a:pt x="34398" y="1151"/>
                    <a:pt x="34934" y="1247"/>
                  </a:cubicBezTo>
                  <a:cubicBezTo>
                    <a:pt x="35029" y="1265"/>
                    <a:pt x="35139" y="1273"/>
                    <a:pt x="35246" y="1273"/>
                  </a:cubicBezTo>
                  <a:cubicBezTo>
                    <a:pt x="35353" y="1273"/>
                    <a:pt x="35457" y="1265"/>
                    <a:pt x="35541" y="1247"/>
                  </a:cubicBezTo>
                  <a:cubicBezTo>
                    <a:pt x="35662" y="1220"/>
                    <a:pt x="35783" y="1210"/>
                    <a:pt x="35901" y="1210"/>
                  </a:cubicBezTo>
                  <a:cubicBezTo>
                    <a:pt x="36155" y="1210"/>
                    <a:pt x="36401" y="1254"/>
                    <a:pt x="36636" y="1270"/>
                  </a:cubicBezTo>
                  <a:cubicBezTo>
                    <a:pt x="37231" y="1330"/>
                    <a:pt x="49745" y="1247"/>
                    <a:pt x="50340" y="1413"/>
                  </a:cubicBezTo>
                  <a:cubicBezTo>
                    <a:pt x="50506" y="1462"/>
                    <a:pt x="50720" y="1503"/>
                    <a:pt x="50923" y="1503"/>
                  </a:cubicBezTo>
                  <a:cubicBezTo>
                    <a:pt x="50968" y="1503"/>
                    <a:pt x="51012" y="1501"/>
                    <a:pt x="51055" y="1497"/>
                  </a:cubicBezTo>
                  <a:cubicBezTo>
                    <a:pt x="51171" y="1479"/>
                    <a:pt x="51287" y="1471"/>
                    <a:pt x="51403" y="1471"/>
                  </a:cubicBezTo>
                  <a:cubicBezTo>
                    <a:pt x="51831" y="1471"/>
                    <a:pt x="52255" y="1574"/>
                    <a:pt x="52686" y="1640"/>
                  </a:cubicBezTo>
                  <a:cubicBezTo>
                    <a:pt x="53150" y="1711"/>
                    <a:pt x="53626" y="1735"/>
                    <a:pt x="54079" y="1973"/>
                  </a:cubicBezTo>
                  <a:cubicBezTo>
                    <a:pt x="54829" y="2366"/>
                    <a:pt x="55281" y="2997"/>
                    <a:pt x="55567" y="3759"/>
                  </a:cubicBezTo>
                  <a:cubicBezTo>
                    <a:pt x="55710" y="4140"/>
                    <a:pt x="55758" y="4557"/>
                    <a:pt x="55853" y="4961"/>
                  </a:cubicBezTo>
                  <a:cubicBezTo>
                    <a:pt x="55960" y="5438"/>
                    <a:pt x="55948" y="5938"/>
                    <a:pt x="56008" y="6438"/>
                  </a:cubicBezTo>
                  <a:cubicBezTo>
                    <a:pt x="56091" y="7033"/>
                    <a:pt x="56055" y="7628"/>
                    <a:pt x="56127" y="8224"/>
                  </a:cubicBezTo>
                  <a:cubicBezTo>
                    <a:pt x="56174" y="8664"/>
                    <a:pt x="56127" y="9117"/>
                    <a:pt x="56174" y="9569"/>
                  </a:cubicBezTo>
                  <a:cubicBezTo>
                    <a:pt x="56186" y="9688"/>
                    <a:pt x="56043" y="9795"/>
                    <a:pt x="55912" y="9795"/>
                  </a:cubicBezTo>
                  <a:cubicBezTo>
                    <a:pt x="55781" y="9795"/>
                    <a:pt x="55648" y="9788"/>
                    <a:pt x="55518" y="9788"/>
                  </a:cubicBezTo>
                  <a:cubicBezTo>
                    <a:pt x="55245" y="9788"/>
                    <a:pt x="54979" y="9820"/>
                    <a:pt x="54746" y="10022"/>
                  </a:cubicBezTo>
                  <a:cubicBezTo>
                    <a:pt x="54738" y="10029"/>
                    <a:pt x="54720" y="10032"/>
                    <a:pt x="54701" y="10032"/>
                  </a:cubicBezTo>
                  <a:cubicBezTo>
                    <a:pt x="54662" y="10032"/>
                    <a:pt x="54615" y="10022"/>
                    <a:pt x="54615" y="10022"/>
                  </a:cubicBezTo>
                  <a:cubicBezTo>
                    <a:pt x="54615" y="9830"/>
                    <a:pt x="54558" y="9776"/>
                    <a:pt x="54483" y="9776"/>
                  </a:cubicBezTo>
                  <a:cubicBezTo>
                    <a:pt x="54385" y="9776"/>
                    <a:pt x="54255" y="9867"/>
                    <a:pt x="54174" y="9867"/>
                  </a:cubicBezTo>
                  <a:cubicBezTo>
                    <a:pt x="54095" y="9865"/>
                    <a:pt x="54016" y="9865"/>
                    <a:pt x="53937" y="9865"/>
                  </a:cubicBezTo>
                  <a:cubicBezTo>
                    <a:pt x="53528" y="9865"/>
                    <a:pt x="53115" y="9880"/>
                    <a:pt x="52704" y="9880"/>
                  </a:cubicBezTo>
                  <a:cubicBezTo>
                    <a:pt x="52511" y="9880"/>
                    <a:pt x="52318" y="9877"/>
                    <a:pt x="52126" y="9867"/>
                  </a:cubicBezTo>
                  <a:cubicBezTo>
                    <a:pt x="52032" y="9860"/>
                    <a:pt x="51939" y="9858"/>
                    <a:pt x="51845" y="9858"/>
                  </a:cubicBezTo>
                  <a:cubicBezTo>
                    <a:pt x="51451" y="9858"/>
                    <a:pt x="51057" y="9904"/>
                    <a:pt x="50670" y="9904"/>
                  </a:cubicBezTo>
                  <a:cubicBezTo>
                    <a:pt x="50636" y="9904"/>
                    <a:pt x="50601" y="9903"/>
                    <a:pt x="50566" y="9902"/>
                  </a:cubicBezTo>
                  <a:cubicBezTo>
                    <a:pt x="50374" y="9897"/>
                    <a:pt x="50167" y="9883"/>
                    <a:pt x="49964" y="9883"/>
                  </a:cubicBezTo>
                  <a:cubicBezTo>
                    <a:pt x="49741" y="9883"/>
                    <a:pt x="49521" y="9900"/>
                    <a:pt x="49328" y="9962"/>
                  </a:cubicBezTo>
                  <a:cubicBezTo>
                    <a:pt x="49197" y="10007"/>
                    <a:pt x="47896" y="10021"/>
                    <a:pt x="46162" y="10021"/>
                  </a:cubicBezTo>
                  <a:cubicBezTo>
                    <a:pt x="43112" y="10021"/>
                    <a:pt x="38722" y="9977"/>
                    <a:pt x="37001" y="9977"/>
                  </a:cubicBezTo>
                  <a:cubicBezTo>
                    <a:pt x="36589" y="9977"/>
                    <a:pt x="36329" y="9979"/>
                    <a:pt x="36279" y="9986"/>
                  </a:cubicBezTo>
                  <a:cubicBezTo>
                    <a:pt x="35791" y="10033"/>
                    <a:pt x="35303" y="10057"/>
                    <a:pt x="34814" y="10093"/>
                  </a:cubicBezTo>
                  <a:cubicBezTo>
                    <a:pt x="34683" y="10106"/>
                    <a:pt x="34551" y="10110"/>
                    <a:pt x="34420" y="10110"/>
                  </a:cubicBezTo>
                  <a:cubicBezTo>
                    <a:pt x="34207" y="10110"/>
                    <a:pt x="33995" y="10100"/>
                    <a:pt x="33785" y="10100"/>
                  </a:cubicBezTo>
                  <a:cubicBezTo>
                    <a:pt x="33655" y="10100"/>
                    <a:pt x="33526" y="10104"/>
                    <a:pt x="33398" y="10117"/>
                  </a:cubicBezTo>
                  <a:cubicBezTo>
                    <a:pt x="33255" y="10128"/>
                    <a:pt x="33113" y="10133"/>
                    <a:pt x="32971" y="10133"/>
                  </a:cubicBezTo>
                  <a:cubicBezTo>
                    <a:pt x="32552" y="10133"/>
                    <a:pt x="32133" y="10095"/>
                    <a:pt x="31717" y="10095"/>
                  </a:cubicBezTo>
                  <a:cubicBezTo>
                    <a:pt x="31554" y="10095"/>
                    <a:pt x="31392" y="10101"/>
                    <a:pt x="31231" y="10117"/>
                  </a:cubicBezTo>
                  <a:cubicBezTo>
                    <a:pt x="31185" y="10122"/>
                    <a:pt x="31139" y="10124"/>
                    <a:pt x="31093" y="10124"/>
                  </a:cubicBezTo>
                  <a:cubicBezTo>
                    <a:pt x="30949" y="10124"/>
                    <a:pt x="30808" y="10103"/>
                    <a:pt x="30670" y="10103"/>
                  </a:cubicBezTo>
                  <a:cubicBezTo>
                    <a:pt x="30569" y="10103"/>
                    <a:pt x="30471" y="10114"/>
                    <a:pt x="30373" y="10152"/>
                  </a:cubicBezTo>
                  <a:cubicBezTo>
                    <a:pt x="30245" y="10201"/>
                    <a:pt x="30118" y="10217"/>
                    <a:pt x="29990" y="10217"/>
                  </a:cubicBezTo>
                  <a:cubicBezTo>
                    <a:pt x="29731" y="10217"/>
                    <a:pt x="29472" y="10150"/>
                    <a:pt x="29208" y="10150"/>
                  </a:cubicBezTo>
                  <a:cubicBezTo>
                    <a:pt x="29121" y="10150"/>
                    <a:pt x="29033" y="10157"/>
                    <a:pt x="28945" y="10176"/>
                  </a:cubicBezTo>
                  <a:cubicBezTo>
                    <a:pt x="28848" y="10198"/>
                    <a:pt x="28741" y="10205"/>
                    <a:pt x="28628" y="10205"/>
                  </a:cubicBezTo>
                  <a:cubicBezTo>
                    <a:pt x="28364" y="10205"/>
                    <a:pt x="28068" y="10164"/>
                    <a:pt x="27802" y="10164"/>
                  </a:cubicBezTo>
                  <a:cubicBezTo>
                    <a:pt x="27516" y="10164"/>
                    <a:pt x="27224" y="10129"/>
                    <a:pt x="26948" y="10129"/>
                  </a:cubicBezTo>
                  <a:cubicBezTo>
                    <a:pt x="26832" y="10129"/>
                    <a:pt x="26720" y="10135"/>
                    <a:pt x="26611" y="10152"/>
                  </a:cubicBezTo>
                  <a:cubicBezTo>
                    <a:pt x="26369" y="10185"/>
                    <a:pt x="26134" y="10204"/>
                    <a:pt x="25900" y="10204"/>
                  </a:cubicBezTo>
                  <a:cubicBezTo>
                    <a:pt x="25709" y="10204"/>
                    <a:pt x="25518" y="10191"/>
                    <a:pt x="25325" y="10164"/>
                  </a:cubicBezTo>
                  <a:cubicBezTo>
                    <a:pt x="25313" y="10163"/>
                    <a:pt x="25302" y="10163"/>
                    <a:pt x="25290" y="10163"/>
                  </a:cubicBezTo>
                  <a:cubicBezTo>
                    <a:pt x="25113" y="10163"/>
                    <a:pt x="25007" y="10306"/>
                    <a:pt x="24812" y="10306"/>
                  </a:cubicBezTo>
                  <a:cubicBezTo>
                    <a:pt x="24783" y="10306"/>
                    <a:pt x="24752" y="10303"/>
                    <a:pt x="24718" y="10295"/>
                  </a:cubicBezTo>
                  <a:cubicBezTo>
                    <a:pt x="24574" y="10258"/>
                    <a:pt x="24423" y="10245"/>
                    <a:pt x="24270" y="10245"/>
                  </a:cubicBezTo>
                  <a:cubicBezTo>
                    <a:pt x="24030" y="10245"/>
                    <a:pt x="23784" y="10278"/>
                    <a:pt x="23551" y="10307"/>
                  </a:cubicBezTo>
                  <a:cubicBezTo>
                    <a:pt x="23536" y="10309"/>
                    <a:pt x="23521" y="10309"/>
                    <a:pt x="23505" y="10309"/>
                  </a:cubicBezTo>
                  <a:cubicBezTo>
                    <a:pt x="23399" y="10309"/>
                    <a:pt x="23281" y="10279"/>
                    <a:pt x="23174" y="10279"/>
                  </a:cubicBezTo>
                  <a:cubicBezTo>
                    <a:pt x="23046" y="10279"/>
                    <a:pt x="22933" y="10322"/>
                    <a:pt x="22872" y="10510"/>
                  </a:cubicBezTo>
                  <a:cubicBezTo>
                    <a:pt x="22864" y="10527"/>
                    <a:pt x="22842" y="10538"/>
                    <a:pt x="22827" y="10538"/>
                  </a:cubicBezTo>
                  <a:cubicBezTo>
                    <a:pt x="22821" y="10538"/>
                    <a:pt x="22816" y="10537"/>
                    <a:pt x="22813" y="10533"/>
                  </a:cubicBezTo>
                  <a:cubicBezTo>
                    <a:pt x="22627" y="10492"/>
                    <a:pt x="20918" y="10479"/>
                    <a:pt x="18876" y="10479"/>
                  </a:cubicBezTo>
                  <a:cubicBezTo>
                    <a:pt x="15698" y="10479"/>
                    <a:pt x="11714" y="10510"/>
                    <a:pt x="11395" y="10510"/>
                  </a:cubicBezTo>
                  <a:cubicBezTo>
                    <a:pt x="11157" y="10510"/>
                    <a:pt x="10978" y="10522"/>
                    <a:pt x="10800" y="10653"/>
                  </a:cubicBezTo>
                  <a:cubicBezTo>
                    <a:pt x="10783" y="10661"/>
                    <a:pt x="10766" y="10669"/>
                    <a:pt x="10749" y="10669"/>
                  </a:cubicBezTo>
                  <a:cubicBezTo>
                    <a:pt x="10742" y="10669"/>
                    <a:pt x="10735" y="10668"/>
                    <a:pt x="10728" y="10664"/>
                  </a:cubicBezTo>
                  <a:cubicBezTo>
                    <a:pt x="10427" y="10587"/>
                    <a:pt x="9960" y="10555"/>
                    <a:pt x="9542" y="10555"/>
                  </a:cubicBezTo>
                  <a:cubicBezTo>
                    <a:pt x="9316" y="10555"/>
                    <a:pt x="9105" y="10564"/>
                    <a:pt x="8942" y="10581"/>
                  </a:cubicBezTo>
                  <a:cubicBezTo>
                    <a:pt x="8466" y="10641"/>
                    <a:pt x="7966" y="10569"/>
                    <a:pt x="7525" y="10688"/>
                  </a:cubicBezTo>
                  <a:cubicBezTo>
                    <a:pt x="7306" y="10747"/>
                    <a:pt x="7086" y="10771"/>
                    <a:pt x="6880" y="10771"/>
                  </a:cubicBezTo>
                  <a:cubicBezTo>
                    <a:pt x="6795" y="10771"/>
                    <a:pt x="6712" y="10767"/>
                    <a:pt x="6632" y="10760"/>
                  </a:cubicBezTo>
                  <a:cubicBezTo>
                    <a:pt x="6517" y="10751"/>
                    <a:pt x="6401" y="10748"/>
                    <a:pt x="6285" y="10748"/>
                  </a:cubicBezTo>
                  <a:cubicBezTo>
                    <a:pt x="5897" y="10748"/>
                    <a:pt x="5505" y="10784"/>
                    <a:pt x="5120" y="10784"/>
                  </a:cubicBezTo>
                  <a:cubicBezTo>
                    <a:pt x="5103" y="10784"/>
                    <a:pt x="5086" y="10784"/>
                    <a:pt x="5070" y="10784"/>
                  </a:cubicBezTo>
                  <a:cubicBezTo>
                    <a:pt x="4707" y="10784"/>
                    <a:pt x="4338" y="10687"/>
                    <a:pt x="3986" y="10687"/>
                  </a:cubicBezTo>
                  <a:cubicBezTo>
                    <a:pt x="3915" y="10687"/>
                    <a:pt x="3844" y="10691"/>
                    <a:pt x="3775" y="10700"/>
                  </a:cubicBezTo>
                  <a:cubicBezTo>
                    <a:pt x="3593" y="10722"/>
                    <a:pt x="3414" y="10726"/>
                    <a:pt x="3235" y="10726"/>
                  </a:cubicBezTo>
                  <a:cubicBezTo>
                    <a:pt x="3132" y="10726"/>
                    <a:pt x="3030" y="10725"/>
                    <a:pt x="2928" y="10725"/>
                  </a:cubicBezTo>
                  <a:cubicBezTo>
                    <a:pt x="2730" y="10725"/>
                    <a:pt x="2532" y="10730"/>
                    <a:pt x="2334" y="10760"/>
                  </a:cubicBezTo>
                  <a:cubicBezTo>
                    <a:pt x="2310" y="10760"/>
                    <a:pt x="2275" y="10760"/>
                    <a:pt x="2251" y="10772"/>
                  </a:cubicBezTo>
                  <a:cubicBezTo>
                    <a:pt x="2200" y="10834"/>
                    <a:pt x="2141" y="10848"/>
                    <a:pt x="2079" y="10848"/>
                  </a:cubicBezTo>
                  <a:cubicBezTo>
                    <a:pt x="2029" y="10848"/>
                    <a:pt x="1977" y="10838"/>
                    <a:pt x="1926" y="10838"/>
                  </a:cubicBezTo>
                  <a:cubicBezTo>
                    <a:pt x="1907" y="10838"/>
                    <a:pt x="1888" y="10840"/>
                    <a:pt x="1870" y="10843"/>
                  </a:cubicBezTo>
                  <a:cubicBezTo>
                    <a:pt x="1789" y="10858"/>
                    <a:pt x="1717" y="10864"/>
                    <a:pt x="1655" y="10864"/>
                  </a:cubicBezTo>
                  <a:cubicBezTo>
                    <a:pt x="1356" y="10864"/>
                    <a:pt x="1257" y="10708"/>
                    <a:pt x="1346" y="10462"/>
                  </a:cubicBezTo>
                  <a:cubicBezTo>
                    <a:pt x="1394" y="9319"/>
                    <a:pt x="1417" y="8331"/>
                    <a:pt x="1536" y="7355"/>
                  </a:cubicBezTo>
                  <a:cubicBezTo>
                    <a:pt x="1584" y="6926"/>
                    <a:pt x="1584" y="6485"/>
                    <a:pt x="1656" y="6057"/>
                  </a:cubicBezTo>
                  <a:cubicBezTo>
                    <a:pt x="1798" y="5176"/>
                    <a:pt x="1870" y="4259"/>
                    <a:pt x="2334" y="3509"/>
                  </a:cubicBezTo>
                  <a:cubicBezTo>
                    <a:pt x="2560" y="3140"/>
                    <a:pt x="2834" y="2723"/>
                    <a:pt x="3311" y="2449"/>
                  </a:cubicBezTo>
                  <a:cubicBezTo>
                    <a:pt x="3692" y="2235"/>
                    <a:pt x="4239" y="2294"/>
                    <a:pt x="4477" y="1830"/>
                  </a:cubicBezTo>
                  <a:cubicBezTo>
                    <a:pt x="4477" y="1818"/>
                    <a:pt x="4501" y="1806"/>
                    <a:pt x="4501" y="1806"/>
                  </a:cubicBezTo>
                  <a:cubicBezTo>
                    <a:pt x="4572" y="1871"/>
                    <a:pt x="4635" y="1896"/>
                    <a:pt x="4694" y="1896"/>
                  </a:cubicBezTo>
                  <a:cubicBezTo>
                    <a:pt x="4870" y="1896"/>
                    <a:pt x="5004" y="1672"/>
                    <a:pt x="5192" y="1663"/>
                  </a:cubicBezTo>
                  <a:cubicBezTo>
                    <a:pt x="5416" y="1653"/>
                    <a:pt x="5711" y="1520"/>
                    <a:pt x="5888" y="1520"/>
                  </a:cubicBezTo>
                  <a:cubicBezTo>
                    <a:pt x="5917" y="1520"/>
                    <a:pt x="5944" y="1524"/>
                    <a:pt x="5966" y="1532"/>
                  </a:cubicBezTo>
                  <a:cubicBezTo>
                    <a:pt x="6068" y="1569"/>
                    <a:pt x="6167" y="1583"/>
                    <a:pt x="6264" y="1583"/>
                  </a:cubicBezTo>
                  <a:cubicBezTo>
                    <a:pt x="6617" y="1583"/>
                    <a:pt x="6946" y="1395"/>
                    <a:pt x="7305" y="1395"/>
                  </a:cubicBezTo>
                  <a:cubicBezTo>
                    <a:pt x="7365" y="1395"/>
                    <a:pt x="7427" y="1401"/>
                    <a:pt x="7490" y="1413"/>
                  </a:cubicBezTo>
                  <a:cubicBezTo>
                    <a:pt x="7523" y="1419"/>
                    <a:pt x="7558" y="1421"/>
                    <a:pt x="7595" y="1421"/>
                  </a:cubicBezTo>
                  <a:cubicBezTo>
                    <a:pt x="7876" y="1421"/>
                    <a:pt x="8259" y="1277"/>
                    <a:pt x="8585" y="1235"/>
                  </a:cubicBezTo>
                  <a:cubicBezTo>
                    <a:pt x="8775" y="1207"/>
                    <a:pt x="8981" y="1162"/>
                    <a:pt x="9190" y="1162"/>
                  </a:cubicBezTo>
                  <a:cubicBezTo>
                    <a:pt x="9334" y="1162"/>
                    <a:pt x="9480" y="1183"/>
                    <a:pt x="9621" y="1247"/>
                  </a:cubicBezTo>
                  <a:cubicBezTo>
                    <a:pt x="9651" y="1262"/>
                    <a:pt x="9680" y="1268"/>
                    <a:pt x="9707" y="1268"/>
                  </a:cubicBezTo>
                  <a:cubicBezTo>
                    <a:pt x="9810" y="1268"/>
                    <a:pt x="9896" y="1185"/>
                    <a:pt x="9990" y="1175"/>
                  </a:cubicBezTo>
                  <a:cubicBezTo>
                    <a:pt x="10037" y="1171"/>
                    <a:pt x="10085" y="1170"/>
                    <a:pt x="10132" y="1170"/>
                  </a:cubicBezTo>
                  <a:cubicBezTo>
                    <a:pt x="10340" y="1170"/>
                    <a:pt x="10550" y="1199"/>
                    <a:pt x="10760" y="1199"/>
                  </a:cubicBezTo>
                  <a:cubicBezTo>
                    <a:pt x="10961" y="1199"/>
                    <a:pt x="11161" y="1172"/>
                    <a:pt x="11359" y="1068"/>
                  </a:cubicBezTo>
                  <a:cubicBezTo>
                    <a:pt x="11415" y="1037"/>
                    <a:pt x="12375" y="1025"/>
                    <a:pt x="13707" y="1025"/>
                  </a:cubicBezTo>
                  <a:cubicBezTo>
                    <a:pt x="16914" y="1025"/>
                    <a:pt x="22282" y="1094"/>
                    <a:pt x="22408" y="1128"/>
                  </a:cubicBezTo>
                  <a:cubicBezTo>
                    <a:pt x="22474" y="1146"/>
                    <a:pt x="22538" y="1153"/>
                    <a:pt x="22600" y="1153"/>
                  </a:cubicBezTo>
                  <a:cubicBezTo>
                    <a:pt x="22816" y="1153"/>
                    <a:pt x="23009" y="1063"/>
                    <a:pt x="23194" y="1044"/>
                  </a:cubicBezTo>
                  <a:cubicBezTo>
                    <a:pt x="23600" y="1013"/>
                    <a:pt x="24003" y="997"/>
                    <a:pt x="24404" y="997"/>
                  </a:cubicBezTo>
                  <a:cubicBezTo>
                    <a:pt x="24909" y="997"/>
                    <a:pt x="25411" y="1022"/>
                    <a:pt x="25909" y="1068"/>
                  </a:cubicBezTo>
                  <a:cubicBezTo>
                    <a:pt x="25960" y="1072"/>
                    <a:pt x="26010" y="1074"/>
                    <a:pt x="26060" y="1074"/>
                  </a:cubicBezTo>
                  <a:cubicBezTo>
                    <a:pt x="26352" y="1074"/>
                    <a:pt x="26625" y="1010"/>
                    <a:pt x="26903" y="1010"/>
                  </a:cubicBezTo>
                  <a:cubicBezTo>
                    <a:pt x="26964" y="1010"/>
                    <a:pt x="27026" y="1013"/>
                    <a:pt x="27087" y="1020"/>
                  </a:cubicBezTo>
                  <a:cubicBezTo>
                    <a:pt x="27448" y="1060"/>
                    <a:pt x="27812" y="1077"/>
                    <a:pt x="28172" y="1077"/>
                  </a:cubicBezTo>
                  <a:cubicBezTo>
                    <a:pt x="28465" y="1077"/>
                    <a:pt x="28756" y="1066"/>
                    <a:pt x="29040" y="1044"/>
                  </a:cubicBezTo>
                  <a:cubicBezTo>
                    <a:pt x="29173" y="1034"/>
                    <a:pt x="29305" y="1030"/>
                    <a:pt x="29437" y="1030"/>
                  </a:cubicBezTo>
                  <a:cubicBezTo>
                    <a:pt x="29763" y="1030"/>
                    <a:pt x="30087" y="1053"/>
                    <a:pt x="30409" y="1053"/>
                  </a:cubicBezTo>
                  <a:cubicBezTo>
                    <a:pt x="30564" y="1053"/>
                    <a:pt x="30719" y="1047"/>
                    <a:pt x="30873" y="1032"/>
                  </a:cubicBezTo>
                  <a:cubicBezTo>
                    <a:pt x="31128" y="1007"/>
                    <a:pt x="31380" y="993"/>
                    <a:pt x="31631" y="993"/>
                  </a:cubicBezTo>
                  <a:close/>
                  <a:moveTo>
                    <a:pt x="55811" y="10810"/>
                  </a:moveTo>
                  <a:cubicBezTo>
                    <a:pt x="55898" y="10810"/>
                    <a:pt x="55984" y="10814"/>
                    <a:pt x="56067" y="10819"/>
                  </a:cubicBezTo>
                  <a:cubicBezTo>
                    <a:pt x="56198" y="10819"/>
                    <a:pt x="56293" y="10867"/>
                    <a:pt x="56281" y="11057"/>
                  </a:cubicBezTo>
                  <a:cubicBezTo>
                    <a:pt x="56258" y="11438"/>
                    <a:pt x="56174" y="11867"/>
                    <a:pt x="56305" y="12212"/>
                  </a:cubicBezTo>
                  <a:cubicBezTo>
                    <a:pt x="56424" y="12546"/>
                    <a:pt x="56341" y="12843"/>
                    <a:pt x="56341" y="13153"/>
                  </a:cubicBezTo>
                  <a:cubicBezTo>
                    <a:pt x="56353" y="13962"/>
                    <a:pt x="56543" y="14760"/>
                    <a:pt x="56496" y="15570"/>
                  </a:cubicBezTo>
                  <a:cubicBezTo>
                    <a:pt x="56472" y="16022"/>
                    <a:pt x="56412" y="16510"/>
                    <a:pt x="56436" y="16939"/>
                  </a:cubicBezTo>
                  <a:cubicBezTo>
                    <a:pt x="56484" y="17832"/>
                    <a:pt x="56460" y="18713"/>
                    <a:pt x="56436" y="19594"/>
                  </a:cubicBezTo>
                  <a:cubicBezTo>
                    <a:pt x="56424" y="20416"/>
                    <a:pt x="56472" y="21225"/>
                    <a:pt x="56436" y="22059"/>
                  </a:cubicBezTo>
                  <a:cubicBezTo>
                    <a:pt x="56400" y="22773"/>
                    <a:pt x="56353" y="23499"/>
                    <a:pt x="56389" y="24214"/>
                  </a:cubicBezTo>
                  <a:cubicBezTo>
                    <a:pt x="56400" y="24726"/>
                    <a:pt x="56484" y="25261"/>
                    <a:pt x="56400" y="25762"/>
                  </a:cubicBezTo>
                  <a:cubicBezTo>
                    <a:pt x="56305" y="26238"/>
                    <a:pt x="56353" y="26726"/>
                    <a:pt x="56281" y="27202"/>
                  </a:cubicBezTo>
                  <a:cubicBezTo>
                    <a:pt x="56234" y="27452"/>
                    <a:pt x="56329" y="27786"/>
                    <a:pt x="56293" y="28048"/>
                  </a:cubicBezTo>
                  <a:cubicBezTo>
                    <a:pt x="56210" y="28810"/>
                    <a:pt x="56198" y="29572"/>
                    <a:pt x="56174" y="30334"/>
                  </a:cubicBezTo>
                  <a:cubicBezTo>
                    <a:pt x="56150" y="30786"/>
                    <a:pt x="56210" y="31286"/>
                    <a:pt x="56222" y="31762"/>
                  </a:cubicBezTo>
                  <a:cubicBezTo>
                    <a:pt x="56234" y="32131"/>
                    <a:pt x="56246" y="32512"/>
                    <a:pt x="56198" y="32893"/>
                  </a:cubicBezTo>
                  <a:cubicBezTo>
                    <a:pt x="56174" y="33048"/>
                    <a:pt x="56365" y="33286"/>
                    <a:pt x="56305" y="33513"/>
                  </a:cubicBezTo>
                  <a:cubicBezTo>
                    <a:pt x="56186" y="33989"/>
                    <a:pt x="56341" y="34465"/>
                    <a:pt x="56305" y="34953"/>
                  </a:cubicBezTo>
                  <a:cubicBezTo>
                    <a:pt x="56270" y="35275"/>
                    <a:pt x="56508" y="35644"/>
                    <a:pt x="56448" y="35989"/>
                  </a:cubicBezTo>
                  <a:cubicBezTo>
                    <a:pt x="56365" y="36501"/>
                    <a:pt x="56508" y="37013"/>
                    <a:pt x="56472" y="37525"/>
                  </a:cubicBezTo>
                  <a:cubicBezTo>
                    <a:pt x="56448" y="37858"/>
                    <a:pt x="56436" y="38204"/>
                    <a:pt x="56496" y="38549"/>
                  </a:cubicBezTo>
                  <a:cubicBezTo>
                    <a:pt x="56543" y="38930"/>
                    <a:pt x="56579" y="39287"/>
                    <a:pt x="56520" y="39680"/>
                  </a:cubicBezTo>
                  <a:cubicBezTo>
                    <a:pt x="56460" y="40049"/>
                    <a:pt x="56567" y="40442"/>
                    <a:pt x="56639" y="40823"/>
                  </a:cubicBezTo>
                  <a:cubicBezTo>
                    <a:pt x="56686" y="41037"/>
                    <a:pt x="56746" y="41204"/>
                    <a:pt x="56615" y="41418"/>
                  </a:cubicBezTo>
                  <a:cubicBezTo>
                    <a:pt x="56520" y="41573"/>
                    <a:pt x="56603" y="41799"/>
                    <a:pt x="56686" y="41918"/>
                  </a:cubicBezTo>
                  <a:cubicBezTo>
                    <a:pt x="56853" y="42192"/>
                    <a:pt x="56853" y="42430"/>
                    <a:pt x="56770" y="42728"/>
                  </a:cubicBezTo>
                  <a:cubicBezTo>
                    <a:pt x="56710" y="42918"/>
                    <a:pt x="56781" y="43157"/>
                    <a:pt x="56817" y="43371"/>
                  </a:cubicBezTo>
                  <a:cubicBezTo>
                    <a:pt x="56960" y="44121"/>
                    <a:pt x="56924" y="44871"/>
                    <a:pt x="56841" y="45609"/>
                  </a:cubicBezTo>
                  <a:cubicBezTo>
                    <a:pt x="56805" y="45895"/>
                    <a:pt x="56865" y="46169"/>
                    <a:pt x="56841" y="46455"/>
                  </a:cubicBezTo>
                  <a:cubicBezTo>
                    <a:pt x="56746" y="47217"/>
                    <a:pt x="56722" y="47990"/>
                    <a:pt x="56615" y="48741"/>
                  </a:cubicBezTo>
                  <a:cubicBezTo>
                    <a:pt x="56543" y="49205"/>
                    <a:pt x="56531" y="49669"/>
                    <a:pt x="56484" y="50122"/>
                  </a:cubicBezTo>
                  <a:cubicBezTo>
                    <a:pt x="56472" y="50300"/>
                    <a:pt x="56353" y="50431"/>
                    <a:pt x="56270" y="50574"/>
                  </a:cubicBezTo>
                  <a:cubicBezTo>
                    <a:pt x="56091" y="50896"/>
                    <a:pt x="56091" y="51300"/>
                    <a:pt x="55793" y="51574"/>
                  </a:cubicBezTo>
                  <a:cubicBezTo>
                    <a:pt x="55734" y="51622"/>
                    <a:pt x="55793" y="51681"/>
                    <a:pt x="55853" y="51729"/>
                  </a:cubicBezTo>
                  <a:cubicBezTo>
                    <a:pt x="55912" y="51753"/>
                    <a:pt x="55900" y="51824"/>
                    <a:pt x="55853" y="51848"/>
                  </a:cubicBezTo>
                  <a:cubicBezTo>
                    <a:pt x="55317" y="52134"/>
                    <a:pt x="55210" y="52812"/>
                    <a:pt x="54793" y="53122"/>
                  </a:cubicBezTo>
                  <a:cubicBezTo>
                    <a:pt x="54281" y="53515"/>
                    <a:pt x="53745" y="53932"/>
                    <a:pt x="53091" y="54075"/>
                  </a:cubicBezTo>
                  <a:cubicBezTo>
                    <a:pt x="52483" y="54217"/>
                    <a:pt x="51900" y="54420"/>
                    <a:pt x="51293" y="54515"/>
                  </a:cubicBezTo>
                  <a:cubicBezTo>
                    <a:pt x="50233" y="54682"/>
                    <a:pt x="37291" y="54979"/>
                    <a:pt x="36196" y="55003"/>
                  </a:cubicBezTo>
                  <a:cubicBezTo>
                    <a:pt x="35707" y="55003"/>
                    <a:pt x="35184" y="55146"/>
                    <a:pt x="34672" y="55194"/>
                  </a:cubicBezTo>
                  <a:cubicBezTo>
                    <a:pt x="33966" y="55252"/>
                    <a:pt x="33272" y="55444"/>
                    <a:pt x="32567" y="55444"/>
                  </a:cubicBezTo>
                  <a:cubicBezTo>
                    <a:pt x="32546" y="55444"/>
                    <a:pt x="32525" y="55444"/>
                    <a:pt x="32505" y="55444"/>
                  </a:cubicBezTo>
                  <a:cubicBezTo>
                    <a:pt x="31659" y="55444"/>
                    <a:pt x="30802" y="55408"/>
                    <a:pt x="29957" y="55396"/>
                  </a:cubicBezTo>
                  <a:cubicBezTo>
                    <a:pt x="29918" y="55395"/>
                    <a:pt x="29879" y="55395"/>
                    <a:pt x="29841" y="55395"/>
                  </a:cubicBezTo>
                  <a:cubicBezTo>
                    <a:pt x="29409" y="55395"/>
                    <a:pt x="28971" y="55441"/>
                    <a:pt x="28538" y="55441"/>
                  </a:cubicBezTo>
                  <a:cubicBezTo>
                    <a:pt x="28435" y="55441"/>
                    <a:pt x="28332" y="55438"/>
                    <a:pt x="28230" y="55432"/>
                  </a:cubicBezTo>
                  <a:cubicBezTo>
                    <a:pt x="28081" y="55422"/>
                    <a:pt x="27933" y="55417"/>
                    <a:pt x="27785" y="55417"/>
                  </a:cubicBezTo>
                  <a:cubicBezTo>
                    <a:pt x="27246" y="55417"/>
                    <a:pt x="26712" y="55473"/>
                    <a:pt x="26171" y="55491"/>
                  </a:cubicBezTo>
                  <a:cubicBezTo>
                    <a:pt x="25756" y="55508"/>
                    <a:pt x="25336" y="55530"/>
                    <a:pt x="24918" y="55530"/>
                  </a:cubicBezTo>
                  <a:cubicBezTo>
                    <a:pt x="24736" y="55530"/>
                    <a:pt x="24554" y="55526"/>
                    <a:pt x="24373" y="55515"/>
                  </a:cubicBezTo>
                  <a:cubicBezTo>
                    <a:pt x="23587" y="55468"/>
                    <a:pt x="12359" y="55539"/>
                    <a:pt x="11573" y="55372"/>
                  </a:cubicBezTo>
                  <a:cubicBezTo>
                    <a:pt x="11050" y="55277"/>
                    <a:pt x="10514" y="55313"/>
                    <a:pt x="9990" y="55229"/>
                  </a:cubicBezTo>
                  <a:cubicBezTo>
                    <a:pt x="8966" y="55039"/>
                    <a:pt x="7930" y="54884"/>
                    <a:pt x="6894" y="54717"/>
                  </a:cubicBezTo>
                  <a:cubicBezTo>
                    <a:pt x="6323" y="54622"/>
                    <a:pt x="5727" y="54539"/>
                    <a:pt x="5156" y="54420"/>
                  </a:cubicBezTo>
                  <a:cubicBezTo>
                    <a:pt x="4799" y="54360"/>
                    <a:pt x="4406" y="54325"/>
                    <a:pt x="4096" y="54063"/>
                  </a:cubicBezTo>
                  <a:cubicBezTo>
                    <a:pt x="4011" y="53996"/>
                    <a:pt x="3925" y="53899"/>
                    <a:pt x="3791" y="53899"/>
                  </a:cubicBezTo>
                  <a:cubicBezTo>
                    <a:pt x="3757" y="53899"/>
                    <a:pt x="3720" y="53905"/>
                    <a:pt x="3680" y="53920"/>
                  </a:cubicBezTo>
                  <a:cubicBezTo>
                    <a:pt x="3647" y="53931"/>
                    <a:pt x="3621" y="53935"/>
                    <a:pt x="3598" y="53935"/>
                  </a:cubicBezTo>
                  <a:cubicBezTo>
                    <a:pt x="3448" y="53935"/>
                    <a:pt x="3502" y="53717"/>
                    <a:pt x="3430" y="53634"/>
                  </a:cubicBezTo>
                  <a:cubicBezTo>
                    <a:pt x="2703" y="52777"/>
                    <a:pt x="2358" y="51777"/>
                    <a:pt x="2263" y="50669"/>
                  </a:cubicBezTo>
                  <a:cubicBezTo>
                    <a:pt x="2239" y="50360"/>
                    <a:pt x="2156" y="50050"/>
                    <a:pt x="2096" y="49741"/>
                  </a:cubicBezTo>
                  <a:cubicBezTo>
                    <a:pt x="1917" y="48895"/>
                    <a:pt x="1965" y="48038"/>
                    <a:pt x="1989" y="47205"/>
                  </a:cubicBezTo>
                  <a:cubicBezTo>
                    <a:pt x="2013" y="45895"/>
                    <a:pt x="1775" y="44621"/>
                    <a:pt x="1715" y="43323"/>
                  </a:cubicBezTo>
                  <a:cubicBezTo>
                    <a:pt x="1644" y="41930"/>
                    <a:pt x="1429" y="40549"/>
                    <a:pt x="1346" y="39156"/>
                  </a:cubicBezTo>
                  <a:cubicBezTo>
                    <a:pt x="1310" y="38442"/>
                    <a:pt x="1239" y="37739"/>
                    <a:pt x="1167" y="37037"/>
                  </a:cubicBezTo>
                  <a:cubicBezTo>
                    <a:pt x="1096" y="36275"/>
                    <a:pt x="1120" y="35513"/>
                    <a:pt x="989" y="34763"/>
                  </a:cubicBezTo>
                  <a:cubicBezTo>
                    <a:pt x="858" y="34024"/>
                    <a:pt x="929" y="33274"/>
                    <a:pt x="882" y="32536"/>
                  </a:cubicBezTo>
                  <a:cubicBezTo>
                    <a:pt x="834" y="31929"/>
                    <a:pt x="882" y="31322"/>
                    <a:pt x="882" y="30715"/>
                  </a:cubicBezTo>
                  <a:cubicBezTo>
                    <a:pt x="882" y="29941"/>
                    <a:pt x="834" y="29179"/>
                    <a:pt x="858" y="28417"/>
                  </a:cubicBezTo>
                  <a:cubicBezTo>
                    <a:pt x="894" y="27202"/>
                    <a:pt x="917" y="25976"/>
                    <a:pt x="941" y="24761"/>
                  </a:cubicBezTo>
                  <a:cubicBezTo>
                    <a:pt x="965" y="24011"/>
                    <a:pt x="1036" y="23273"/>
                    <a:pt x="1025" y="22523"/>
                  </a:cubicBezTo>
                  <a:cubicBezTo>
                    <a:pt x="989" y="21428"/>
                    <a:pt x="1072" y="20332"/>
                    <a:pt x="1203" y="19249"/>
                  </a:cubicBezTo>
                  <a:cubicBezTo>
                    <a:pt x="1275" y="18523"/>
                    <a:pt x="1275" y="17784"/>
                    <a:pt x="1358" y="17046"/>
                  </a:cubicBezTo>
                  <a:cubicBezTo>
                    <a:pt x="1429" y="16475"/>
                    <a:pt x="1394" y="15867"/>
                    <a:pt x="1417" y="15272"/>
                  </a:cubicBezTo>
                  <a:cubicBezTo>
                    <a:pt x="1441" y="14498"/>
                    <a:pt x="1334" y="13736"/>
                    <a:pt x="1429" y="12962"/>
                  </a:cubicBezTo>
                  <a:cubicBezTo>
                    <a:pt x="1465" y="12736"/>
                    <a:pt x="1406" y="12498"/>
                    <a:pt x="1417" y="12260"/>
                  </a:cubicBezTo>
                  <a:cubicBezTo>
                    <a:pt x="1417" y="11922"/>
                    <a:pt x="1637" y="11743"/>
                    <a:pt x="1967" y="11743"/>
                  </a:cubicBezTo>
                  <a:cubicBezTo>
                    <a:pt x="1997" y="11743"/>
                    <a:pt x="2028" y="11745"/>
                    <a:pt x="2060" y="11748"/>
                  </a:cubicBezTo>
                  <a:cubicBezTo>
                    <a:pt x="2354" y="11780"/>
                    <a:pt x="2648" y="11801"/>
                    <a:pt x="2945" y="11801"/>
                  </a:cubicBezTo>
                  <a:cubicBezTo>
                    <a:pt x="3094" y="11801"/>
                    <a:pt x="3243" y="11796"/>
                    <a:pt x="3394" y="11784"/>
                  </a:cubicBezTo>
                  <a:cubicBezTo>
                    <a:pt x="3564" y="11770"/>
                    <a:pt x="3737" y="11758"/>
                    <a:pt x="3911" y="11758"/>
                  </a:cubicBezTo>
                  <a:cubicBezTo>
                    <a:pt x="4189" y="11758"/>
                    <a:pt x="4469" y="11788"/>
                    <a:pt x="4739" y="11891"/>
                  </a:cubicBezTo>
                  <a:cubicBezTo>
                    <a:pt x="4765" y="11899"/>
                    <a:pt x="4796" y="11908"/>
                    <a:pt x="4820" y="11908"/>
                  </a:cubicBezTo>
                  <a:cubicBezTo>
                    <a:pt x="4830" y="11908"/>
                    <a:pt x="4839" y="11906"/>
                    <a:pt x="4846" y="11903"/>
                  </a:cubicBezTo>
                  <a:cubicBezTo>
                    <a:pt x="5011" y="11780"/>
                    <a:pt x="5183" y="11744"/>
                    <a:pt x="5360" y="11744"/>
                  </a:cubicBezTo>
                  <a:cubicBezTo>
                    <a:pt x="5606" y="11744"/>
                    <a:pt x="5861" y="11813"/>
                    <a:pt x="6110" y="11813"/>
                  </a:cubicBezTo>
                  <a:cubicBezTo>
                    <a:pt x="6149" y="11813"/>
                    <a:pt x="6188" y="11811"/>
                    <a:pt x="6228" y="11807"/>
                  </a:cubicBezTo>
                  <a:cubicBezTo>
                    <a:pt x="6518" y="11782"/>
                    <a:pt x="6826" y="11732"/>
                    <a:pt x="7144" y="11732"/>
                  </a:cubicBezTo>
                  <a:cubicBezTo>
                    <a:pt x="7270" y="11732"/>
                    <a:pt x="7397" y="11740"/>
                    <a:pt x="7525" y="11760"/>
                  </a:cubicBezTo>
                  <a:cubicBezTo>
                    <a:pt x="7651" y="11783"/>
                    <a:pt x="7777" y="11793"/>
                    <a:pt x="7903" y="11793"/>
                  </a:cubicBezTo>
                  <a:cubicBezTo>
                    <a:pt x="8424" y="11793"/>
                    <a:pt x="8951" y="11629"/>
                    <a:pt x="9478" y="11581"/>
                  </a:cubicBezTo>
                  <a:cubicBezTo>
                    <a:pt x="10085" y="11522"/>
                    <a:pt x="10716" y="11510"/>
                    <a:pt x="11323" y="11438"/>
                  </a:cubicBezTo>
                  <a:cubicBezTo>
                    <a:pt x="11352" y="11435"/>
                    <a:pt x="11381" y="11434"/>
                    <a:pt x="11409" y="11434"/>
                  </a:cubicBezTo>
                  <a:cubicBezTo>
                    <a:pt x="11577" y="11434"/>
                    <a:pt x="11733" y="11486"/>
                    <a:pt x="11907" y="11486"/>
                  </a:cubicBezTo>
                  <a:cubicBezTo>
                    <a:pt x="12431" y="11462"/>
                    <a:pt x="23373" y="11403"/>
                    <a:pt x="23885" y="11367"/>
                  </a:cubicBezTo>
                  <a:cubicBezTo>
                    <a:pt x="24789" y="11295"/>
                    <a:pt x="25694" y="11343"/>
                    <a:pt x="26611" y="11236"/>
                  </a:cubicBezTo>
                  <a:cubicBezTo>
                    <a:pt x="26806" y="11217"/>
                    <a:pt x="27009" y="11207"/>
                    <a:pt x="27215" y="11207"/>
                  </a:cubicBezTo>
                  <a:cubicBezTo>
                    <a:pt x="27524" y="11207"/>
                    <a:pt x="27840" y="11229"/>
                    <a:pt x="28147" y="11272"/>
                  </a:cubicBezTo>
                  <a:cubicBezTo>
                    <a:pt x="28191" y="11276"/>
                    <a:pt x="28235" y="11278"/>
                    <a:pt x="28279" y="11278"/>
                  </a:cubicBezTo>
                  <a:cubicBezTo>
                    <a:pt x="28525" y="11278"/>
                    <a:pt x="28772" y="11220"/>
                    <a:pt x="29027" y="11220"/>
                  </a:cubicBezTo>
                  <a:cubicBezTo>
                    <a:pt x="29098" y="11220"/>
                    <a:pt x="29170" y="11225"/>
                    <a:pt x="29242" y="11236"/>
                  </a:cubicBezTo>
                  <a:cubicBezTo>
                    <a:pt x="29504" y="11284"/>
                    <a:pt x="29778" y="11304"/>
                    <a:pt x="30053" y="11304"/>
                  </a:cubicBezTo>
                  <a:cubicBezTo>
                    <a:pt x="30329" y="11304"/>
                    <a:pt x="30606" y="11284"/>
                    <a:pt x="30873" y="11248"/>
                  </a:cubicBezTo>
                  <a:cubicBezTo>
                    <a:pt x="31063" y="11226"/>
                    <a:pt x="31253" y="11219"/>
                    <a:pt x="31443" y="11219"/>
                  </a:cubicBezTo>
                  <a:cubicBezTo>
                    <a:pt x="31829" y="11219"/>
                    <a:pt x="32213" y="11249"/>
                    <a:pt x="32594" y="11249"/>
                  </a:cubicBezTo>
                  <a:cubicBezTo>
                    <a:pt x="32635" y="11249"/>
                    <a:pt x="32677" y="11249"/>
                    <a:pt x="32719" y="11248"/>
                  </a:cubicBezTo>
                  <a:cubicBezTo>
                    <a:pt x="32882" y="11244"/>
                    <a:pt x="33044" y="11244"/>
                    <a:pt x="33208" y="11244"/>
                  </a:cubicBezTo>
                  <a:lnTo>
                    <a:pt x="33208" y="11244"/>
                  </a:lnTo>
                  <a:cubicBezTo>
                    <a:pt x="33534" y="11244"/>
                    <a:pt x="33862" y="11244"/>
                    <a:pt x="34195" y="11212"/>
                  </a:cubicBezTo>
                  <a:cubicBezTo>
                    <a:pt x="34313" y="11198"/>
                    <a:pt x="34448" y="11136"/>
                    <a:pt x="34579" y="11136"/>
                  </a:cubicBezTo>
                  <a:cubicBezTo>
                    <a:pt x="34673" y="11136"/>
                    <a:pt x="34766" y="11168"/>
                    <a:pt x="34850" y="11272"/>
                  </a:cubicBezTo>
                  <a:cubicBezTo>
                    <a:pt x="34989" y="11148"/>
                    <a:pt x="35140" y="11115"/>
                    <a:pt x="35295" y="11115"/>
                  </a:cubicBezTo>
                  <a:cubicBezTo>
                    <a:pt x="35476" y="11115"/>
                    <a:pt x="35662" y="11159"/>
                    <a:pt x="35843" y="11159"/>
                  </a:cubicBezTo>
                  <a:cubicBezTo>
                    <a:pt x="35882" y="11159"/>
                    <a:pt x="35920" y="11157"/>
                    <a:pt x="35957" y="11153"/>
                  </a:cubicBezTo>
                  <a:cubicBezTo>
                    <a:pt x="36422" y="11081"/>
                    <a:pt x="48804" y="11045"/>
                    <a:pt x="49269" y="11022"/>
                  </a:cubicBezTo>
                  <a:cubicBezTo>
                    <a:pt x="49876" y="10998"/>
                    <a:pt x="50483" y="10986"/>
                    <a:pt x="51078" y="10938"/>
                  </a:cubicBezTo>
                  <a:cubicBezTo>
                    <a:pt x="51191" y="10932"/>
                    <a:pt x="51304" y="10929"/>
                    <a:pt x="51418" y="10929"/>
                  </a:cubicBezTo>
                  <a:cubicBezTo>
                    <a:pt x="51735" y="10929"/>
                    <a:pt x="52055" y="10949"/>
                    <a:pt x="52373" y="10949"/>
                  </a:cubicBezTo>
                  <a:cubicBezTo>
                    <a:pt x="52541" y="10949"/>
                    <a:pt x="52709" y="10943"/>
                    <a:pt x="52876" y="10926"/>
                  </a:cubicBezTo>
                  <a:cubicBezTo>
                    <a:pt x="53003" y="10914"/>
                    <a:pt x="53130" y="10909"/>
                    <a:pt x="53256" y="10909"/>
                  </a:cubicBezTo>
                  <a:cubicBezTo>
                    <a:pt x="53694" y="10909"/>
                    <a:pt x="54131" y="10966"/>
                    <a:pt x="54568" y="10966"/>
                  </a:cubicBezTo>
                  <a:cubicBezTo>
                    <a:pt x="54861" y="10966"/>
                    <a:pt x="55155" y="10941"/>
                    <a:pt x="55448" y="10855"/>
                  </a:cubicBezTo>
                  <a:cubicBezTo>
                    <a:pt x="55561" y="10820"/>
                    <a:pt x="55686" y="10810"/>
                    <a:pt x="55811" y="10810"/>
                  </a:cubicBezTo>
                  <a:close/>
                  <a:moveTo>
                    <a:pt x="30610" y="0"/>
                  </a:moveTo>
                  <a:cubicBezTo>
                    <a:pt x="30338" y="0"/>
                    <a:pt x="30060" y="22"/>
                    <a:pt x="29790" y="44"/>
                  </a:cubicBezTo>
                  <a:cubicBezTo>
                    <a:pt x="28873" y="116"/>
                    <a:pt x="27956" y="104"/>
                    <a:pt x="27040" y="139"/>
                  </a:cubicBezTo>
                  <a:cubicBezTo>
                    <a:pt x="26820" y="149"/>
                    <a:pt x="26599" y="152"/>
                    <a:pt x="26378" y="152"/>
                  </a:cubicBezTo>
                  <a:cubicBezTo>
                    <a:pt x="25738" y="152"/>
                    <a:pt x="25096" y="121"/>
                    <a:pt x="24468" y="104"/>
                  </a:cubicBezTo>
                  <a:cubicBezTo>
                    <a:pt x="24342" y="101"/>
                    <a:pt x="24216" y="100"/>
                    <a:pt x="24091" y="100"/>
                  </a:cubicBezTo>
                  <a:cubicBezTo>
                    <a:pt x="23589" y="100"/>
                    <a:pt x="23094" y="116"/>
                    <a:pt x="22599" y="116"/>
                  </a:cubicBezTo>
                  <a:cubicBezTo>
                    <a:pt x="21849" y="116"/>
                    <a:pt x="10692" y="235"/>
                    <a:pt x="9942" y="258"/>
                  </a:cubicBezTo>
                  <a:cubicBezTo>
                    <a:pt x="8787" y="294"/>
                    <a:pt x="7621" y="294"/>
                    <a:pt x="6478" y="544"/>
                  </a:cubicBezTo>
                  <a:cubicBezTo>
                    <a:pt x="5561" y="735"/>
                    <a:pt x="4608" y="794"/>
                    <a:pt x="3751" y="1223"/>
                  </a:cubicBezTo>
                  <a:cubicBezTo>
                    <a:pt x="3682" y="1254"/>
                    <a:pt x="3604" y="1289"/>
                    <a:pt x="3524" y="1289"/>
                  </a:cubicBezTo>
                  <a:cubicBezTo>
                    <a:pt x="3452" y="1289"/>
                    <a:pt x="3378" y="1260"/>
                    <a:pt x="3311" y="1175"/>
                  </a:cubicBezTo>
                  <a:cubicBezTo>
                    <a:pt x="3267" y="1110"/>
                    <a:pt x="3216" y="1082"/>
                    <a:pt x="3164" y="1082"/>
                  </a:cubicBezTo>
                  <a:cubicBezTo>
                    <a:pt x="3101" y="1082"/>
                    <a:pt x="3036" y="1122"/>
                    <a:pt x="2977" y="1187"/>
                  </a:cubicBezTo>
                  <a:cubicBezTo>
                    <a:pt x="2572" y="1628"/>
                    <a:pt x="2120" y="2021"/>
                    <a:pt x="1798" y="2521"/>
                  </a:cubicBezTo>
                  <a:cubicBezTo>
                    <a:pt x="1489" y="2997"/>
                    <a:pt x="1286" y="3556"/>
                    <a:pt x="1108" y="4104"/>
                  </a:cubicBezTo>
                  <a:cubicBezTo>
                    <a:pt x="917" y="4676"/>
                    <a:pt x="751" y="5247"/>
                    <a:pt x="727" y="5890"/>
                  </a:cubicBezTo>
                  <a:cubicBezTo>
                    <a:pt x="703" y="6652"/>
                    <a:pt x="667" y="7438"/>
                    <a:pt x="608" y="8212"/>
                  </a:cubicBezTo>
                  <a:cubicBezTo>
                    <a:pt x="572" y="8676"/>
                    <a:pt x="501" y="9152"/>
                    <a:pt x="513" y="9617"/>
                  </a:cubicBezTo>
                  <a:cubicBezTo>
                    <a:pt x="513" y="10045"/>
                    <a:pt x="489" y="10462"/>
                    <a:pt x="513" y="10891"/>
                  </a:cubicBezTo>
                  <a:cubicBezTo>
                    <a:pt x="536" y="11462"/>
                    <a:pt x="560" y="12057"/>
                    <a:pt x="584" y="12641"/>
                  </a:cubicBezTo>
                  <a:cubicBezTo>
                    <a:pt x="608" y="13177"/>
                    <a:pt x="572" y="13736"/>
                    <a:pt x="548" y="14284"/>
                  </a:cubicBezTo>
                  <a:cubicBezTo>
                    <a:pt x="524" y="14832"/>
                    <a:pt x="703" y="15391"/>
                    <a:pt x="477" y="15927"/>
                  </a:cubicBezTo>
                  <a:cubicBezTo>
                    <a:pt x="465" y="15963"/>
                    <a:pt x="501" y="15998"/>
                    <a:pt x="513" y="16034"/>
                  </a:cubicBezTo>
                  <a:cubicBezTo>
                    <a:pt x="632" y="16308"/>
                    <a:pt x="524" y="16582"/>
                    <a:pt x="501" y="16832"/>
                  </a:cubicBezTo>
                  <a:cubicBezTo>
                    <a:pt x="465" y="17308"/>
                    <a:pt x="393" y="17784"/>
                    <a:pt x="405" y="18261"/>
                  </a:cubicBezTo>
                  <a:cubicBezTo>
                    <a:pt x="417" y="18796"/>
                    <a:pt x="298" y="19308"/>
                    <a:pt x="263" y="19832"/>
                  </a:cubicBezTo>
                  <a:cubicBezTo>
                    <a:pt x="251" y="20023"/>
                    <a:pt x="393" y="20201"/>
                    <a:pt x="286" y="20380"/>
                  </a:cubicBezTo>
                  <a:cubicBezTo>
                    <a:pt x="48" y="20737"/>
                    <a:pt x="108" y="21201"/>
                    <a:pt x="143" y="21535"/>
                  </a:cubicBezTo>
                  <a:cubicBezTo>
                    <a:pt x="227" y="22261"/>
                    <a:pt x="84" y="22964"/>
                    <a:pt x="132" y="23678"/>
                  </a:cubicBezTo>
                  <a:cubicBezTo>
                    <a:pt x="191" y="24273"/>
                    <a:pt x="72" y="24869"/>
                    <a:pt x="84" y="25464"/>
                  </a:cubicBezTo>
                  <a:cubicBezTo>
                    <a:pt x="84" y="25988"/>
                    <a:pt x="132" y="26524"/>
                    <a:pt x="72" y="27036"/>
                  </a:cubicBezTo>
                  <a:cubicBezTo>
                    <a:pt x="1" y="27726"/>
                    <a:pt x="48" y="28417"/>
                    <a:pt x="48" y="29107"/>
                  </a:cubicBezTo>
                  <a:cubicBezTo>
                    <a:pt x="60" y="30214"/>
                    <a:pt x="60" y="31334"/>
                    <a:pt x="108" y="32441"/>
                  </a:cubicBezTo>
                  <a:cubicBezTo>
                    <a:pt x="132" y="32905"/>
                    <a:pt x="72" y="33382"/>
                    <a:pt x="120" y="33846"/>
                  </a:cubicBezTo>
                  <a:cubicBezTo>
                    <a:pt x="203" y="34703"/>
                    <a:pt x="251" y="35560"/>
                    <a:pt x="370" y="36406"/>
                  </a:cubicBezTo>
                  <a:cubicBezTo>
                    <a:pt x="405" y="36727"/>
                    <a:pt x="358" y="37013"/>
                    <a:pt x="382" y="37323"/>
                  </a:cubicBezTo>
                  <a:cubicBezTo>
                    <a:pt x="429" y="37799"/>
                    <a:pt x="560" y="38263"/>
                    <a:pt x="560" y="38751"/>
                  </a:cubicBezTo>
                  <a:cubicBezTo>
                    <a:pt x="560" y="39430"/>
                    <a:pt x="655" y="40109"/>
                    <a:pt x="703" y="40799"/>
                  </a:cubicBezTo>
                  <a:cubicBezTo>
                    <a:pt x="751" y="41371"/>
                    <a:pt x="941" y="41954"/>
                    <a:pt x="917" y="42514"/>
                  </a:cubicBezTo>
                  <a:cubicBezTo>
                    <a:pt x="894" y="43085"/>
                    <a:pt x="1025" y="43645"/>
                    <a:pt x="1013" y="44216"/>
                  </a:cubicBezTo>
                  <a:cubicBezTo>
                    <a:pt x="1013" y="44645"/>
                    <a:pt x="1096" y="45109"/>
                    <a:pt x="1144" y="45550"/>
                  </a:cubicBezTo>
                  <a:cubicBezTo>
                    <a:pt x="1275" y="46812"/>
                    <a:pt x="1191" y="48074"/>
                    <a:pt x="1275" y="49622"/>
                  </a:cubicBezTo>
                  <a:cubicBezTo>
                    <a:pt x="1346" y="50003"/>
                    <a:pt x="1489" y="50669"/>
                    <a:pt x="1620" y="51336"/>
                  </a:cubicBezTo>
                  <a:cubicBezTo>
                    <a:pt x="1679" y="51646"/>
                    <a:pt x="1667" y="51979"/>
                    <a:pt x="1787" y="52265"/>
                  </a:cubicBezTo>
                  <a:cubicBezTo>
                    <a:pt x="2013" y="52860"/>
                    <a:pt x="2275" y="53455"/>
                    <a:pt x="2715" y="53955"/>
                  </a:cubicBezTo>
                  <a:cubicBezTo>
                    <a:pt x="3263" y="54575"/>
                    <a:pt x="3953" y="54908"/>
                    <a:pt x="4739" y="55134"/>
                  </a:cubicBezTo>
                  <a:cubicBezTo>
                    <a:pt x="5061" y="55229"/>
                    <a:pt x="5382" y="55325"/>
                    <a:pt x="5727" y="55372"/>
                  </a:cubicBezTo>
                  <a:cubicBezTo>
                    <a:pt x="6047" y="55419"/>
                    <a:pt x="6359" y="55578"/>
                    <a:pt x="6694" y="55578"/>
                  </a:cubicBezTo>
                  <a:cubicBezTo>
                    <a:pt x="6783" y="55578"/>
                    <a:pt x="6873" y="55567"/>
                    <a:pt x="6966" y="55539"/>
                  </a:cubicBezTo>
                  <a:cubicBezTo>
                    <a:pt x="6982" y="55534"/>
                    <a:pt x="6998" y="55533"/>
                    <a:pt x="7016" y="55533"/>
                  </a:cubicBezTo>
                  <a:cubicBezTo>
                    <a:pt x="7089" y="55533"/>
                    <a:pt x="7172" y="55567"/>
                    <a:pt x="7240" y="55587"/>
                  </a:cubicBezTo>
                  <a:cubicBezTo>
                    <a:pt x="7561" y="55670"/>
                    <a:pt x="7883" y="55706"/>
                    <a:pt x="8204" y="55777"/>
                  </a:cubicBezTo>
                  <a:cubicBezTo>
                    <a:pt x="8859" y="55908"/>
                    <a:pt x="9526" y="56087"/>
                    <a:pt x="10204" y="56111"/>
                  </a:cubicBezTo>
                  <a:cubicBezTo>
                    <a:pt x="10603" y="56121"/>
                    <a:pt x="11001" y="56254"/>
                    <a:pt x="11384" y="56254"/>
                  </a:cubicBezTo>
                  <a:cubicBezTo>
                    <a:pt x="11448" y="56254"/>
                    <a:pt x="11511" y="56250"/>
                    <a:pt x="11573" y="56241"/>
                  </a:cubicBezTo>
                  <a:cubicBezTo>
                    <a:pt x="11672" y="56225"/>
                    <a:pt x="12561" y="56219"/>
                    <a:pt x="13803" y="56219"/>
                  </a:cubicBezTo>
                  <a:cubicBezTo>
                    <a:pt x="17070" y="56219"/>
                    <a:pt x="22779" y="56263"/>
                    <a:pt x="23003" y="56289"/>
                  </a:cubicBezTo>
                  <a:cubicBezTo>
                    <a:pt x="23539" y="56337"/>
                    <a:pt x="24099" y="56337"/>
                    <a:pt x="24635" y="56408"/>
                  </a:cubicBezTo>
                  <a:cubicBezTo>
                    <a:pt x="24850" y="56437"/>
                    <a:pt x="25082" y="56466"/>
                    <a:pt x="25318" y="56466"/>
                  </a:cubicBezTo>
                  <a:cubicBezTo>
                    <a:pt x="25566" y="56466"/>
                    <a:pt x="25819" y="56434"/>
                    <a:pt x="26063" y="56337"/>
                  </a:cubicBezTo>
                  <a:cubicBezTo>
                    <a:pt x="26159" y="56301"/>
                    <a:pt x="26275" y="56283"/>
                    <a:pt x="26392" y="56283"/>
                  </a:cubicBezTo>
                  <a:cubicBezTo>
                    <a:pt x="26510" y="56283"/>
                    <a:pt x="26629" y="56301"/>
                    <a:pt x="26730" y="56337"/>
                  </a:cubicBezTo>
                  <a:cubicBezTo>
                    <a:pt x="26816" y="56371"/>
                    <a:pt x="26904" y="56382"/>
                    <a:pt x="26991" y="56382"/>
                  </a:cubicBezTo>
                  <a:cubicBezTo>
                    <a:pt x="27167" y="56382"/>
                    <a:pt x="27342" y="56336"/>
                    <a:pt x="27503" y="56336"/>
                  </a:cubicBezTo>
                  <a:cubicBezTo>
                    <a:pt x="27515" y="56336"/>
                    <a:pt x="27528" y="56336"/>
                    <a:pt x="27540" y="56337"/>
                  </a:cubicBezTo>
                  <a:cubicBezTo>
                    <a:pt x="28082" y="56337"/>
                    <a:pt x="28625" y="56256"/>
                    <a:pt x="29167" y="56256"/>
                  </a:cubicBezTo>
                  <a:cubicBezTo>
                    <a:pt x="29315" y="56256"/>
                    <a:pt x="29463" y="56262"/>
                    <a:pt x="29611" y="56277"/>
                  </a:cubicBezTo>
                  <a:cubicBezTo>
                    <a:pt x="29627" y="56280"/>
                    <a:pt x="29642" y="56281"/>
                    <a:pt x="29657" y="56281"/>
                  </a:cubicBezTo>
                  <a:cubicBezTo>
                    <a:pt x="29810" y="56281"/>
                    <a:pt x="29934" y="56161"/>
                    <a:pt x="30086" y="56161"/>
                  </a:cubicBezTo>
                  <a:cubicBezTo>
                    <a:pt x="30134" y="56161"/>
                    <a:pt x="30186" y="56174"/>
                    <a:pt x="30242" y="56206"/>
                  </a:cubicBezTo>
                  <a:cubicBezTo>
                    <a:pt x="30383" y="56291"/>
                    <a:pt x="30549" y="56320"/>
                    <a:pt x="30715" y="56320"/>
                  </a:cubicBezTo>
                  <a:cubicBezTo>
                    <a:pt x="30873" y="56320"/>
                    <a:pt x="31032" y="56294"/>
                    <a:pt x="31171" y="56265"/>
                  </a:cubicBezTo>
                  <a:cubicBezTo>
                    <a:pt x="31279" y="56244"/>
                    <a:pt x="31386" y="56237"/>
                    <a:pt x="31492" y="56237"/>
                  </a:cubicBezTo>
                  <a:cubicBezTo>
                    <a:pt x="31785" y="56237"/>
                    <a:pt x="32075" y="56295"/>
                    <a:pt x="32369" y="56295"/>
                  </a:cubicBezTo>
                  <a:cubicBezTo>
                    <a:pt x="32453" y="56295"/>
                    <a:pt x="32538" y="56290"/>
                    <a:pt x="32624" y="56277"/>
                  </a:cubicBezTo>
                  <a:cubicBezTo>
                    <a:pt x="32813" y="56254"/>
                    <a:pt x="33039" y="56167"/>
                    <a:pt x="33264" y="56167"/>
                  </a:cubicBezTo>
                  <a:cubicBezTo>
                    <a:pt x="33378" y="56167"/>
                    <a:pt x="33492" y="56189"/>
                    <a:pt x="33600" y="56253"/>
                  </a:cubicBezTo>
                  <a:cubicBezTo>
                    <a:pt x="33633" y="56171"/>
                    <a:pt x="33677" y="56147"/>
                    <a:pt x="33728" y="56147"/>
                  </a:cubicBezTo>
                  <a:cubicBezTo>
                    <a:pt x="33799" y="56147"/>
                    <a:pt x="33881" y="56193"/>
                    <a:pt x="33963" y="56193"/>
                  </a:cubicBezTo>
                  <a:cubicBezTo>
                    <a:pt x="33993" y="56193"/>
                    <a:pt x="34023" y="56187"/>
                    <a:pt x="34052" y="56170"/>
                  </a:cubicBezTo>
                  <a:cubicBezTo>
                    <a:pt x="34386" y="55968"/>
                    <a:pt x="34826" y="56087"/>
                    <a:pt x="35219" y="56015"/>
                  </a:cubicBezTo>
                  <a:cubicBezTo>
                    <a:pt x="35612" y="55956"/>
                    <a:pt x="36053" y="55884"/>
                    <a:pt x="36481" y="55884"/>
                  </a:cubicBezTo>
                  <a:cubicBezTo>
                    <a:pt x="36578" y="55884"/>
                    <a:pt x="43158" y="55839"/>
                    <a:pt x="46677" y="55839"/>
                  </a:cubicBezTo>
                  <a:cubicBezTo>
                    <a:pt x="47933" y="55839"/>
                    <a:pt x="48799" y="55845"/>
                    <a:pt x="48840" y="55860"/>
                  </a:cubicBezTo>
                  <a:cubicBezTo>
                    <a:pt x="48888" y="55881"/>
                    <a:pt x="48933" y="55894"/>
                    <a:pt x="48978" y="55894"/>
                  </a:cubicBezTo>
                  <a:cubicBezTo>
                    <a:pt x="49010" y="55894"/>
                    <a:pt x="49043" y="55887"/>
                    <a:pt x="49078" y="55872"/>
                  </a:cubicBezTo>
                  <a:cubicBezTo>
                    <a:pt x="49316" y="55765"/>
                    <a:pt x="49650" y="55789"/>
                    <a:pt x="49840" y="55682"/>
                  </a:cubicBezTo>
                  <a:cubicBezTo>
                    <a:pt x="49875" y="55660"/>
                    <a:pt x="49904" y="55651"/>
                    <a:pt x="49929" y="55651"/>
                  </a:cubicBezTo>
                  <a:cubicBezTo>
                    <a:pt x="50022" y="55651"/>
                    <a:pt x="50062" y="55771"/>
                    <a:pt x="50132" y="55771"/>
                  </a:cubicBezTo>
                  <a:cubicBezTo>
                    <a:pt x="50154" y="55771"/>
                    <a:pt x="50179" y="55760"/>
                    <a:pt x="50209" y="55730"/>
                  </a:cubicBezTo>
                  <a:cubicBezTo>
                    <a:pt x="50368" y="55571"/>
                    <a:pt x="50564" y="55528"/>
                    <a:pt x="50768" y="55528"/>
                  </a:cubicBezTo>
                  <a:cubicBezTo>
                    <a:pt x="50871" y="55528"/>
                    <a:pt x="50975" y="55539"/>
                    <a:pt x="51078" y="55551"/>
                  </a:cubicBezTo>
                  <a:cubicBezTo>
                    <a:pt x="51092" y="55552"/>
                    <a:pt x="51106" y="55553"/>
                    <a:pt x="51119" y="55553"/>
                  </a:cubicBezTo>
                  <a:cubicBezTo>
                    <a:pt x="51243" y="55553"/>
                    <a:pt x="51385" y="55507"/>
                    <a:pt x="51459" y="55432"/>
                  </a:cubicBezTo>
                  <a:cubicBezTo>
                    <a:pt x="51733" y="55134"/>
                    <a:pt x="52126" y="55241"/>
                    <a:pt x="52448" y="55194"/>
                  </a:cubicBezTo>
                  <a:cubicBezTo>
                    <a:pt x="52757" y="55146"/>
                    <a:pt x="53126" y="55134"/>
                    <a:pt x="53317" y="54956"/>
                  </a:cubicBezTo>
                  <a:cubicBezTo>
                    <a:pt x="53531" y="54753"/>
                    <a:pt x="53805" y="54706"/>
                    <a:pt x="53972" y="54694"/>
                  </a:cubicBezTo>
                  <a:cubicBezTo>
                    <a:pt x="54543" y="54646"/>
                    <a:pt x="54841" y="54182"/>
                    <a:pt x="55281" y="53955"/>
                  </a:cubicBezTo>
                  <a:cubicBezTo>
                    <a:pt x="55555" y="53825"/>
                    <a:pt x="55781" y="53515"/>
                    <a:pt x="55912" y="53170"/>
                  </a:cubicBezTo>
                  <a:cubicBezTo>
                    <a:pt x="55960" y="53027"/>
                    <a:pt x="56186" y="53063"/>
                    <a:pt x="56258" y="52836"/>
                  </a:cubicBezTo>
                  <a:cubicBezTo>
                    <a:pt x="56424" y="52360"/>
                    <a:pt x="56734" y="51943"/>
                    <a:pt x="56936" y="51491"/>
                  </a:cubicBezTo>
                  <a:cubicBezTo>
                    <a:pt x="57103" y="51122"/>
                    <a:pt x="57270" y="50717"/>
                    <a:pt x="57282" y="50336"/>
                  </a:cubicBezTo>
                  <a:cubicBezTo>
                    <a:pt x="57293" y="49955"/>
                    <a:pt x="57353" y="49586"/>
                    <a:pt x="57401" y="49229"/>
                  </a:cubicBezTo>
                  <a:cubicBezTo>
                    <a:pt x="57484" y="48526"/>
                    <a:pt x="57532" y="47836"/>
                    <a:pt x="57603" y="47133"/>
                  </a:cubicBezTo>
                  <a:cubicBezTo>
                    <a:pt x="57663" y="46681"/>
                    <a:pt x="57663" y="46228"/>
                    <a:pt x="57686" y="45764"/>
                  </a:cubicBezTo>
                  <a:cubicBezTo>
                    <a:pt x="57710" y="45181"/>
                    <a:pt x="57722" y="44609"/>
                    <a:pt x="57722" y="44026"/>
                  </a:cubicBezTo>
                  <a:cubicBezTo>
                    <a:pt x="57710" y="42514"/>
                    <a:pt x="57448" y="41025"/>
                    <a:pt x="57389" y="39513"/>
                  </a:cubicBezTo>
                  <a:cubicBezTo>
                    <a:pt x="57353" y="38644"/>
                    <a:pt x="57282" y="37763"/>
                    <a:pt x="57293" y="36894"/>
                  </a:cubicBezTo>
                  <a:cubicBezTo>
                    <a:pt x="57305" y="35894"/>
                    <a:pt x="57151" y="34917"/>
                    <a:pt x="57127" y="33929"/>
                  </a:cubicBezTo>
                  <a:cubicBezTo>
                    <a:pt x="57115" y="33489"/>
                    <a:pt x="57032" y="33024"/>
                    <a:pt x="57067" y="32608"/>
                  </a:cubicBezTo>
                  <a:cubicBezTo>
                    <a:pt x="57103" y="32131"/>
                    <a:pt x="57055" y="31679"/>
                    <a:pt x="57043" y="31215"/>
                  </a:cubicBezTo>
                  <a:cubicBezTo>
                    <a:pt x="57032" y="30572"/>
                    <a:pt x="57055" y="29917"/>
                    <a:pt x="57103" y="29274"/>
                  </a:cubicBezTo>
                  <a:cubicBezTo>
                    <a:pt x="57139" y="28774"/>
                    <a:pt x="57115" y="28262"/>
                    <a:pt x="57174" y="27762"/>
                  </a:cubicBezTo>
                  <a:cubicBezTo>
                    <a:pt x="57234" y="27190"/>
                    <a:pt x="57186" y="26595"/>
                    <a:pt x="57222" y="26023"/>
                  </a:cubicBezTo>
                  <a:cubicBezTo>
                    <a:pt x="57270" y="24976"/>
                    <a:pt x="57305" y="23916"/>
                    <a:pt x="57282" y="22868"/>
                  </a:cubicBezTo>
                  <a:cubicBezTo>
                    <a:pt x="57270" y="21761"/>
                    <a:pt x="57353" y="20642"/>
                    <a:pt x="57317" y="19535"/>
                  </a:cubicBezTo>
                  <a:cubicBezTo>
                    <a:pt x="57305" y="19177"/>
                    <a:pt x="57305" y="18796"/>
                    <a:pt x="57317" y="18439"/>
                  </a:cubicBezTo>
                  <a:cubicBezTo>
                    <a:pt x="57341" y="17963"/>
                    <a:pt x="57293" y="17487"/>
                    <a:pt x="57293" y="17010"/>
                  </a:cubicBezTo>
                  <a:cubicBezTo>
                    <a:pt x="57293" y="16439"/>
                    <a:pt x="57389" y="15879"/>
                    <a:pt x="57305" y="15296"/>
                  </a:cubicBezTo>
                  <a:cubicBezTo>
                    <a:pt x="57198" y="14570"/>
                    <a:pt x="57234" y="13820"/>
                    <a:pt x="57174" y="13081"/>
                  </a:cubicBezTo>
                  <a:cubicBezTo>
                    <a:pt x="57127" y="12534"/>
                    <a:pt x="57210" y="11986"/>
                    <a:pt x="57127" y="11438"/>
                  </a:cubicBezTo>
                  <a:cubicBezTo>
                    <a:pt x="57032" y="10784"/>
                    <a:pt x="56960" y="10117"/>
                    <a:pt x="56984" y="9462"/>
                  </a:cubicBezTo>
                  <a:cubicBezTo>
                    <a:pt x="56996" y="9069"/>
                    <a:pt x="57008" y="8664"/>
                    <a:pt x="56996" y="8283"/>
                  </a:cubicBezTo>
                  <a:cubicBezTo>
                    <a:pt x="56948" y="7212"/>
                    <a:pt x="56829" y="6152"/>
                    <a:pt x="56686" y="5092"/>
                  </a:cubicBezTo>
                  <a:cubicBezTo>
                    <a:pt x="56579" y="4307"/>
                    <a:pt x="56412" y="3533"/>
                    <a:pt x="56067" y="2818"/>
                  </a:cubicBezTo>
                  <a:cubicBezTo>
                    <a:pt x="55793" y="2282"/>
                    <a:pt x="55365" y="1866"/>
                    <a:pt x="54936" y="1461"/>
                  </a:cubicBezTo>
                  <a:cubicBezTo>
                    <a:pt x="54858" y="1383"/>
                    <a:pt x="54709" y="1172"/>
                    <a:pt x="54544" y="1172"/>
                  </a:cubicBezTo>
                  <a:cubicBezTo>
                    <a:pt x="54532" y="1172"/>
                    <a:pt x="54520" y="1173"/>
                    <a:pt x="54507" y="1175"/>
                  </a:cubicBezTo>
                  <a:cubicBezTo>
                    <a:pt x="54462" y="1186"/>
                    <a:pt x="54420" y="1191"/>
                    <a:pt x="54379" y="1191"/>
                  </a:cubicBezTo>
                  <a:cubicBezTo>
                    <a:pt x="54105" y="1191"/>
                    <a:pt x="53907" y="977"/>
                    <a:pt x="53638" y="925"/>
                  </a:cubicBezTo>
                  <a:cubicBezTo>
                    <a:pt x="53150" y="842"/>
                    <a:pt x="52650" y="675"/>
                    <a:pt x="52150" y="580"/>
                  </a:cubicBezTo>
                  <a:cubicBezTo>
                    <a:pt x="51388" y="437"/>
                    <a:pt x="50614" y="449"/>
                    <a:pt x="49840" y="401"/>
                  </a:cubicBezTo>
                  <a:cubicBezTo>
                    <a:pt x="48709" y="330"/>
                    <a:pt x="35672" y="354"/>
                    <a:pt x="34541" y="270"/>
                  </a:cubicBezTo>
                  <a:cubicBezTo>
                    <a:pt x="33875" y="225"/>
                    <a:pt x="33198" y="127"/>
                    <a:pt x="32521" y="127"/>
                  </a:cubicBezTo>
                  <a:cubicBezTo>
                    <a:pt x="32484" y="127"/>
                    <a:pt x="32447" y="127"/>
                    <a:pt x="32409" y="127"/>
                  </a:cubicBezTo>
                  <a:cubicBezTo>
                    <a:pt x="31969" y="127"/>
                    <a:pt x="31540" y="80"/>
                    <a:pt x="31112" y="32"/>
                  </a:cubicBezTo>
                  <a:cubicBezTo>
                    <a:pt x="30950" y="9"/>
                    <a:pt x="30781" y="0"/>
                    <a:pt x="30610" y="0"/>
                  </a:cubicBezTo>
                  <a:close/>
                </a:path>
              </a:pathLst>
            </a:custGeom>
            <a:solidFill>
              <a:srgbClr val="000000"/>
            </a:solidFill>
            <a:ln>
              <a:noFill/>
            </a:ln>
          </p:spPr>
          <p:txBody>
            <a:bodyPr spcFirstLastPara="1" wrap="square" lIns="182875" tIns="274300" rIns="182875" bIns="91425" anchor="ctr" anchorCtr="0">
              <a:noAutofit/>
            </a:bodyPr>
            <a:lstStyle/>
            <a:p>
              <a:pPr marL="0" lvl="0" indent="0" algn="ctr" rtl="0">
                <a:spcBef>
                  <a:spcPts val="0"/>
                </a:spcBef>
                <a:spcAft>
                  <a:spcPts val="0"/>
                </a:spcAft>
                <a:buClr>
                  <a:schemeClr val="dk1"/>
                </a:buClr>
                <a:buSzPts val="1100"/>
                <a:buFont typeface="Arial"/>
                <a:buNone/>
              </a:pPr>
              <a:r>
                <a:rPr lang="en-US" sz="1200" dirty="0">
                  <a:solidFill>
                    <a:schemeClr val="tx1">
                      <a:lumMod val="95000"/>
                      <a:lumOff val="5000"/>
                    </a:schemeClr>
                  </a:solidFill>
                </a:rPr>
                <a:t>Forming campaigns to send messages on mobile phones to targeted patients to announce for new offers</a:t>
              </a:r>
              <a:endParaRPr sz="1200" dirty="0">
                <a:solidFill>
                  <a:schemeClr val="tx1">
                    <a:lumMod val="95000"/>
                    <a:lumOff val="5000"/>
                  </a:schemeClr>
                </a:solidFill>
              </a:endParaRPr>
            </a:p>
          </p:txBody>
        </p:sp>
      </p:grpSp>
      <p:sp>
        <p:nvSpPr>
          <p:cNvPr id="26" name="Google Shape;352;p21">
            <a:extLst>
              <a:ext uri="{FF2B5EF4-FFF2-40B4-BE49-F238E27FC236}">
                <a16:creationId xmlns:a16="http://schemas.microsoft.com/office/drawing/2014/main" id="{EA2B64DE-C28B-96E8-0AF5-A3FE5600C136}"/>
              </a:ext>
            </a:extLst>
          </p:cNvPr>
          <p:cNvSpPr/>
          <p:nvPr/>
        </p:nvSpPr>
        <p:spPr>
          <a:xfrm>
            <a:off x="661676" y="3235209"/>
            <a:ext cx="2188772" cy="298354"/>
          </a:xfrm>
          <a:custGeom>
            <a:avLst/>
            <a:gdLst/>
            <a:ahLst/>
            <a:cxnLst/>
            <a:rect l="l" t="t" r="r" b="b"/>
            <a:pathLst>
              <a:path w="55738" h="12021" extrusionOk="0">
                <a:moveTo>
                  <a:pt x="32616" y="0"/>
                </a:moveTo>
                <a:cubicBezTo>
                  <a:pt x="32585" y="136"/>
                  <a:pt x="32526" y="271"/>
                  <a:pt x="32408" y="271"/>
                </a:cubicBezTo>
                <a:cubicBezTo>
                  <a:pt x="32392" y="271"/>
                  <a:pt x="32373" y="268"/>
                  <a:pt x="32354" y="262"/>
                </a:cubicBezTo>
                <a:cubicBezTo>
                  <a:pt x="32175" y="203"/>
                  <a:pt x="31997" y="197"/>
                  <a:pt x="31817" y="197"/>
                </a:cubicBezTo>
                <a:cubicBezTo>
                  <a:pt x="31772" y="197"/>
                  <a:pt x="31727" y="197"/>
                  <a:pt x="31681" y="197"/>
                </a:cubicBezTo>
                <a:cubicBezTo>
                  <a:pt x="31546" y="197"/>
                  <a:pt x="31409" y="194"/>
                  <a:pt x="31271" y="167"/>
                </a:cubicBezTo>
                <a:cubicBezTo>
                  <a:pt x="31185" y="146"/>
                  <a:pt x="31090" y="103"/>
                  <a:pt x="30985" y="103"/>
                </a:cubicBezTo>
                <a:cubicBezTo>
                  <a:pt x="30915" y="103"/>
                  <a:pt x="30839" y="122"/>
                  <a:pt x="30759" y="179"/>
                </a:cubicBezTo>
                <a:cubicBezTo>
                  <a:pt x="30719" y="208"/>
                  <a:pt x="30646" y="216"/>
                  <a:pt x="30558" y="216"/>
                </a:cubicBezTo>
                <a:cubicBezTo>
                  <a:pt x="30473" y="216"/>
                  <a:pt x="30374" y="209"/>
                  <a:pt x="30280" y="209"/>
                </a:cubicBezTo>
                <a:cubicBezTo>
                  <a:pt x="30235" y="209"/>
                  <a:pt x="30192" y="210"/>
                  <a:pt x="30151" y="215"/>
                </a:cubicBezTo>
                <a:cubicBezTo>
                  <a:pt x="30138" y="216"/>
                  <a:pt x="30125" y="217"/>
                  <a:pt x="30112" y="217"/>
                </a:cubicBezTo>
                <a:cubicBezTo>
                  <a:pt x="29962" y="217"/>
                  <a:pt x="29779" y="125"/>
                  <a:pt x="29650" y="125"/>
                </a:cubicBezTo>
                <a:cubicBezTo>
                  <a:pt x="29619" y="125"/>
                  <a:pt x="29591" y="130"/>
                  <a:pt x="29568" y="143"/>
                </a:cubicBezTo>
                <a:cubicBezTo>
                  <a:pt x="29327" y="282"/>
                  <a:pt x="29077" y="321"/>
                  <a:pt x="28831" y="321"/>
                </a:cubicBezTo>
                <a:cubicBezTo>
                  <a:pt x="28613" y="321"/>
                  <a:pt x="28400" y="291"/>
                  <a:pt x="28199" y="274"/>
                </a:cubicBezTo>
                <a:cubicBezTo>
                  <a:pt x="28065" y="261"/>
                  <a:pt x="27931" y="256"/>
                  <a:pt x="27798" y="256"/>
                </a:cubicBezTo>
                <a:cubicBezTo>
                  <a:pt x="27357" y="256"/>
                  <a:pt x="26918" y="311"/>
                  <a:pt x="26484" y="311"/>
                </a:cubicBezTo>
                <a:cubicBezTo>
                  <a:pt x="26453" y="311"/>
                  <a:pt x="26421" y="311"/>
                  <a:pt x="26389" y="310"/>
                </a:cubicBezTo>
                <a:cubicBezTo>
                  <a:pt x="26030" y="294"/>
                  <a:pt x="24254" y="286"/>
                  <a:pt x="22298" y="286"/>
                </a:cubicBezTo>
                <a:cubicBezTo>
                  <a:pt x="19772" y="286"/>
                  <a:pt x="16946" y="300"/>
                  <a:pt x="16483" y="334"/>
                </a:cubicBezTo>
                <a:cubicBezTo>
                  <a:pt x="16019" y="369"/>
                  <a:pt x="11089" y="369"/>
                  <a:pt x="10637" y="417"/>
                </a:cubicBezTo>
                <a:cubicBezTo>
                  <a:pt x="9958" y="488"/>
                  <a:pt x="9280" y="584"/>
                  <a:pt x="8589" y="631"/>
                </a:cubicBezTo>
                <a:cubicBezTo>
                  <a:pt x="8550" y="633"/>
                  <a:pt x="8510" y="634"/>
                  <a:pt x="8470" y="634"/>
                </a:cubicBezTo>
                <a:cubicBezTo>
                  <a:pt x="8210" y="634"/>
                  <a:pt x="7941" y="596"/>
                  <a:pt x="7687" y="596"/>
                </a:cubicBezTo>
                <a:cubicBezTo>
                  <a:pt x="7532" y="596"/>
                  <a:pt x="7383" y="610"/>
                  <a:pt x="7244" y="655"/>
                </a:cubicBezTo>
                <a:cubicBezTo>
                  <a:pt x="6613" y="858"/>
                  <a:pt x="5946" y="917"/>
                  <a:pt x="5315" y="1072"/>
                </a:cubicBezTo>
                <a:cubicBezTo>
                  <a:pt x="4803" y="1203"/>
                  <a:pt x="4243" y="1215"/>
                  <a:pt x="3719" y="1381"/>
                </a:cubicBezTo>
                <a:cubicBezTo>
                  <a:pt x="3196" y="1536"/>
                  <a:pt x="2696" y="1774"/>
                  <a:pt x="2219" y="2024"/>
                </a:cubicBezTo>
                <a:cubicBezTo>
                  <a:pt x="1457" y="2417"/>
                  <a:pt x="957" y="3096"/>
                  <a:pt x="636" y="3906"/>
                </a:cubicBezTo>
                <a:cubicBezTo>
                  <a:pt x="529" y="4168"/>
                  <a:pt x="588" y="4453"/>
                  <a:pt x="386" y="4727"/>
                </a:cubicBezTo>
                <a:cubicBezTo>
                  <a:pt x="219" y="4953"/>
                  <a:pt x="433" y="5394"/>
                  <a:pt x="124" y="5656"/>
                </a:cubicBezTo>
                <a:cubicBezTo>
                  <a:pt x="100" y="5680"/>
                  <a:pt x="112" y="5763"/>
                  <a:pt x="136" y="5811"/>
                </a:cubicBezTo>
                <a:cubicBezTo>
                  <a:pt x="207" y="6096"/>
                  <a:pt x="243" y="6406"/>
                  <a:pt x="231" y="6704"/>
                </a:cubicBezTo>
                <a:cubicBezTo>
                  <a:pt x="183" y="7489"/>
                  <a:pt x="207" y="8263"/>
                  <a:pt x="100" y="9049"/>
                </a:cubicBezTo>
                <a:cubicBezTo>
                  <a:pt x="5" y="9811"/>
                  <a:pt x="207" y="10585"/>
                  <a:pt x="64" y="11359"/>
                </a:cubicBezTo>
                <a:cubicBezTo>
                  <a:pt x="1" y="11731"/>
                  <a:pt x="214" y="12020"/>
                  <a:pt x="499" y="12020"/>
                </a:cubicBezTo>
                <a:cubicBezTo>
                  <a:pt x="587" y="12020"/>
                  <a:pt x="683" y="11992"/>
                  <a:pt x="779" y="11930"/>
                </a:cubicBezTo>
                <a:cubicBezTo>
                  <a:pt x="1033" y="11763"/>
                  <a:pt x="1298" y="11738"/>
                  <a:pt x="1566" y="11738"/>
                </a:cubicBezTo>
                <a:cubicBezTo>
                  <a:pt x="1678" y="11738"/>
                  <a:pt x="1791" y="11743"/>
                  <a:pt x="1904" y="11743"/>
                </a:cubicBezTo>
                <a:cubicBezTo>
                  <a:pt x="2077" y="11743"/>
                  <a:pt x="2251" y="11732"/>
                  <a:pt x="2422" y="11680"/>
                </a:cubicBezTo>
                <a:cubicBezTo>
                  <a:pt x="2922" y="11526"/>
                  <a:pt x="3565" y="11621"/>
                  <a:pt x="4124" y="11561"/>
                </a:cubicBezTo>
                <a:cubicBezTo>
                  <a:pt x="4874" y="11478"/>
                  <a:pt x="5636" y="11537"/>
                  <a:pt x="6375" y="11347"/>
                </a:cubicBezTo>
                <a:cubicBezTo>
                  <a:pt x="6450" y="11330"/>
                  <a:pt x="6580" y="11313"/>
                  <a:pt x="6683" y="11313"/>
                </a:cubicBezTo>
                <a:cubicBezTo>
                  <a:pt x="6725" y="11313"/>
                  <a:pt x="6763" y="11316"/>
                  <a:pt x="6791" y="11323"/>
                </a:cubicBezTo>
                <a:cubicBezTo>
                  <a:pt x="6925" y="11359"/>
                  <a:pt x="7059" y="11372"/>
                  <a:pt x="7192" y="11372"/>
                </a:cubicBezTo>
                <a:cubicBezTo>
                  <a:pt x="7548" y="11372"/>
                  <a:pt x="7902" y="11279"/>
                  <a:pt x="8259" y="11279"/>
                </a:cubicBezTo>
                <a:cubicBezTo>
                  <a:pt x="8349" y="11279"/>
                  <a:pt x="8439" y="11285"/>
                  <a:pt x="8530" y="11299"/>
                </a:cubicBezTo>
                <a:cubicBezTo>
                  <a:pt x="8598" y="11310"/>
                  <a:pt x="8667" y="11314"/>
                  <a:pt x="8737" y="11314"/>
                </a:cubicBezTo>
                <a:cubicBezTo>
                  <a:pt x="8989" y="11314"/>
                  <a:pt x="9249" y="11261"/>
                  <a:pt x="9500" y="11261"/>
                </a:cubicBezTo>
                <a:cubicBezTo>
                  <a:pt x="9571" y="11261"/>
                  <a:pt x="9640" y="11265"/>
                  <a:pt x="9708" y="11276"/>
                </a:cubicBezTo>
                <a:cubicBezTo>
                  <a:pt x="9970" y="11312"/>
                  <a:pt x="10872" y="11319"/>
                  <a:pt x="11928" y="11319"/>
                </a:cubicBezTo>
                <a:cubicBezTo>
                  <a:pt x="12605" y="11319"/>
                  <a:pt x="13345" y="11316"/>
                  <a:pt x="14021" y="11316"/>
                </a:cubicBezTo>
                <a:cubicBezTo>
                  <a:pt x="15077" y="11316"/>
                  <a:pt x="15976" y="11323"/>
                  <a:pt x="16233" y="11359"/>
                </a:cubicBezTo>
                <a:cubicBezTo>
                  <a:pt x="16396" y="11381"/>
                  <a:pt x="17282" y="11387"/>
                  <a:pt x="18441" y="11387"/>
                </a:cubicBezTo>
                <a:cubicBezTo>
                  <a:pt x="19850" y="11387"/>
                  <a:pt x="21662" y="11378"/>
                  <a:pt x="23069" y="11378"/>
                </a:cubicBezTo>
                <a:cubicBezTo>
                  <a:pt x="24227" y="11378"/>
                  <a:pt x="25111" y="11384"/>
                  <a:pt x="25270" y="11406"/>
                </a:cubicBezTo>
                <a:cubicBezTo>
                  <a:pt x="25969" y="11490"/>
                  <a:pt x="26687" y="11528"/>
                  <a:pt x="27391" y="11528"/>
                </a:cubicBezTo>
                <a:cubicBezTo>
                  <a:pt x="27490" y="11528"/>
                  <a:pt x="27589" y="11527"/>
                  <a:pt x="27687" y="11526"/>
                </a:cubicBezTo>
                <a:cubicBezTo>
                  <a:pt x="27893" y="11521"/>
                  <a:pt x="28098" y="11520"/>
                  <a:pt x="28304" y="11520"/>
                </a:cubicBezTo>
                <a:cubicBezTo>
                  <a:pt x="28814" y="11520"/>
                  <a:pt x="29324" y="11529"/>
                  <a:pt x="29834" y="11529"/>
                </a:cubicBezTo>
                <a:cubicBezTo>
                  <a:pt x="30238" y="11529"/>
                  <a:pt x="30641" y="11523"/>
                  <a:pt x="31044" y="11502"/>
                </a:cubicBezTo>
                <a:cubicBezTo>
                  <a:pt x="31445" y="11472"/>
                  <a:pt x="31849" y="11467"/>
                  <a:pt x="32255" y="11467"/>
                </a:cubicBezTo>
                <a:cubicBezTo>
                  <a:pt x="32462" y="11467"/>
                  <a:pt x="32671" y="11468"/>
                  <a:pt x="32878" y="11468"/>
                </a:cubicBezTo>
                <a:cubicBezTo>
                  <a:pt x="33241" y="11468"/>
                  <a:pt x="33603" y="11464"/>
                  <a:pt x="33961" y="11442"/>
                </a:cubicBezTo>
                <a:cubicBezTo>
                  <a:pt x="34102" y="11435"/>
                  <a:pt x="34719" y="11432"/>
                  <a:pt x="35621" y="11432"/>
                </a:cubicBezTo>
                <a:cubicBezTo>
                  <a:pt x="39231" y="11432"/>
                  <a:pt x="47413" y="11478"/>
                  <a:pt x="47975" y="11478"/>
                </a:cubicBezTo>
                <a:cubicBezTo>
                  <a:pt x="48324" y="11478"/>
                  <a:pt x="48684" y="11483"/>
                  <a:pt x="49037" y="11483"/>
                </a:cubicBezTo>
                <a:cubicBezTo>
                  <a:pt x="49213" y="11483"/>
                  <a:pt x="49388" y="11482"/>
                  <a:pt x="49559" y="11478"/>
                </a:cubicBezTo>
                <a:cubicBezTo>
                  <a:pt x="49606" y="11477"/>
                  <a:pt x="49653" y="11477"/>
                  <a:pt x="49700" y="11477"/>
                </a:cubicBezTo>
                <a:cubicBezTo>
                  <a:pt x="50096" y="11477"/>
                  <a:pt x="50491" y="11506"/>
                  <a:pt x="50883" y="11506"/>
                </a:cubicBezTo>
                <a:cubicBezTo>
                  <a:pt x="51034" y="11506"/>
                  <a:pt x="51183" y="11502"/>
                  <a:pt x="51333" y="11490"/>
                </a:cubicBezTo>
                <a:cubicBezTo>
                  <a:pt x="51486" y="11480"/>
                  <a:pt x="51655" y="11448"/>
                  <a:pt x="51820" y="11448"/>
                </a:cubicBezTo>
                <a:cubicBezTo>
                  <a:pt x="51860" y="11448"/>
                  <a:pt x="51900" y="11449"/>
                  <a:pt x="51940" y="11454"/>
                </a:cubicBezTo>
                <a:cubicBezTo>
                  <a:pt x="52511" y="11490"/>
                  <a:pt x="53071" y="11502"/>
                  <a:pt x="53642" y="11526"/>
                </a:cubicBezTo>
                <a:cubicBezTo>
                  <a:pt x="54095" y="11549"/>
                  <a:pt x="54547" y="11537"/>
                  <a:pt x="55000" y="11621"/>
                </a:cubicBezTo>
                <a:cubicBezTo>
                  <a:pt x="55073" y="11636"/>
                  <a:pt x="55162" y="11650"/>
                  <a:pt x="55250" y="11650"/>
                </a:cubicBezTo>
                <a:cubicBezTo>
                  <a:pt x="55433" y="11650"/>
                  <a:pt x="55607" y="11589"/>
                  <a:pt x="55607" y="11347"/>
                </a:cubicBezTo>
                <a:cubicBezTo>
                  <a:pt x="55607" y="11037"/>
                  <a:pt x="55678" y="10740"/>
                  <a:pt x="55655" y="10430"/>
                </a:cubicBezTo>
                <a:cubicBezTo>
                  <a:pt x="55631" y="9954"/>
                  <a:pt x="55547" y="9454"/>
                  <a:pt x="55631" y="9001"/>
                </a:cubicBezTo>
                <a:cubicBezTo>
                  <a:pt x="55738" y="8406"/>
                  <a:pt x="55643" y="7823"/>
                  <a:pt x="55666" y="7227"/>
                </a:cubicBezTo>
                <a:cubicBezTo>
                  <a:pt x="55702" y="6692"/>
                  <a:pt x="55464" y="6156"/>
                  <a:pt x="55559" y="5608"/>
                </a:cubicBezTo>
                <a:cubicBezTo>
                  <a:pt x="55559" y="5549"/>
                  <a:pt x="55559" y="5489"/>
                  <a:pt x="55464" y="5477"/>
                </a:cubicBezTo>
                <a:cubicBezTo>
                  <a:pt x="55309" y="5453"/>
                  <a:pt x="55345" y="5346"/>
                  <a:pt x="55369" y="5227"/>
                </a:cubicBezTo>
                <a:cubicBezTo>
                  <a:pt x="55393" y="5132"/>
                  <a:pt x="55488" y="5037"/>
                  <a:pt x="55428" y="4930"/>
                </a:cubicBezTo>
                <a:cubicBezTo>
                  <a:pt x="55190" y="4513"/>
                  <a:pt x="55143" y="4013"/>
                  <a:pt x="54797" y="3632"/>
                </a:cubicBezTo>
                <a:cubicBezTo>
                  <a:pt x="54559" y="3382"/>
                  <a:pt x="54321" y="3155"/>
                  <a:pt x="54047" y="2953"/>
                </a:cubicBezTo>
                <a:cubicBezTo>
                  <a:pt x="53690" y="2703"/>
                  <a:pt x="53392" y="2382"/>
                  <a:pt x="53047" y="2120"/>
                </a:cubicBezTo>
                <a:cubicBezTo>
                  <a:pt x="52714" y="1870"/>
                  <a:pt x="52392" y="1584"/>
                  <a:pt x="51940" y="1548"/>
                </a:cubicBezTo>
                <a:cubicBezTo>
                  <a:pt x="51868" y="1536"/>
                  <a:pt x="51904" y="1465"/>
                  <a:pt x="51880" y="1429"/>
                </a:cubicBezTo>
                <a:cubicBezTo>
                  <a:pt x="51838" y="1344"/>
                  <a:pt x="51801" y="1241"/>
                  <a:pt x="51723" y="1241"/>
                </a:cubicBezTo>
                <a:cubicBezTo>
                  <a:pt x="51692" y="1241"/>
                  <a:pt x="51654" y="1257"/>
                  <a:pt x="51606" y="1298"/>
                </a:cubicBezTo>
                <a:cubicBezTo>
                  <a:pt x="51559" y="1342"/>
                  <a:pt x="51520" y="1359"/>
                  <a:pt x="51488" y="1359"/>
                </a:cubicBezTo>
                <a:cubicBezTo>
                  <a:pt x="51415" y="1359"/>
                  <a:pt x="51374" y="1273"/>
                  <a:pt x="51333" y="1215"/>
                </a:cubicBezTo>
                <a:cubicBezTo>
                  <a:pt x="51273" y="1131"/>
                  <a:pt x="51249" y="1012"/>
                  <a:pt x="51106" y="977"/>
                </a:cubicBezTo>
                <a:lnTo>
                  <a:pt x="51106" y="977"/>
                </a:lnTo>
                <a:cubicBezTo>
                  <a:pt x="51130" y="1155"/>
                  <a:pt x="51071" y="1215"/>
                  <a:pt x="50868" y="1215"/>
                </a:cubicBezTo>
                <a:cubicBezTo>
                  <a:pt x="50689" y="1204"/>
                  <a:pt x="50605" y="1034"/>
                  <a:pt x="50486" y="1034"/>
                </a:cubicBezTo>
                <a:cubicBezTo>
                  <a:pt x="50479" y="1034"/>
                  <a:pt x="50471" y="1035"/>
                  <a:pt x="50463" y="1036"/>
                </a:cubicBezTo>
                <a:cubicBezTo>
                  <a:pt x="50403" y="1047"/>
                  <a:pt x="50345" y="1052"/>
                  <a:pt x="50288" y="1052"/>
                </a:cubicBezTo>
                <a:cubicBezTo>
                  <a:pt x="50097" y="1052"/>
                  <a:pt x="49918" y="999"/>
                  <a:pt x="49725" y="953"/>
                </a:cubicBezTo>
                <a:cubicBezTo>
                  <a:pt x="49284" y="851"/>
                  <a:pt x="48864" y="642"/>
                  <a:pt x="48394" y="642"/>
                </a:cubicBezTo>
                <a:cubicBezTo>
                  <a:pt x="48370" y="642"/>
                  <a:pt x="48345" y="642"/>
                  <a:pt x="48320" y="643"/>
                </a:cubicBezTo>
                <a:cubicBezTo>
                  <a:pt x="48307" y="644"/>
                  <a:pt x="48294" y="644"/>
                  <a:pt x="48280" y="644"/>
                </a:cubicBezTo>
                <a:cubicBezTo>
                  <a:pt x="47961" y="644"/>
                  <a:pt x="47653" y="512"/>
                  <a:pt x="47344" y="512"/>
                </a:cubicBezTo>
                <a:cubicBezTo>
                  <a:pt x="46951" y="500"/>
                  <a:pt x="34652" y="441"/>
                  <a:pt x="34259" y="417"/>
                </a:cubicBezTo>
                <a:cubicBezTo>
                  <a:pt x="34033" y="393"/>
                  <a:pt x="33818" y="358"/>
                  <a:pt x="33592" y="322"/>
                </a:cubicBezTo>
                <a:cubicBezTo>
                  <a:pt x="33411" y="303"/>
                  <a:pt x="33183" y="161"/>
                  <a:pt x="33045" y="161"/>
                </a:cubicBezTo>
                <a:cubicBezTo>
                  <a:pt x="33011" y="161"/>
                  <a:pt x="32982" y="170"/>
                  <a:pt x="32961" y="191"/>
                </a:cubicBezTo>
                <a:cubicBezTo>
                  <a:pt x="32864" y="294"/>
                  <a:pt x="32807" y="333"/>
                  <a:pt x="32771" y="333"/>
                </a:cubicBezTo>
                <a:cubicBezTo>
                  <a:pt x="32678" y="333"/>
                  <a:pt x="32727" y="77"/>
                  <a:pt x="32616" y="0"/>
                </a:cubicBezTo>
                <a:close/>
              </a:path>
            </a:pathLst>
          </a:custGeom>
          <a:solidFill>
            <a:srgbClr val="0B4585"/>
          </a:solid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US" dirty="0">
                <a:solidFill>
                  <a:schemeClr val="bg1"/>
                </a:solidFill>
              </a:rPr>
              <a:t>Public Relation</a:t>
            </a:r>
            <a:endParaRPr dirty="0">
              <a:solidFill>
                <a:schemeClr val="bg1"/>
              </a:solidFill>
            </a:endParaRPr>
          </a:p>
        </p:txBody>
      </p:sp>
      <p:sp>
        <p:nvSpPr>
          <p:cNvPr id="28" name="Google Shape;379;p21">
            <a:extLst>
              <a:ext uri="{FF2B5EF4-FFF2-40B4-BE49-F238E27FC236}">
                <a16:creationId xmlns:a16="http://schemas.microsoft.com/office/drawing/2014/main" id="{4B75716F-DF73-6608-DA55-85EE9A34326C}"/>
              </a:ext>
            </a:extLst>
          </p:cNvPr>
          <p:cNvSpPr/>
          <p:nvPr/>
        </p:nvSpPr>
        <p:spPr>
          <a:xfrm>
            <a:off x="3069487" y="3263563"/>
            <a:ext cx="2197901" cy="261690"/>
          </a:xfrm>
          <a:custGeom>
            <a:avLst/>
            <a:gdLst/>
            <a:ahLst/>
            <a:cxnLst/>
            <a:rect l="l" t="t" r="r" b="b"/>
            <a:pathLst>
              <a:path w="56156" h="12306" extrusionOk="0">
                <a:moveTo>
                  <a:pt x="31685" y="1"/>
                </a:moveTo>
                <a:cubicBezTo>
                  <a:pt x="31661" y="1"/>
                  <a:pt x="31634" y="10"/>
                  <a:pt x="31605" y="22"/>
                </a:cubicBezTo>
                <a:cubicBezTo>
                  <a:pt x="31262" y="152"/>
                  <a:pt x="29925" y="187"/>
                  <a:pt x="28732" y="187"/>
                </a:cubicBezTo>
                <a:cubicBezTo>
                  <a:pt x="27849" y="187"/>
                  <a:pt x="27046" y="168"/>
                  <a:pt x="26783" y="153"/>
                </a:cubicBezTo>
                <a:cubicBezTo>
                  <a:pt x="26649" y="153"/>
                  <a:pt x="26498" y="112"/>
                  <a:pt x="26367" y="112"/>
                </a:cubicBezTo>
                <a:cubicBezTo>
                  <a:pt x="26310" y="112"/>
                  <a:pt x="26257" y="119"/>
                  <a:pt x="26211" y="141"/>
                </a:cubicBezTo>
                <a:cubicBezTo>
                  <a:pt x="26075" y="212"/>
                  <a:pt x="25946" y="235"/>
                  <a:pt x="25819" y="235"/>
                </a:cubicBezTo>
                <a:cubicBezTo>
                  <a:pt x="25668" y="235"/>
                  <a:pt x="25521" y="202"/>
                  <a:pt x="25366" y="176"/>
                </a:cubicBezTo>
                <a:cubicBezTo>
                  <a:pt x="25272" y="159"/>
                  <a:pt x="25153" y="117"/>
                  <a:pt x="25067" y="117"/>
                </a:cubicBezTo>
                <a:cubicBezTo>
                  <a:pt x="25033" y="117"/>
                  <a:pt x="25005" y="124"/>
                  <a:pt x="24985" y="141"/>
                </a:cubicBezTo>
                <a:cubicBezTo>
                  <a:pt x="24857" y="247"/>
                  <a:pt x="24723" y="277"/>
                  <a:pt x="24587" y="277"/>
                </a:cubicBezTo>
                <a:cubicBezTo>
                  <a:pt x="24405" y="277"/>
                  <a:pt x="24218" y="223"/>
                  <a:pt x="24034" y="223"/>
                </a:cubicBezTo>
                <a:cubicBezTo>
                  <a:pt x="23969" y="223"/>
                  <a:pt x="23905" y="230"/>
                  <a:pt x="23842" y="248"/>
                </a:cubicBezTo>
                <a:cubicBezTo>
                  <a:pt x="23774" y="268"/>
                  <a:pt x="22535" y="273"/>
                  <a:pt x="20907" y="273"/>
                </a:cubicBezTo>
                <a:cubicBezTo>
                  <a:pt x="19047" y="273"/>
                  <a:pt x="16680" y="266"/>
                  <a:pt x="14976" y="266"/>
                </a:cubicBezTo>
                <a:cubicBezTo>
                  <a:pt x="13699" y="266"/>
                  <a:pt x="12794" y="270"/>
                  <a:pt x="12757" y="283"/>
                </a:cubicBezTo>
                <a:cubicBezTo>
                  <a:pt x="12305" y="474"/>
                  <a:pt x="11840" y="295"/>
                  <a:pt x="11388" y="510"/>
                </a:cubicBezTo>
                <a:cubicBezTo>
                  <a:pt x="11242" y="577"/>
                  <a:pt x="11087" y="594"/>
                  <a:pt x="10926" y="594"/>
                </a:cubicBezTo>
                <a:cubicBezTo>
                  <a:pt x="10763" y="594"/>
                  <a:pt x="10594" y="576"/>
                  <a:pt x="10427" y="576"/>
                </a:cubicBezTo>
                <a:cubicBezTo>
                  <a:pt x="10234" y="576"/>
                  <a:pt x="10043" y="599"/>
                  <a:pt x="9864" y="700"/>
                </a:cubicBezTo>
                <a:cubicBezTo>
                  <a:pt x="9755" y="759"/>
                  <a:pt x="9636" y="770"/>
                  <a:pt x="9514" y="770"/>
                </a:cubicBezTo>
                <a:cubicBezTo>
                  <a:pt x="9437" y="770"/>
                  <a:pt x="9359" y="765"/>
                  <a:pt x="9281" y="765"/>
                </a:cubicBezTo>
                <a:cubicBezTo>
                  <a:pt x="9107" y="765"/>
                  <a:pt x="8937" y="788"/>
                  <a:pt x="8792" y="938"/>
                </a:cubicBezTo>
                <a:cubicBezTo>
                  <a:pt x="8788" y="946"/>
                  <a:pt x="8780" y="949"/>
                  <a:pt x="8770" y="949"/>
                </a:cubicBezTo>
                <a:cubicBezTo>
                  <a:pt x="8746" y="949"/>
                  <a:pt x="8710" y="935"/>
                  <a:pt x="8685" y="926"/>
                </a:cubicBezTo>
                <a:cubicBezTo>
                  <a:pt x="8647" y="920"/>
                  <a:pt x="8608" y="917"/>
                  <a:pt x="8570" y="917"/>
                </a:cubicBezTo>
                <a:cubicBezTo>
                  <a:pt x="8321" y="917"/>
                  <a:pt x="8069" y="1039"/>
                  <a:pt x="7819" y="1039"/>
                </a:cubicBezTo>
                <a:cubicBezTo>
                  <a:pt x="7698" y="1039"/>
                  <a:pt x="7578" y="1011"/>
                  <a:pt x="7459" y="926"/>
                </a:cubicBezTo>
                <a:cubicBezTo>
                  <a:pt x="7457" y="925"/>
                  <a:pt x="7456" y="925"/>
                  <a:pt x="7453" y="925"/>
                </a:cubicBezTo>
                <a:cubicBezTo>
                  <a:pt x="7435" y="925"/>
                  <a:pt x="7386" y="966"/>
                  <a:pt x="7375" y="998"/>
                </a:cubicBezTo>
                <a:cubicBezTo>
                  <a:pt x="7314" y="1120"/>
                  <a:pt x="7244" y="1129"/>
                  <a:pt x="7128" y="1129"/>
                </a:cubicBezTo>
                <a:cubicBezTo>
                  <a:pt x="7109" y="1129"/>
                  <a:pt x="7088" y="1129"/>
                  <a:pt x="7066" y="1129"/>
                </a:cubicBezTo>
                <a:cubicBezTo>
                  <a:pt x="7040" y="1128"/>
                  <a:pt x="7015" y="1128"/>
                  <a:pt x="6990" y="1128"/>
                </a:cubicBezTo>
                <a:cubicBezTo>
                  <a:pt x="6305" y="1128"/>
                  <a:pt x="5671" y="1429"/>
                  <a:pt x="4982" y="1486"/>
                </a:cubicBezTo>
                <a:cubicBezTo>
                  <a:pt x="4482" y="1534"/>
                  <a:pt x="3958" y="1665"/>
                  <a:pt x="3506" y="1950"/>
                </a:cubicBezTo>
                <a:cubicBezTo>
                  <a:pt x="3208" y="2141"/>
                  <a:pt x="2839" y="2188"/>
                  <a:pt x="2565" y="2427"/>
                </a:cubicBezTo>
                <a:cubicBezTo>
                  <a:pt x="2160" y="2796"/>
                  <a:pt x="1756" y="3153"/>
                  <a:pt x="1351" y="3510"/>
                </a:cubicBezTo>
                <a:cubicBezTo>
                  <a:pt x="970" y="3832"/>
                  <a:pt x="565" y="4177"/>
                  <a:pt x="482" y="4689"/>
                </a:cubicBezTo>
                <a:cubicBezTo>
                  <a:pt x="386" y="5236"/>
                  <a:pt x="398" y="5784"/>
                  <a:pt x="232" y="6344"/>
                </a:cubicBezTo>
                <a:cubicBezTo>
                  <a:pt x="17" y="7058"/>
                  <a:pt x="113" y="7832"/>
                  <a:pt x="77" y="8582"/>
                </a:cubicBezTo>
                <a:cubicBezTo>
                  <a:pt x="41" y="9701"/>
                  <a:pt x="136" y="10820"/>
                  <a:pt x="29" y="11940"/>
                </a:cubicBezTo>
                <a:cubicBezTo>
                  <a:pt x="0" y="12181"/>
                  <a:pt x="97" y="12305"/>
                  <a:pt x="268" y="12305"/>
                </a:cubicBezTo>
                <a:cubicBezTo>
                  <a:pt x="307" y="12305"/>
                  <a:pt x="351" y="12298"/>
                  <a:pt x="398" y="12285"/>
                </a:cubicBezTo>
                <a:cubicBezTo>
                  <a:pt x="810" y="12180"/>
                  <a:pt x="1222" y="12161"/>
                  <a:pt x="1634" y="12161"/>
                </a:cubicBezTo>
                <a:cubicBezTo>
                  <a:pt x="1864" y="12161"/>
                  <a:pt x="2094" y="12167"/>
                  <a:pt x="2324" y="12167"/>
                </a:cubicBezTo>
                <a:cubicBezTo>
                  <a:pt x="2384" y="12167"/>
                  <a:pt x="2445" y="12167"/>
                  <a:pt x="2506" y="12166"/>
                </a:cubicBezTo>
                <a:cubicBezTo>
                  <a:pt x="2732" y="12163"/>
                  <a:pt x="2959" y="12161"/>
                  <a:pt x="3185" y="12161"/>
                </a:cubicBezTo>
                <a:cubicBezTo>
                  <a:pt x="3804" y="12161"/>
                  <a:pt x="4423" y="12172"/>
                  <a:pt x="5042" y="12190"/>
                </a:cubicBezTo>
                <a:cubicBezTo>
                  <a:pt x="5137" y="12192"/>
                  <a:pt x="5232" y="12193"/>
                  <a:pt x="5327" y="12193"/>
                </a:cubicBezTo>
                <a:cubicBezTo>
                  <a:pt x="5728" y="12193"/>
                  <a:pt x="6123" y="12176"/>
                  <a:pt x="6518" y="12166"/>
                </a:cubicBezTo>
                <a:cubicBezTo>
                  <a:pt x="6576" y="12164"/>
                  <a:pt x="6635" y="12164"/>
                  <a:pt x="6694" y="12164"/>
                </a:cubicBezTo>
                <a:cubicBezTo>
                  <a:pt x="6871" y="12164"/>
                  <a:pt x="7051" y="12169"/>
                  <a:pt x="7229" y="12169"/>
                </a:cubicBezTo>
                <a:cubicBezTo>
                  <a:pt x="7468" y="12169"/>
                  <a:pt x="7703" y="12160"/>
                  <a:pt x="7923" y="12118"/>
                </a:cubicBezTo>
                <a:cubicBezTo>
                  <a:pt x="8064" y="12094"/>
                  <a:pt x="8205" y="12086"/>
                  <a:pt x="8344" y="12086"/>
                </a:cubicBezTo>
                <a:cubicBezTo>
                  <a:pt x="8637" y="12086"/>
                  <a:pt x="8926" y="12122"/>
                  <a:pt x="9215" y="12122"/>
                </a:cubicBezTo>
                <a:cubicBezTo>
                  <a:pt x="9264" y="12122"/>
                  <a:pt x="9314" y="12121"/>
                  <a:pt x="9364" y="12118"/>
                </a:cubicBezTo>
                <a:cubicBezTo>
                  <a:pt x="9388" y="12117"/>
                  <a:pt x="9413" y="12117"/>
                  <a:pt x="9438" y="12117"/>
                </a:cubicBezTo>
                <a:cubicBezTo>
                  <a:pt x="9665" y="12117"/>
                  <a:pt x="9907" y="12148"/>
                  <a:pt x="10132" y="12148"/>
                </a:cubicBezTo>
                <a:cubicBezTo>
                  <a:pt x="10242" y="12148"/>
                  <a:pt x="10349" y="12140"/>
                  <a:pt x="10447" y="12118"/>
                </a:cubicBezTo>
                <a:cubicBezTo>
                  <a:pt x="10995" y="12011"/>
                  <a:pt x="11543" y="12059"/>
                  <a:pt x="12078" y="12035"/>
                </a:cubicBezTo>
                <a:cubicBezTo>
                  <a:pt x="12673" y="12014"/>
                  <a:pt x="21563" y="11974"/>
                  <a:pt x="23952" y="11974"/>
                </a:cubicBezTo>
                <a:cubicBezTo>
                  <a:pt x="24242" y="11974"/>
                  <a:pt x="24436" y="11974"/>
                  <a:pt x="24508" y="11975"/>
                </a:cubicBezTo>
                <a:cubicBezTo>
                  <a:pt x="24530" y="11976"/>
                  <a:pt x="24551" y="11976"/>
                  <a:pt x="24573" y="11976"/>
                </a:cubicBezTo>
                <a:cubicBezTo>
                  <a:pt x="24960" y="11976"/>
                  <a:pt x="25376" y="11880"/>
                  <a:pt x="25782" y="11880"/>
                </a:cubicBezTo>
                <a:cubicBezTo>
                  <a:pt x="30447" y="11869"/>
                  <a:pt x="35090" y="11543"/>
                  <a:pt x="34826" y="11543"/>
                </a:cubicBezTo>
                <a:cubicBezTo>
                  <a:pt x="34809" y="11543"/>
                  <a:pt x="34771" y="11544"/>
                  <a:pt x="34712" y="11547"/>
                </a:cubicBezTo>
                <a:cubicBezTo>
                  <a:pt x="35581" y="11499"/>
                  <a:pt x="45380" y="11416"/>
                  <a:pt x="46261" y="11356"/>
                </a:cubicBezTo>
                <a:cubicBezTo>
                  <a:pt x="47071" y="11285"/>
                  <a:pt x="47880" y="11285"/>
                  <a:pt x="48678" y="11201"/>
                </a:cubicBezTo>
                <a:cubicBezTo>
                  <a:pt x="49250" y="11142"/>
                  <a:pt x="49821" y="11154"/>
                  <a:pt x="50393" y="11082"/>
                </a:cubicBezTo>
                <a:cubicBezTo>
                  <a:pt x="50655" y="11051"/>
                  <a:pt x="50932" y="11035"/>
                  <a:pt x="51208" y="11035"/>
                </a:cubicBezTo>
                <a:cubicBezTo>
                  <a:pt x="51346" y="11035"/>
                  <a:pt x="51484" y="11039"/>
                  <a:pt x="51619" y="11047"/>
                </a:cubicBezTo>
                <a:cubicBezTo>
                  <a:pt x="51641" y="11047"/>
                  <a:pt x="51662" y="11048"/>
                  <a:pt x="51685" y="11048"/>
                </a:cubicBezTo>
                <a:cubicBezTo>
                  <a:pt x="51884" y="11048"/>
                  <a:pt x="52099" y="11024"/>
                  <a:pt x="52299" y="11024"/>
                </a:cubicBezTo>
                <a:cubicBezTo>
                  <a:pt x="52479" y="11024"/>
                  <a:pt x="52646" y="11043"/>
                  <a:pt x="52774" y="11118"/>
                </a:cubicBezTo>
                <a:cubicBezTo>
                  <a:pt x="52963" y="11223"/>
                  <a:pt x="53153" y="11247"/>
                  <a:pt x="53340" y="11247"/>
                </a:cubicBezTo>
                <a:cubicBezTo>
                  <a:pt x="53495" y="11247"/>
                  <a:pt x="53649" y="11231"/>
                  <a:pt x="53800" y="11231"/>
                </a:cubicBezTo>
                <a:cubicBezTo>
                  <a:pt x="53880" y="11231"/>
                  <a:pt x="53958" y="11235"/>
                  <a:pt x="54036" y="11249"/>
                </a:cubicBezTo>
                <a:cubicBezTo>
                  <a:pt x="54147" y="11270"/>
                  <a:pt x="54266" y="11279"/>
                  <a:pt x="54390" y="11279"/>
                </a:cubicBezTo>
                <a:cubicBezTo>
                  <a:pt x="54755" y="11279"/>
                  <a:pt x="55162" y="11201"/>
                  <a:pt x="55536" y="11130"/>
                </a:cubicBezTo>
                <a:cubicBezTo>
                  <a:pt x="55631" y="11118"/>
                  <a:pt x="55822" y="11142"/>
                  <a:pt x="55798" y="10963"/>
                </a:cubicBezTo>
                <a:cubicBezTo>
                  <a:pt x="55774" y="10761"/>
                  <a:pt x="55881" y="10559"/>
                  <a:pt x="55846" y="10368"/>
                </a:cubicBezTo>
                <a:cubicBezTo>
                  <a:pt x="55679" y="9737"/>
                  <a:pt x="55929" y="9094"/>
                  <a:pt x="55786" y="8451"/>
                </a:cubicBezTo>
                <a:cubicBezTo>
                  <a:pt x="55703" y="8094"/>
                  <a:pt x="55881" y="7689"/>
                  <a:pt x="55810" y="7356"/>
                </a:cubicBezTo>
                <a:cubicBezTo>
                  <a:pt x="55679" y="6713"/>
                  <a:pt x="56155" y="6106"/>
                  <a:pt x="55917" y="5701"/>
                </a:cubicBezTo>
                <a:cubicBezTo>
                  <a:pt x="55762" y="4855"/>
                  <a:pt x="55846" y="4201"/>
                  <a:pt x="55381" y="3677"/>
                </a:cubicBezTo>
                <a:cubicBezTo>
                  <a:pt x="55334" y="3617"/>
                  <a:pt x="55274" y="3546"/>
                  <a:pt x="55262" y="3474"/>
                </a:cubicBezTo>
                <a:cubicBezTo>
                  <a:pt x="55215" y="3022"/>
                  <a:pt x="54941" y="2712"/>
                  <a:pt x="54667" y="2391"/>
                </a:cubicBezTo>
                <a:cubicBezTo>
                  <a:pt x="54346" y="2010"/>
                  <a:pt x="53893" y="1819"/>
                  <a:pt x="53488" y="1593"/>
                </a:cubicBezTo>
                <a:cubicBezTo>
                  <a:pt x="53344" y="1516"/>
                  <a:pt x="53136" y="1392"/>
                  <a:pt x="52873" y="1392"/>
                </a:cubicBezTo>
                <a:cubicBezTo>
                  <a:pt x="52811" y="1392"/>
                  <a:pt x="52746" y="1399"/>
                  <a:pt x="52679" y="1415"/>
                </a:cubicBezTo>
                <a:cubicBezTo>
                  <a:pt x="52572" y="1439"/>
                  <a:pt x="52448" y="1455"/>
                  <a:pt x="52319" y="1455"/>
                </a:cubicBezTo>
                <a:cubicBezTo>
                  <a:pt x="52073" y="1455"/>
                  <a:pt x="51811" y="1396"/>
                  <a:pt x="51631" y="1224"/>
                </a:cubicBezTo>
                <a:cubicBezTo>
                  <a:pt x="51440" y="1063"/>
                  <a:pt x="51274" y="1004"/>
                  <a:pt x="51076" y="1004"/>
                </a:cubicBezTo>
                <a:cubicBezTo>
                  <a:pt x="51040" y="1004"/>
                  <a:pt x="51003" y="1006"/>
                  <a:pt x="50964" y="1010"/>
                </a:cubicBezTo>
                <a:cubicBezTo>
                  <a:pt x="50954" y="1011"/>
                  <a:pt x="50944" y="1011"/>
                  <a:pt x="50934" y="1011"/>
                </a:cubicBezTo>
                <a:cubicBezTo>
                  <a:pt x="50815" y="1011"/>
                  <a:pt x="50706" y="949"/>
                  <a:pt x="50607" y="938"/>
                </a:cubicBezTo>
                <a:cubicBezTo>
                  <a:pt x="50265" y="900"/>
                  <a:pt x="49946" y="688"/>
                  <a:pt x="49596" y="688"/>
                </a:cubicBezTo>
                <a:cubicBezTo>
                  <a:pt x="49507" y="688"/>
                  <a:pt x="49415" y="702"/>
                  <a:pt x="49321" y="736"/>
                </a:cubicBezTo>
                <a:cubicBezTo>
                  <a:pt x="49265" y="755"/>
                  <a:pt x="49209" y="773"/>
                  <a:pt x="49158" y="773"/>
                </a:cubicBezTo>
                <a:cubicBezTo>
                  <a:pt x="49112" y="773"/>
                  <a:pt x="49069" y="758"/>
                  <a:pt x="49035" y="712"/>
                </a:cubicBezTo>
                <a:cubicBezTo>
                  <a:pt x="48945" y="597"/>
                  <a:pt x="48837" y="573"/>
                  <a:pt x="48720" y="573"/>
                </a:cubicBezTo>
                <a:cubicBezTo>
                  <a:pt x="48668" y="573"/>
                  <a:pt x="48614" y="577"/>
                  <a:pt x="48559" y="581"/>
                </a:cubicBezTo>
                <a:cubicBezTo>
                  <a:pt x="48548" y="582"/>
                  <a:pt x="48537" y="582"/>
                  <a:pt x="48525" y="582"/>
                </a:cubicBezTo>
                <a:cubicBezTo>
                  <a:pt x="48313" y="582"/>
                  <a:pt x="48106" y="441"/>
                  <a:pt x="47892" y="441"/>
                </a:cubicBezTo>
                <a:cubicBezTo>
                  <a:pt x="47795" y="441"/>
                  <a:pt x="47696" y="471"/>
                  <a:pt x="47595" y="557"/>
                </a:cubicBezTo>
                <a:cubicBezTo>
                  <a:pt x="47591" y="561"/>
                  <a:pt x="47584" y="562"/>
                  <a:pt x="47575" y="562"/>
                </a:cubicBezTo>
                <a:cubicBezTo>
                  <a:pt x="47549" y="562"/>
                  <a:pt x="47508" y="551"/>
                  <a:pt x="47499" y="534"/>
                </a:cubicBezTo>
                <a:cubicBezTo>
                  <a:pt x="47470" y="429"/>
                  <a:pt x="47408" y="401"/>
                  <a:pt x="47341" y="401"/>
                </a:cubicBezTo>
                <a:cubicBezTo>
                  <a:pt x="47271" y="401"/>
                  <a:pt x="47197" y="432"/>
                  <a:pt x="47154" y="438"/>
                </a:cubicBezTo>
                <a:cubicBezTo>
                  <a:pt x="46937" y="452"/>
                  <a:pt x="46719" y="466"/>
                  <a:pt x="46502" y="466"/>
                </a:cubicBezTo>
                <a:cubicBezTo>
                  <a:pt x="46159" y="466"/>
                  <a:pt x="45820" y="431"/>
                  <a:pt x="45499" y="307"/>
                </a:cubicBezTo>
                <a:cubicBezTo>
                  <a:pt x="45259" y="225"/>
                  <a:pt x="42493" y="213"/>
                  <a:pt x="39888" y="213"/>
                </a:cubicBezTo>
                <a:cubicBezTo>
                  <a:pt x="38859" y="213"/>
                  <a:pt x="37855" y="215"/>
                  <a:pt x="37041" y="215"/>
                </a:cubicBezTo>
                <a:cubicBezTo>
                  <a:pt x="36039" y="215"/>
                  <a:pt x="35326" y="212"/>
                  <a:pt x="35212" y="200"/>
                </a:cubicBezTo>
                <a:cubicBezTo>
                  <a:pt x="35006" y="172"/>
                  <a:pt x="34797" y="164"/>
                  <a:pt x="34586" y="164"/>
                </a:cubicBezTo>
                <a:cubicBezTo>
                  <a:pt x="34305" y="164"/>
                  <a:pt x="34021" y="179"/>
                  <a:pt x="33736" y="179"/>
                </a:cubicBezTo>
                <a:cubicBezTo>
                  <a:pt x="33593" y="179"/>
                  <a:pt x="33450" y="175"/>
                  <a:pt x="33307" y="164"/>
                </a:cubicBezTo>
                <a:cubicBezTo>
                  <a:pt x="33144" y="150"/>
                  <a:pt x="32972" y="119"/>
                  <a:pt x="32794" y="119"/>
                </a:cubicBezTo>
                <a:cubicBezTo>
                  <a:pt x="32673" y="119"/>
                  <a:pt x="32551" y="133"/>
                  <a:pt x="32426" y="176"/>
                </a:cubicBezTo>
                <a:cubicBezTo>
                  <a:pt x="32353" y="196"/>
                  <a:pt x="32258" y="215"/>
                  <a:pt x="32159" y="215"/>
                </a:cubicBezTo>
                <a:cubicBezTo>
                  <a:pt x="32015" y="215"/>
                  <a:pt x="31860" y="174"/>
                  <a:pt x="31747" y="33"/>
                </a:cubicBezTo>
                <a:cubicBezTo>
                  <a:pt x="31730" y="10"/>
                  <a:pt x="31709" y="1"/>
                  <a:pt x="31685" y="1"/>
                </a:cubicBezTo>
                <a:close/>
              </a:path>
            </a:pathLst>
          </a:custGeom>
          <a:solidFill>
            <a:srgbClr val="0B4585"/>
          </a:solid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US" dirty="0">
                <a:solidFill>
                  <a:schemeClr val="bg1"/>
                </a:solidFill>
              </a:rPr>
              <a:t>Direct marketing</a:t>
            </a:r>
            <a:endParaRPr dirty="0">
              <a:solidFill>
                <a:schemeClr val="bg1"/>
              </a:solidFill>
            </a:endParaRPr>
          </a:p>
        </p:txBody>
      </p:sp>
      <p:sp>
        <p:nvSpPr>
          <p:cNvPr id="32" name="TextBox 31">
            <a:extLst>
              <a:ext uri="{FF2B5EF4-FFF2-40B4-BE49-F238E27FC236}">
                <a16:creationId xmlns:a16="http://schemas.microsoft.com/office/drawing/2014/main" id="{97B4B8A7-52B9-D498-E9AE-CF197C8FBEF8}"/>
              </a:ext>
            </a:extLst>
          </p:cNvPr>
          <p:cNvSpPr txBox="1"/>
          <p:nvPr/>
        </p:nvSpPr>
        <p:spPr>
          <a:xfrm>
            <a:off x="1588641" y="1982450"/>
            <a:ext cx="2644574" cy="1446550"/>
          </a:xfrm>
          <a:prstGeom prst="rect">
            <a:avLst/>
          </a:prstGeom>
          <a:noFill/>
        </p:spPr>
        <p:txBody>
          <a:bodyPr wrap="square" rtlCol="0">
            <a:spAutoFit/>
          </a:bodyPr>
          <a:lstStyle/>
          <a:p>
            <a:r>
              <a:rPr lang="en-US" sz="1400" dirty="0">
                <a:latin typeface="Montserrat" panose="00000500000000000000" pitchFamily="2" charset="0"/>
              </a:rPr>
              <a:t>Posting advertisements on Facebook page to announce the available offers and hang banners outdoors.</a:t>
            </a:r>
          </a:p>
          <a:p>
            <a:endParaRPr lang="en-US" dirty="0"/>
          </a:p>
        </p:txBody>
      </p:sp>
      <p:sp>
        <p:nvSpPr>
          <p:cNvPr id="33" name="TextBox 32">
            <a:extLst>
              <a:ext uri="{FF2B5EF4-FFF2-40B4-BE49-F238E27FC236}">
                <a16:creationId xmlns:a16="http://schemas.microsoft.com/office/drawing/2014/main" id="{016C4335-CE6E-73A6-F82B-70EEB3AFD589}"/>
              </a:ext>
            </a:extLst>
          </p:cNvPr>
          <p:cNvSpPr txBox="1"/>
          <p:nvPr/>
        </p:nvSpPr>
        <p:spPr>
          <a:xfrm>
            <a:off x="6324646" y="375129"/>
            <a:ext cx="4892511" cy="646331"/>
          </a:xfrm>
          <a:prstGeom prst="rect">
            <a:avLst/>
          </a:prstGeom>
          <a:noFill/>
        </p:spPr>
        <p:txBody>
          <a:bodyPr wrap="square" rtlCol="0">
            <a:spAutoFit/>
          </a:bodyPr>
          <a:lstStyle/>
          <a:p>
            <a:r>
              <a:rPr lang="en-US" sz="3600" b="1" dirty="0">
                <a:solidFill>
                  <a:schemeClr val="accent2"/>
                </a:solidFill>
                <a:latin typeface="Amasis MT Pro Light" panose="02040304050005020304" pitchFamily="18" charset="0"/>
                <a:ea typeface="+mj-ea"/>
                <a:cs typeface="+mj-cs"/>
              </a:rPr>
              <a:t>AIDA Model</a:t>
            </a:r>
          </a:p>
        </p:txBody>
      </p:sp>
      <p:sp>
        <p:nvSpPr>
          <p:cNvPr id="37" name="TextBox 36">
            <a:extLst>
              <a:ext uri="{FF2B5EF4-FFF2-40B4-BE49-F238E27FC236}">
                <a16:creationId xmlns:a16="http://schemas.microsoft.com/office/drawing/2014/main" id="{72D8EDA1-5FBE-8D5B-65D0-70F1F8664FD4}"/>
              </a:ext>
            </a:extLst>
          </p:cNvPr>
          <p:cNvSpPr txBox="1"/>
          <p:nvPr/>
        </p:nvSpPr>
        <p:spPr>
          <a:xfrm>
            <a:off x="8977041" y="3872955"/>
            <a:ext cx="1680640" cy="1569660"/>
          </a:xfrm>
          <a:prstGeom prst="rect">
            <a:avLst/>
          </a:prstGeom>
          <a:noFill/>
        </p:spPr>
        <p:txBody>
          <a:bodyPr wrap="square" rtlCol="0">
            <a:spAutoFit/>
          </a:bodyPr>
          <a:lstStyle/>
          <a:p>
            <a:pPr algn="ctr"/>
            <a:r>
              <a:rPr lang="en-US" sz="1600" dirty="0">
                <a:latin typeface="Calibri" panose="020F0502020204030204" pitchFamily="34" charset="0"/>
                <a:cs typeface="Calibri" panose="020F0502020204030204" pitchFamily="34" charset="0"/>
              </a:rPr>
              <a:t>Action:</a:t>
            </a:r>
          </a:p>
          <a:p>
            <a:pPr algn="ctr"/>
            <a:r>
              <a:rPr lang="en-US" sz="1600" dirty="0">
                <a:effectLst/>
                <a:latin typeface="Calibri" panose="020F0502020204030204" pitchFamily="34" charset="0"/>
                <a:ea typeface="Calibri" panose="020F0502020204030204" pitchFamily="34" charset="0"/>
                <a:cs typeface="Calibri" panose="020F0502020204030204" pitchFamily="34" charset="0"/>
              </a:rPr>
              <a:t>customer start share their post to communicate with lab for test.</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pPr algn="ctr"/>
            <a:endParaRPr lang="en-US" sz="1600" dirty="0">
              <a:latin typeface="Calibri" panose="020F0502020204030204" pitchFamily="34" charset="0"/>
              <a:cs typeface="Calibri" panose="020F0502020204030204" pitchFamily="34" charset="0"/>
            </a:endParaRPr>
          </a:p>
        </p:txBody>
      </p:sp>
      <p:sp>
        <p:nvSpPr>
          <p:cNvPr id="38" name="TextBox 37">
            <a:extLst>
              <a:ext uri="{FF2B5EF4-FFF2-40B4-BE49-F238E27FC236}">
                <a16:creationId xmlns:a16="http://schemas.microsoft.com/office/drawing/2014/main" id="{61986A73-64D0-A58D-5037-18DCEC89E816}"/>
              </a:ext>
            </a:extLst>
          </p:cNvPr>
          <p:cNvSpPr txBox="1"/>
          <p:nvPr/>
        </p:nvSpPr>
        <p:spPr>
          <a:xfrm>
            <a:off x="5532036" y="1867217"/>
            <a:ext cx="1822940" cy="1892473"/>
          </a:xfrm>
          <a:prstGeom prst="rect">
            <a:avLst/>
          </a:prstGeom>
          <a:noFill/>
        </p:spPr>
        <p:txBody>
          <a:bodyPr wrap="square" rtlCol="0">
            <a:spAutoFit/>
          </a:bodyPr>
          <a:lstStyle/>
          <a:p>
            <a:pPr algn="ctr"/>
            <a:r>
              <a:rPr lang="en-US" sz="1600" dirty="0">
                <a:latin typeface="Calibri" panose="020F0502020204030204" pitchFamily="34" charset="0"/>
                <a:cs typeface="Calibri" panose="020F0502020204030204" pitchFamily="34" charset="0"/>
              </a:rPr>
              <a:t>Attention: </a:t>
            </a:r>
          </a:p>
          <a:p>
            <a:pPr algn="ctr"/>
            <a:r>
              <a:rPr lang="en-US" sz="1600" dirty="0">
                <a:effectLst/>
                <a:latin typeface="Calibri" panose="020F0502020204030204" pitchFamily="34" charset="0"/>
                <a:ea typeface="Calibri" panose="020F0502020204030204" pitchFamily="34" charset="0"/>
                <a:cs typeface="Calibri" panose="020F0502020204030204" pitchFamily="34" charset="0"/>
              </a:rPr>
              <a:t>they post ads on their Facebook page about hydrogen breath test.</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endParaRPr lang="en-US" dirty="0"/>
          </a:p>
        </p:txBody>
      </p:sp>
      <p:sp>
        <p:nvSpPr>
          <p:cNvPr id="39" name="TextBox 38">
            <a:extLst>
              <a:ext uri="{FF2B5EF4-FFF2-40B4-BE49-F238E27FC236}">
                <a16:creationId xmlns:a16="http://schemas.microsoft.com/office/drawing/2014/main" id="{793EE95B-B7C7-4FF9-A7B3-1C3FE70D032F}"/>
              </a:ext>
            </a:extLst>
          </p:cNvPr>
          <p:cNvSpPr txBox="1"/>
          <p:nvPr/>
        </p:nvSpPr>
        <p:spPr>
          <a:xfrm>
            <a:off x="7679295" y="1659291"/>
            <a:ext cx="2010308" cy="2308324"/>
          </a:xfrm>
          <a:prstGeom prst="rect">
            <a:avLst/>
          </a:prstGeom>
          <a:noFill/>
        </p:spPr>
        <p:txBody>
          <a:bodyPr wrap="square" rtlCol="0">
            <a:spAutoFit/>
          </a:bodyPr>
          <a:lstStyle/>
          <a:p>
            <a:pPr algn="ctr"/>
            <a:r>
              <a:rPr lang="en-US" sz="1600" dirty="0">
                <a:latin typeface="Calibri" panose="020F0502020204030204" pitchFamily="34" charset="0"/>
                <a:cs typeface="Calibri" panose="020F0502020204030204" pitchFamily="34" charset="0"/>
              </a:rPr>
              <a:t>Interests: </a:t>
            </a:r>
          </a:p>
          <a:p>
            <a:pPr algn="ctr"/>
            <a:r>
              <a:rPr lang="en-US" sz="1400" dirty="0">
                <a:effectLst/>
                <a:latin typeface="Calibri" panose="020F0502020204030204" pitchFamily="34" charset="0"/>
                <a:ea typeface="Calibri" panose="020F0502020204030204" pitchFamily="34" charset="0"/>
                <a:cs typeface="Calibri" panose="020F0502020204030204" pitchFamily="34" charset="0"/>
              </a:rPr>
              <a:t>they tell patients a short brief about that new test, and they are the first lab in Alexandria to prepare for this test, so they create the interest and catch customers’ attention.</a:t>
            </a:r>
            <a:endParaRPr lang="en-US" sz="1400" dirty="0">
              <a:effectLst/>
              <a:latin typeface="Calibri" panose="020F0502020204030204" pitchFamily="34" charset="0"/>
              <a:ea typeface="Calibri" panose="020F0502020204030204" pitchFamily="34" charset="0"/>
              <a:cs typeface="Arial" panose="020B0604020202020204" pitchFamily="34" charset="0"/>
            </a:endParaRPr>
          </a:p>
          <a:p>
            <a:pPr algn="ctr"/>
            <a:endParaRPr lang="en-US" sz="1600" dirty="0"/>
          </a:p>
        </p:txBody>
      </p:sp>
      <p:sp>
        <p:nvSpPr>
          <p:cNvPr id="3" name="TextBox 2">
            <a:extLst>
              <a:ext uri="{FF2B5EF4-FFF2-40B4-BE49-F238E27FC236}">
                <a16:creationId xmlns:a16="http://schemas.microsoft.com/office/drawing/2014/main" id="{CB94A557-9BE9-6581-C8AB-0F08D3F228DD}"/>
              </a:ext>
            </a:extLst>
          </p:cNvPr>
          <p:cNvSpPr txBox="1"/>
          <p:nvPr/>
        </p:nvSpPr>
        <p:spPr>
          <a:xfrm>
            <a:off x="6488665" y="3759690"/>
            <a:ext cx="2153028" cy="1631216"/>
          </a:xfrm>
          <a:prstGeom prst="rect">
            <a:avLst/>
          </a:prstGeom>
          <a:noFill/>
        </p:spPr>
        <p:txBody>
          <a:bodyPr wrap="square" rtlCol="0">
            <a:spAutoFit/>
          </a:bodyPr>
          <a:lstStyle/>
          <a:p>
            <a:pPr algn="ctr"/>
            <a:r>
              <a:rPr lang="en-US" sz="1600" dirty="0">
                <a:latin typeface="Calibri" panose="020F0502020204030204" pitchFamily="34" charset="0"/>
                <a:cs typeface="Calibri" panose="020F0502020204030204" pitchFamily="34" charset="0"/>
              </a:rPr>
              <a:t>Desire: </a:t>
            </a:r>
          </a:p>
          <a:p>
            <a:pPr algn="ctr"/>
            <a:r>
              <a:rPr lang="en-US" sz="1400" dirty="0">
                <a:effectLst/>
                <a:latin typeface="Calibri" panose="020F0502020204030204" pitchFamily="34" charset="0"/>
                <a:ea typeface="Calibri" panose="020F0502020204030204" pitchFamily="34" charset="0"/>
              </a:rPr>
              <a:t>customers become more seeking to know more details about this test and begin to write comments and to ask about more information.</a:t>
            </a:r>
            <a:endParaRPr lang="en-US" sz="1400" dirty="0"/>
          </a:p>
        </p:txBody>
      </p:sp>
      <p:pic>
        <p:nvPicPr>
          <p:cNvPr id="5" name="Picture 4" descr="Graphical user interface&#10;&#10;Description automatically generated">
            <a:extLst>
              <a:ext uri="{FF2B5EF4-FFF2-40B4-BE49-F238E27FC236}">
                <a16:creationId xmlns:a16="http://schemas.microsoft.com/office/drawing/2014/main" id="{38249CAE-C03E-412E-E59C-49DD237E3EF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759676" y="52411"/>
            <a:ext cx="2432324" cy="2836464"/>
          </a:xfrm>
          <a:prstGeom prst="rect">
            <a:avLst/>
          </a:prstGeom>
        </p:spPr>
      </p:pic>
    </p:spTree>
    <p:extLst>
      <p:ext uri="{BB962C8B-B14F-4D97-AF65-F5344CB8AC3E}">
        <p14:creationId xmlns:p14="http://schemas.microsoft.com/office/powerpoint/2010/main" val="33500139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Google Shape;1432;p44">
            <a:extLst>
              <a:ext uri="{FF2B5EF4-FFF2-40B4-BE49-F238E27FC236}">
                <a16:creationId xmlns:a16="http://schemas.microsoft.com/office/drawing/2014/main" id="{117D0334-7AE9-9FA4-B20E-6577EA7699D2}"/>
              </a:ext>
            </a:extLst>
          </p:cNvPr>
          <p:cNvGrpSpPr/>
          <p:nvPr/>
        </p:nvGrpSpPr>
        <p:grpSpPr>
          <a:xfrm>
            <a:off x="6096000" y="3094392"/>
            <a:ext cx="2114924" cy="1888782"/>
            <a:chOff x="4556668" y="1474130"/>
            <a:chExt cx="2114924" cy="1888782"/>
          </a:xfrm>
        </p:grpSpPr>
        <p:sp>
          <p:nvSpPr>
            <p:cNvPr id="31" name="Google Shape;1433;p44">
              <a:extLst>
                <a:ext uri="{FF2B5EF4-FFF2-40B4-BE49-F238E27FC236}">
                  <a16:creationId xmlns:a16="http://schemas.microsoft.com/office/drawing/2014/main" id="{85671A30-EA51-F15B-802A-FB3333EF4853}"/>
                </a:ext>
              </a:extLst>
            </p:cNvPr>
            <p:cNvSpPr/>
            <p:nvPr/>
          </p:nvSpPr>
          <p:spPr>
            <a:xfrm>
              <a:off x="4932427" y="1474130"/>
              <a:ext cx="1165363" cy="1165471"/>
            </a:xfrm>
            <a:custGeom>
              <a:avLst/>
              <a:gdLst/>
              <a:ahLst/>
              <a:cxnLst/>
              <a:rect l="l" t="t" r="r" b="b"/>
              <a:pathLst>
                <a:path w="42935" h="42935" extrusionOk="0">
                  <a:moveTo>
                    <a:pt x="21467" y="1751"/>
                  </a:moveTo>
                  <a:lnTo>
                    <a:pt x="28611" y="8883"/>
                  </a:lnTo>
                  <a:lnTo>
                    <a:pt x="29040" y="8454"/>
                  </a:lnTo>
                  <a:cubicBezTo>
                    <a:pt x="29766" y="7728"/>
                    <a:pt x="30730" y="7323"/>
                    <a:pt x="31766" y="7323"/>
                  </a:cubicBezTo>
                  <a:cubicBezTo>
                    <a:pt x="32790" y="7323"/>
                    <a:pt x="33755" y="7728"/>
                    <a:pt x="34481" y="8454"/>
                  </a:cubicBezTo>
                  <a:cubicBezTo>
                    <a:pt x="35981" y="9954"/>
                    <a:pt x="35981" y="12395"/>
                    <a:pt x="34481" y="13895"/>
                  </a:cubicBezTo>
                  <a:lnTo>
                    <a:pt x="34052" y="14324"/>
                  </a:lnTo>
                  <a:lnTo>
                    <a:pt x="41184" y="21468"/>
                  </a:lnTo>
                  <a:lnTo>
                    <a:pt x="34278" y="28385"/>
                  </a:lnTo>
                  <a:cubicBezTo>
                    <a:pt x="33385" y="27683"/>
                    <a:pt x="32290" y="27302"/>
                    <a:pt x="31147" y="27302"/>
                  </a:cubicBezTo>
                  <a:cubicBezTo>
                    <a:pt x="29790" y="27302"/>
                    <a:pt x="28516" y="27837"/>
                    <a:pt x="27551" y="28790"/>
                  </a:cubicBezTo>
                  <a:cubicBezTo>
                    <a:pt x="26587" y="29754"/>
                    <a:pt x="26063" y="31028"/>
                    <a:pt x="26063" y="32386"/>
                  </a:cubicBezTo>
                  <a:cubicBezTo>
                    <a:pt x="26063" y="33541"/>
                    <a:pt x="26444" y="34624"/>
                    <a:pt x="27147" y="35517"/>
                  </a:cubicBezTo>
                  <a:lnTo>
                    <a:pt x="21467" y="41196"/>
                  </a:lnTo>
                  <a:lnTo>
                    <a:pt x="14324" y="34053"/>
                  </a:lnTo>
                  <a:lnTo>
                    <a:pt x="13895" y="34493"/>
                  </a:lnTo>
                  <a:cubicBezTo>
                    <a:pt x="13169" y="35219"/>
                    <a:pt x="12192" y="35612"/>
                    <a:pt x="11168" y="35612"/>
                  </a:cubicBezTo>
                  <a:cubicBezTo>
                    <a:pt x="10144" y="35612"/>
                    <a:pt x="9168" y="35219"/>
                    <a:pt x="8442" y="34493"/>
                  </a:cubicBezTo>
                  <a:cubicBezTo>
                    <a:pt x="6954" y="32993"/>
                    <a:pt x="6954" y="30552"/>
                    <a:pt x="8442" y="29040"/>
                  </a:cubicBezTo>
                  <a:lnTo>
                    <a:pt x="8882" y="28611"/>
                  </a:lnTo>
                  <a:lnTo>
                    <a:pt x="1751" y="21468"/>
                  </a:lnTo>
                  <a:lnTo>
                    <a:pt x="7418" y="15788"/>
                  </a:lnTo>
                  <a:cubicBezTo>
                    <a:pt x="8311" y="16491"/>
                    <a:pt x="9394" y="16872"/>
                    <a:pt x="10549" y="16872"/>
                  </a:cubicBezTo>
                  <a:cubicBezTo>
                    <a:pt x="11907" y="16872"/>
                    <a:pt x="13181" y="16348"/>
                    <a:pt x="14145" y="15384"/>
                  </a:cubicBezTo>
                  <a:cubicBezTo>
                    <a:pt x="15097" y="14419"/>
                    <a:pt x="15633" y="13145"/>
                    <a:pt x="15633" y="11788"/>
                  </a:cubicBezTo>
                  <a:cubicBezTo>
                    <a:pt x="15633" y="10645"/>
                    <a:pt x="15252" y="9550"/>
                    <a:pt x="14550" y="8657"/>
                  </a:cubicBezTo>
                  <a:lnTo>
                    <a:pt x="21467" y="1751"/>
                  </a:lnTo>
                  <a:close/>
                  <a:moveTo>
                    <a:pt x="21467" y="1"/>
                  </a:moveTo>
                  <a:lnTo>
                    <a:pt x="12835" y="8633"/>
                  </a:lnTo>
                  <a:lnTo>
                    <a:pt x="13264" y="9073"/>
                  </a:lnTo>
                  <a:cubicBezTo>
                    <a:pt x="13990" y="9800"/>
                    <a:pt x="14395" y="10764"/>
                    <a:pt x="14395" y="11788"/>
                  </a:cubicBezTo>
                  <a:cubicBezTo>
                    <a:pt x="14395" y="12824"/>
                    <a:pt x="13990" y="13788"/>
                    <a:pt x="13264" y="14514"/>
                  </a:cubicBezTo>
                  <a:cubicBezTo>
                    <a:pt x="12538" y="15241"/>
                    <a:pt x="11573" y="15634"/>
                    <a:pt x="10549" y="15634"/>
                  </a:cubicBezTo>
                  <a:cubicBezTo>
                    <a:pt x="9525" y="15634"/>
                    <a:pt x="8549" y="15241"/>
                    <a:pt x="7823" y="14514"/>
                  </a:cubicBezTo>
                  <a:lnTo>
                    <a:pt x="7394" y="14074"/>
                  </a:lnTo>
                  <a:lnTo>
                    <a:pt x="0" y="21468"/>
                  </a:lnTo>
                  <a:lnTo>
                    <a:pt x="7168" y="28635"/>
                  </a:lnTo>
                  <a:cubicBezTo>
                    <a:pt x="5608" y="30624"/>
                    <a:pt x="5739" y="33529"/>
                    <a:pt x="7573" y="35362"/>
                  </a:cubicBezTo>
                  <a:cubicBezTo>
                    <a:pt x="8537" y="36315"/>
                    <a:pt x="9811" y="36851"/>
                    <a:pt x="11168" y="36851"/>
                  </a:cubicBezTo>
                  <a:cubicBezTo>
                    <a:pt x="12323" y="36851"/>
                    <a:pt x="13407" y="36470"/>
                    <a:pt x="14300" y="35767"/>
                  </a:cubicBezTo>
                  <a:lnTo>
                    <a:pt x="21467" y="42935"/>
                  </a:lnTo>
                  <a:lnTo>
                    <a:pt x="28861" y="35541"/>
                  </a:lnTo>
                  <a:lnTo>
                    <a:pt x="28421" y="35112"/>
                  </a:lnTo>
                  <a:cubicBezTo>
                    <a:pt x="27694" y="34386"/>
                    <a:pt x="27301" y="33410"/>
                    <a:pt x="27301" y="32386"/>
                  </a:cubicBezTo>
                  <a:cubicBezTo>
                    <a:pt x="27301" y="31362"/>
                    <a:pt x="27694" y="30397"/>
                    <a:pt x="28421" y="29671"/>
                  </a:cubicBezTo>
                  <a:cubicBezTo>
                    <a:pt x="29147" y="28945"/>
                    <a:pt x="30111" y="28540"/>
                    <a:pt x="31147" y="28540"/>
                  </a:cubicBezTo>
                  <a:cubicBezTo>
                    <a:pt x="32171" y="28540"/>
                    <a:pt x="33135" y="28945"/>
                    <a:pt x="33862" y="29671"/>
                  </a:cubicBezTo>
                  <a:lnTo>
                    <a:pt x="34302" y="30100"/>
                  </a:lnTo>
                  <a:lnTo>
                    <a:pt x="42934" y="21468"/>
                  </a:lnTo>
                  <a:lnTo>
                    <a:pt x="35767" y="14300"/>
                  </a:lnTo>
                  <a:cubicBezTo>
                    <a:pt x="37326" y="12312"/>
                    <a:pt x="37184" y="9419"/>
                    <a:pt x="35350" y="7585"/>
                  </a:cubicBezTo>
                  <a:cubicBezTo>
                    <a:pt x="34397" y="6621"/>
                    <a:pt x="33124" y="6097"/>
                    <a:pt x="31766" y="6097"/>
                  </a:cubicBezTo>
                  <a:cubicBezTo>
                    <a:pt x="30611" y="6097"/>
                    <a:pt x="29528" y="6466"/>
                    <a:pt x="28635" y="7168"/>
                  </a:cubicBezTo>
                  <a:lnTo>
                    <a:pt x="21467" y="1"/>
                  </a:lnTo>
                  <a:close/>
                </a:path>
              </a:pathLst>
            </a:custGeom>
            <a:solidFill>
              <a:srgbClr val="0B458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Arial Nova Light"/>
                <a:ea typeface="+mn-ea"/>
                <a:cs typeface="+mn-cs"/>
              </a:endParaRPr>
            </a:p>
          </p:txBody>
        </p:sp>
        <p:sp>
          <p:nvSpPr>
            <p:cNvPr id="37" name="Google Shape;1436;p44">
              <a:extLst>
                <a:ext uri="{FF2B5EF4-FFF2-40B4-BE49-F238E27FC236}">
                  <a16:creationId xmlns:a16="http://schemas.microsoft.com/office/drawing/2014/main" id="{438E0B17-AC4B-2E56-525D-298816E25207}"/>
                </a:ext>
              </a:extLst>
            </p:cNvPr>
            <p:cNvSpPr txBox="1"/>
            <p:nvPr/>
          </p:nvSpPr>
          <p:spPr>
            <a:xfrm>
              <a:off x="4556668" y="2933312"/>
              <a:ext cx="2114924" cy="4296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700" b="0" i="0" u="none" strike="noStrike" kern="1200" cap="none" spc="0" normalizeH="0" baseline="0" noProof="0" dirty="0">
                  <a:ln>
                    <a:noFill/>
                  </a:ln>
                  <a:solidFill>
                    <a:prstClr val="black"/>
                  </a:solidFill>
                  <a:effectLst/>
                  <a:uLnTx/>
                  <a:uFillTx/>
                  <a:latin typeface="Fira Sans Extra Condensed Medium"/>
                  <a:ea typeface="Fira Sans Extra Condensed Medium"/>
                  <a:cs typeface="Fira Sans Extra Condensed Medium"/>
                  <a:sym typeface="Fira Sans Extra Condensed Medium"/>
                </a:rPr>
                <a:t>Sales Percentage</a:t>
              </a:r>
            </a:p>
          </p:txBody>
        </p:sp>
        <p:grpSp>
          <p:nvGrpSpPr>
            <p:cNvPr id="33" name="Google Shape;1437;p44">
              <a:extLst>
                <a:ext uri="{FF2B5EF4-FFF2-40B4-BE49-F238E27FC236}">
                  <a16:creationId xmlns:a16="http://schemas.microsoft.com/office/drawing/2014/main" id="{E509EF9C-38E8-0B5C-6DBE-39E7445ACB3C}"/>
                </a:ext>
              </a:extLst>
            </p:cNvPr>
            <p:cNvGrpSpPr/>
            <p:nvPr/>
          </p:nvGrpSpPr>
          <p:grpSpPr>
            <a:xfrm rot="-5400000">
              <a:off x="5404764" y="2738780"/>
              <a:ext cx="220530" cy="198202"/>
              <a:chOff x="10255975" y="2077663"/>
              <a:chExt cx="158975" cy="142900"/>
            </a:xfrm>
          </p:grpSpPr>
          <p:sp>
            <p:nvSpPr>
              <p:cNvPr id="34" name="Google Shape;1438;p44">
                <a:extLst>
                  <a:ext uri="{FF2B5EF4-FFF2-40B4-BE49-F238E27FC236}">
                    <a16:creationId xmlns:a16="http://schemas.microsoft.com/office/drawing/2014/main" id="{B5E31F16-C671-0B31-E7E1-463CC1A01F1D}"/>
                  </a:ext>
                </a:extLst>
              </p:cNvPr>
              <p:cNvSpPr/>
              <p:nvPr/>
            </p:nvSpPr>
            <p:spPr>
              <a:xfrm>
                <a:off x="10326225" y="2077663"/>
                <a:ext cx="88725" cy="142900"/>
              </a:xfrm>
              <a:custGeom>
                <a:avLst/>
                <a:gdLst/>
                <a:ahLst/>
                <a:cxnLst/>
                <a:rect l="l" t="t" r="r" b="b"/>
                <a:pathLst>
                  <a:path w="3549" h="5716" extrusionOk="0">
                    <a:moveTo>
                      <a:pt x="2858" y="0"/>
                    </a:moveTo>
                    <a:lnTo>
                      <a:pt x="1" y="2858"/>
                    </a:lnTo>
                    <a:lnTo>
                      <a:pt x="2858" y="5715"/>
                    </a:lnTo>
                    <a:lnTo>
                      <a:pt x="3513" y="5060"/>
                    </a:lnTo>
                    <a:lnTo>
                      <a:pt x="1346" y="2893"/>
                    </a:lnTo>
                    <a:lnTo>
                      <a:pt x="3549" y="691"/>
                    </a:lnTo>
                    <a:lnTo>
                      <a:pt x="2858" y="0"/>
                    </a:lnTo>
                    <a:close/>
                  </a:path>
                </a:pathLst>
              </a:custGeom>
              <a:solidFill>
                <a:srgbClr val="0B458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Arial Nova Light"/>
                  <a:ea typeface="+mn-ea"/>
                  <a:cs typeface="+mn-cs"/>
                </a:endParaRPr>
              </a:p>
            </p:txBody>
          </p:sp>
          <p:sp>
            <p:nvSpPr>
              <p:cNvPr id="35" name="Google Shape;1439;p44">
                <a:extLst>
                  <a:ext uri="{FF2B5EF4-FFF2-40B4-BE49-F238E27FC236}">
                    <a16:creationId xmlns:a16="http://schemas.microsoft.com/office/drawing/2014/main" id="{11783EAE-CAE6-79E6-103A-0B0EA89CA880}"/>
                  </a:ext>
                </a:extLst>
              </p:cNvPr>
              <p:cNvSpPr/>
              <p:nvPr/>
            </p:nvSpPr>
            <p:spPr>
              <a:xfrm>
                <a:off x="10255975" y="2077663"/>
                <a:ext cx="88725" cy="142900"/>
              </a:xfrm>
              <a:custGeom>
                <a:avLst/>
                <a:gdLst/>
                <a:ahLst/>
                <a:cxnLst/>
                <a:rect l="l" t="t" r="r" b="b"/>
                <a:pathLst>
                  <a:path w="3549" h="5716" extrusionOk="0">
                    <a:moveTo>
                      <a:pt x="2858" y="0"/>
                    </a:moveTo>
                    <a:lnTo>
                      <a:pt x="1" y="2858"/>
                    </a:lnTo>
                    <a:lnTo>
                      <a:pt x="2858" y="5715"/>
                    </a:lnTo>
                    <a:lnTo>
                      <a:pt x="3513" y="5060"/>
                    </a:lnTo>
                    <a:lnTo>
                      <a:pt x="1346" y="2893"/>
                    </a:lnTo>
                    <a:lnTo>
                      <a:pt x="3549" y="691"/>
                    </a:lnTo>
                    <a:lnTo>
                      <a:pt x="2858" y="0"/>
                    </a:lnTo>
                    <a:close/>
                  </a:path>
                </a:pathLst>
              </a:custGeom>
              <a:solidFill>
                <a:srgbClr val="0B458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Arial Nova Light"/>
                  <a:ea typeface="+mn-ea"/>
                  <a:cs typeface="+mn-cs"/>
                </a:endParaRPr>
              </a:p>
            </p:txBody>
          </p:sp>
        </p:grpSp>
      </p:grpSp>
      <p:grpSp>
        <p:nvGrpSpPr>
          <p:cNvPr id="38" name="Google Shape;1440;p44">
            <a:extLst>
              <a:ext uri="{FF2B5EF4-FFF2-40B4-BE49-F238E27FC236}">
                <a16:creationId xmlns:a16="http://schemas.microsoft.com/office/drawing/2014/main" id="{1017E5CD-0329-6A7B-60F9-A292B8C9081E}"/>
              </a:ext>
            </a:extLst>
          </p:cNvPr>
          <p:cNvGrpSpPr/>
          <p:nvPr/>
        </p:nvGrpSpPr>
        <p:grpSpPr>
          <a:xfrm flipH="1">
            <a:off x="6885480" y="3497636"/>
            <a:ext cx="390657" cy="358982"/>
            <a:chOff x="1952836" y="2774422"/>
            <a:chExt cx="372835" cy="342573"/>
          </a:xfrm>
        </p:grpSpPr>
        <p:sp>
          <p:nvSpPr>
            <p:cNvPr id="39" name="Google Shape;1441;p44">
              <a:extLst>
                <a:ext uri="{FF2B5EF4-FFF2-40B4-BE49-F238E27FC236}">
                  <a16:creationId xmlns:a16="http://schemas.microsoft.com/office/drawing/2014/main" id="{5BE72989-DB66-1577-AE99-53BC7E840710}"/>
                </a:ext>
              </a:extLst>
            </p:cNvPr>
            <p:cNvSpPr/>
            <p:nvPr/>
          </p:nvSpPr>
          <p:spPr>
            <a:xfrm>
              <a:off x="2076490" y="3057581"/>
              <a:ext cx="40869" cy="40869"/>
            </a:xfrm>
            <a:custGeom>
              <a:avLst/>
              <a:gdLst/>
              <a:ahLst/>
              <a:cxnLst/>
              <a:rect l="l" t="t" r="r" b="b"/>
              <a:pathLst>
                <a:path w="1287" h="1287" extrusionOk="0">
                  <a:moveTo>
                    <a:pt x="643" y="346"/>
                  </a:moveTo>
                  <a:cubicBezTo>
                    <a:pt x="810" y="346"/>
                    <a:pt x="941" y="477"/>
                    <a:pt x="941" y="644"/>
                  </a:cubicBezTo>
                  <a:cubicBezTo>
                    <a:pt x="941" y="811"/>
                    <a:pt x="810" y="941"/>
                    <a:pt x="643" y="941"/>
                  </a:cubicBezTo>
                  <a:cubicBezTo>
                    <a:pt x="476" y="941"/>
                    <a:pt x="345" y="811"/>
                    <a:pt x="345" y="644"/>
                  </a:cubicBezTo>
                  <a:cubicBezTo>
                    <a:pt x="345" y="477"/>
                    <a:pt x="476" y="346"/>
                    <a:pt x="643" y="346"/>
                  </a:cubicBezTo>
                  <a:close/>
                  <a:moveTo>
                    <a:pt x="643" y="1"/>
                  </a:moveTo>
                  <a:cubicBezTo>
                    <a:pt x="286" y="1"/>
                    <a:pt x="0" y="287"/>
                    <a:pt x="0" y="644"/>
                  </a:cubicBezTo>
                  <a:cubicBezTo>
                    <a:pt x="0" y="1001"/>
                    <a:pt x="286" y="1287"/>
                    <a:pt x="643" y="1287"/>
                  </a:cubicBezTo>
                  <a:cubicBezTo>
                    <a:pt x="1000" y="1287"/>
                    <a:pt x="1286" y="1001"/>
                    <a:pt x="1286" y="644"/>
                  </a:cubicBezTo>
                  <a:cubicBezTo>
                    <a:pt x="1286" y="287"/>
                    <a:pt x="1000" y="1"/>
                    <a:pt x="643"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Arial Nova Light"/>
                <a:ea typeface="+mn-ea"/>
                <a:cs typeface="+mn-cs"/>
              </a:endParaRPr>
            </a:p>
          </p:txBody>
        </p:sp>
        <p:sp>
          <p:nvSpPr>
            <p:cNvPr id="40" name="Google Shape;1442;p44">
              <a:extLst>
                <a:ext uri="{FF2B5EF4-FFF2-40B4-BE49-F238E27FC236}">
                  <a16:creationId xmlns:a16="http://schemas.microsoft.com/office/drawing/2014/main" id="{11F620C3-7794-DE3A-18A7-F0D18B6CF615}"/>
                </a:ext>
              </a:extLst>
            </p:cNvPr>
            <p:cNvSpPr/>
            <p:nvPr/>
          </p:nvSpPr>
          <p:spPr>
            <a:xfrm>
              <a:off x="2208432" y="3057581"/>
              <a:ext cx="40869" cy="40869"/>
            </a:xfrm>
            <a:custGeom>
              <a:avLst/>
              <a:gdLst/>
              <a:ahLst/>
              <a:cxnLst/>
              <a:rect l="l" t="t" r="r" b="b"/>
              <a:pathLst>
                <a:path w="1287" h="1287" extrusionOk="0">
                  <a:moveTo>
                    <a:pt x="643" y="346"/>
                  </a:moveTo>
                  <a:cubicBezTo>
                    <a:pt x="810" y="346"/>
                    <a:pt x="941" y="477"/>
                    <a:pt x="941" y="644"/>
                  </a:cubicBezTo>
                  <a:cubicBezTo>
                    <a:pt x="941" y="811"/>
                    <a:pt x="810" y="941"/>
                    <a:pt x="643" y="941"/>
                  </a:cubicBezTo>
                  <a:cubicBezTo>
                    <a:pt x="477" y="941"/>
                    <a:pt x="346" y="811"/>
                    <a:pt x="346" y="644"/>
                  </a:cubicBezTo>
                  <a:cubicBezTo>
                    <a:pt x="346" y="477"/>
                    <a:pt x="477" y="346"/>
                    <a:pt x="643" y="346"/>
                  </a:cubicBezTo>
                  <a:close/>
                  <a:moveTo>
                    <a:pt x="643" y="1"/>
                  </a:moveTo>
                  <a:cubicBezTo>
                    <a:pt x="286" y="1"/>
                    <a:pt x="0" y="287"/>
                    <a:pt x="0" y="644"/>
                  </a:cubicBezTo>
                  <a:cubicBezTo>
                    <a:pt x="0" y="1001"/>
                    <a:pt x="286" y="1287"/>
                    <a:pt x="643" y="1287"/>
                  </a:cubicBezTo>
                  <a:cubicBezTo>
                    <a:pt x="1001" y="1287"/>
                    <a:pt x="1286" y="1001"/>
                    <a:pt x="1286" y="644"/>
                  </a:cubicBezTo>
                  <a:cubicBezTo>
                    <a:pt x="1286" y="287"/>
                    <a:pt x="1001" y="1"/>
                    <a:pt x="643"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Arial Nova Light"/>
                <a:ea typeface="+mn-ea"/>
                <a:cs typeface="+mn-cs"/>
              </a:endParaRPr>
            </a:p>
          </p:txBody>
        </p:sp>
        <p:sp>
          <p:nvSpPr>
            <p:cNvPr id="41" name="Google Shape;1443;p44">
              <a:extLst>
                <a:ext uri="{FF2B5EF4-FFF2-40B4-BE49-F238E27FC236}">
                  <a16:creationId xmlns:a16="http://schemas.microsoft.com/office/drawing/2014/main" id="{74672AEA-CA75-C9A2-6C9C-0AA458FFCA5D}"/>
                </a:ext>
              </a:extLst>
            </p:cNvPr>
            <p:cNvSpPr/>
            <p:nvPr/>
          </p:nvSpPr>
          <p:spPr>
            <a:xfrm>
              <a:off x="1952836" y="2774422"/>
              <a:ext cx="372835" cy="342573"/>
            </a:xfrm>
            <a:custGeom>
              <a:avLst/>
              <a:gdLst/>
              <a:ahLst/>
              <a:cxnLst/>
              <a:rect l="l" t="t" r="r" b="b"/>
              <a:pathLst>
                <a:path w="11741" h="10788" extrusionOk="0">
                  <a:moveTo>
                    <a:pt x="5382" y="1988"/>
                  </a:moveTo>
                  <a:lnTo>
                    <a:pt x="5382" y="3001"/>
                  </a:lnTo>
                  <a:lnTo>
                    <a:pt x="4359" y="3001"/>
                  </a:lnTo>
                  <a:lnTo>
                    <a:pt x="4359" y="1988"/>
                  </a:lnTo>
                  <a:close/>
                  <a:moveTo>
                    <a:pt x="6752" y="1988"/>
                  </a:moveTo>
                  <a:lnTo>
                    <a:pt x="6752" y="3001"/>
                  </a:lnTo>
                  <a:lnTo>
                    <a:pt x="5728" y="3001"/>
                  </a:lnTo>
                  <a:lnTo>
                    <a:pt x="5728" y="1988"/>
                  </a:lnTo>
                  <a:close/>
                  <a:moveTo>
                    <a:pt x="8121" y="1988"/>
                  </a:moveTo>
                  <a:lnTo>
                    <a:pt x="8121" y="3001"/>
                  </a:lnTo>
                  <a:lnTo>
                    <a:pt x="7097" y="3001"/>
                  </a:lnTo>
                  <a:lnTo>
                    <a:pt x="7097" y="1988"/>
                  </a:lnTo>
                  <a:close/>
                  <a:moveTo>
                    <a:pt x="9490" y="1988"/>
                  </a:moveTo>
                  <a:lnTo>
                    <a:pt x="9490" y="3001"/>
                  </a:lnTo>
                  <a:lnTo>
                    <a:pt x="8466" y="3001"/>
                  </a:lnTo>
                  <a:lnTo>
                    <a:pt x="8466" y="1988"/>
                  </a:lnTo>
                  <a:close/>
                  <a:moveTo>
                    <a:pt x="10324" y="1988"/>
                  </a:moveTo>
                  <a:lnTo>
                    <a:pt x="10085" y="3001"/>
                  </a:lnTo>
                  <a:lnTo>
                    <a:pt x="9847" y="3001"/>
                  </a:lnTo>
                  <a:lnTo>
                    <a:pt x="9847" y="1988"/>
                  </a:lnTo>
                  <a:close/>
                  <a:moveTo>
                    <a:pt x="4001" y="2000"/>
                  </a:moveTo>
                  <a:lnTo>
                    <a:pt x="4001" y="3012"/>
                  </a:lnTo>
                  <a:lnTo>
                    <a:pt x="3311" y="3012"/>
                  </a:lnTo>
                  <a:lnTo>
                    <a:pt x="2965" y="2000"/>
                  </a:lnTo>
                  <a:close/>
                  <a:moveTo>
                    <a:pt x="10014" y="3334"/>
                  </a:moveTo>
                  <a:lnTo>
                    <a:pt x="9847" y="4048"/>
                  </a:lnTo>
                  <a:lnTo>
                    <a:pt x="9847" y="3334"/>
                  </a:lnTo>
                  <a:close/>
                  <a:moveTo>
                    <a:pt x="4013" y="3334"/>
                  </a:moveTo>
                  <a:lnTo>
                    <a:pt x="4013" y="4370"/>
                  </a:lnTo>
                  <a:lnTo>
                    <a:pt x="3823" y="4370"/>
                  </a:lnTo>
                  <a:lnTo>
                    <a:pt x="3454" y="3334"/>
                  </a:lnTo>
                  <a:close/>
                  <a:moveTo>
                    <a:pt x="5371" y="3334"/>
                  </a:moveTo>
                  <a:lnTo>
                    <a:pt x="5371" y="4370"/>
                  </a:lnTo>
                  <a:lnTo>
                    <a:pt x="4347" y="4370"/>
                  </a:lnTo>
                  <a:lnTo>
                    <a:pt x="4347" y="3334"/>
                  </a:lnTo>
                  <a:close/>
                  <a:moveTo>
                    <a:pt x="6752" y="3334"/>
                  </a:moveTo>
                  <a:lnTo>
                    <a:pt x="6752" y="4370"/>
                  </a:lnTo>
                  <a:lnTo>
                    <a:pt x="5728" y="4370"/>
                  </a:lnTo>
                  <a:lnTo>
                    <a:pt x="5728" y="3334"/>
                  </a:lnTo>
                  <a:close/>
                  <a:moveTo>
                    <a:pt x="8121" y="3358"/>
                  </a:moveTo>
                  <a:lnTo>
                    <a:pt x="8121" y="4382"/>
                  </a:lnTo>
                  <a:lnTo>
                    <a:pt x="7097" y="4382"/>
                  </a:lnTo>
                  <a:lnTo>
                    <a:pt x="7097" y="3358"/>
                  </a:lnTo>
                  <a:close/>
                  <a:moveTo>
                    <a:pt x="9514" y="3358"/>
                  </a:moveTo>
                  <a:lnTo>
                    <a:pt x="9514" y="4382"/>
                  </a:lnTo>
                  <a:lnTo>
                    <a:pt x="8478" y="4382"/>
                  </a:lnTo>
                  <a:lnTo>
                    <a:pt x="8478" y="3358"/>
                  </a:lnTo>
                  <a:close/>
                  <a:moveTo>
                    <a:pt x="4001" y="4727"/>
                  </a:moveTo>
                  <a:lnTo>
                    <a:pt x="4001" y="4941"/>
                  </a:lnTo>
                  <a:lnTo>
                    <a:pt x="3930" y="4727"/>
                  </a:lnTo>
                  <a:close/>
                  <a:moveTo>
                    <a:pt x="5371" y="4715"/>
                  </a:moveTo>
                  <a:lnTo>
                    <a:pt x="5371" y="5525"/>
                  </a:lnTo>
                  <a:cubicBezTo>
                    <a:pt x="5297" y="5521"/>
                    <a:pt x="5230" y="5520"/>
                    <a:pt x="5167" y="5520"/>
                  </a:cubicBezTo>
                  <a:cubicBezTo>
                    <a:pt x="5049" y="5520"/>
                    <a:pt x="4947" y="5524"/>
                    <a:pt x="4854" y="5524"/>
                  </a:cubicBezTo>
                  <a:cubicBezTo>
                    <a:pt x="4666" y="5524"/>
                    <a:pt x="4516" y="5507"/>
                    <a:pt x="4347" y="5406"/>
                  </a:cubicBezTo>
                  <a:lnTo>
                    <a:pt x="4347" y="4715"/>
                  </a:lnTo>
                  <a:close/>
                  <a:moveTo>
                    <a:pt x="6752" y="4727"/>
                  </a:moveTo>
                  <a:lnTo>
                    <a:pt x="6752" y="5525"/>
                  </a:lnTo>
                  <a:lnTo>
                    <a:pt x="5728" y="5525"/>
                  </a:lnTo>
                  <a:lnTo>
                    <a:pt x="5728" y="4727"/>
                  </a:lnTo>
                  <a:close/>
                  <a:moveTo>
                    <a:pt x="8121" y="4727"/>
                  </a:moveTo>
                  <a:lnTo>
                    <a:pt x="8121" y="5525"/>
                  </a:lnTo>
                  <a:lnTo>
                    <a:pt x="7097" y="5525"/>
                  </a:lnTo>
                  <a:lnTo>
                    <a:pt x="7097" y="4727"/>
                  </a:lnTo>
                  <a:close/>
                  <a:moveTo>
                    <a:pt x="9490" y="4727"/>
                  </a:moveTo>
                  <a:lnTo>
                    <a:pt x="9490" y="5525"/>
                  </a:lnTo>
                  <a:lnTo>
                    <a:pt x="8466" y="5525"/>
                  </a:lnTo>
                  <a:lnTo>
                    <a:pt x="8466" y="4727"/>
                  </a:lnTo>
                  <a:close/>
                  <a:moveTo>
                    <a:pt x="4537" y="8680"/>
                  </a:moveTo>
                  <a:cubicBezTo>
                    <a:pt x="5025" y="8680"/>
                    <a:pt x="5418" y="9085"/>
                    <a:pt x="5418" y="9561"/>
                  </a:cubicBezTo>
                  <a:cubicBezTo>
                    <a:pt x="5418" y="10037"/>
                    <a:pt x="5025" y="10442"/>
                    <a:pt x="4537" y="10442"/>
                  </a:cubicBezTo>
                  <a:cubicBezTo>
                    <a:pt x="4049" y="10442"/>
                    <a:pt x="3656" y="10049"/>
                    <a:pt x="3656" y="9561"/>
                  </a:cubicBezTo>
                  <a:cubicBezTo>
                    <a:pt x="3656" y="9085"/>
                    <a:pt x="4049" y="8680"/>
                    <a:pt x="4537" y="8680"/>
                  </a:cubicBezTo>
                  <a:close/>
                  <a:moveTo>
                    <a:pt x="8692" y="8680"/>
                  </a:moveTo>
                  <a:cubicBezTo>
                    <a:pt x="9181" y="8680"/>
                    <a:pt x="9573" y="9085"/>
                    <a:pt x="9573" y="9561"/>
                  </a:cubicBezTo>
                  <a:cubicBezTo>
                    <a:pt x="9573" y="10037"/>
                    <a:pt x="9181" y="10442"/>
                    <a:pt x="8692" y="10442"/>
                  </a:cubicBezTo>
                  <a:cubicBezTo>
                    <a:pt x="8204" y="10442"/>
                    <a:pt x="7811" y="10049"/>
                    <a:pt x="7811" y="9561"/>
                  </a:cubicBezTo>
                  <a:cubicBezTo>
                    <a:pt x="7811" y="9085"/>
                    <a:pt x="8204" y="8680"/>
                    <a:pt x="8692" y="8680"/>
                  </a:cubicBezTo>
                  <a:close/>
                  <a:moveTo>
                    <a:pt x="620" y="0"/>
                  </a:moveTo>
                  <a:cubicBezTo>
                    <a:pt x="287" y="0"/>
                    <a:pt x="1" y="286"/>
                    <a:pt x="1" y="631"/>
                  </a:cubicBezTo>
                  <a:cubicBezTo>
                    <a:pt x="1" y="976"/>
                    <a:pt x="287" y="1250"/>
                    <a:pt x="620" y="1250"/>
                  </a:cubicBezTo>
                  <a:lnTo>
                    <a:pt x="1394" y="1250"/>
                  </a:lnTo>
                  <a:lnTo>
                    <a:pt x="2346" y="3965"/>
                  </a:lnTo>
                  <a:cubicBezTo>
                    <a:pt x="2374" y="4029"/>
                    <a:pt x="2444" y="4072"/>
                    <a:pt x="2513" y="4072"/>
                  </a:cubicBezTo>
                  <a:cubicBezTo>
                    <a:pt x="2533" y="4072"/>
                    <a:pt x="2553" y="4068"/>
                    <a:pt x="2573" y="4060"/>
                  </a:cubicBezTo>
                  <a:cubicBezTo>
                    <a:pt x="2668" y="4036"/>
                    <a:pt x="2704" y="3929"/>
                    <a:pt x="2680" y="3846"/>
                  </a:cubicBezTo>
                  <a:cubicBezTo>
                    <a:pt x="1739" y="1191"/>
                    <a:pt x="1692" y="1072"/>
                    <a:pt x="1692" y="1072"/>
                  </a:cubicBezTo>
                  <a:cubicBezTo>
                    <a:pt x="1656" y="965"/>
                    <a:pt x="1561" y="905"/>
                    <a:pt x="1441" y="905"/>
                  </a:cubicBezTo>
                  <a:lnTo>
                    <a:pt x="620" y="905"/>
                  </a:lnTo>
                  <a:cubicBezTo>
                    <a:pt x="465" y="905"/>
                    <a:pt x="346" y="774"/>
                    <a:pt x="346" y="631"/>
                  </a:cubicBezTo>
                  <a:cubicBezTo>
                    <a:pt x="346" y="464"/>
                    <a:pt x="477" y="345"/>
                    <a:pt x="620" y="345"/>
                  </a:cubicBezTo>
                  <a:lnTo>
                    <a:pt x="1441" y="345"/>
                  </a:lnTo>
                  <a:cubicBezTo>
                    <a:pt x="1787" y="345"/>
                    <a:pt x="2084" y="536"/>
                    <a:pt x="2215" y="845"/>
                  </a:cubicBezTo>
                  <a:cubicBezTo>
                    <a:pt x="2418" y="1429"/>
                    <a:pt x="3585" y="4703"/>
                    <a:pt x="3751" y="5191"/>
                  </a:cubicBezTo>
                  <a:cubicBezTo>
                    <a:pt x="3870" y="5548"/>
                    <a:pt x="4287" y="5882"/>
                    <a:pt x="4775" y="5882"/>
                  </a:cubicBezTo>
                  <a:lnTo>
                    <a:pt x="10978" y="5882"/>
                  </a:lnTo>
                  <a:cubicBezTo>
                    <a:pt x="11145" y="5882"/>
                    <a:pt x="11264" y="6013"/>
                    <a:pt x="11264" y="6168"/>
                  </a:cubicBezTo>
                  <a:cubicBezTo>
                    <a:pt x="11264" y="6322"/>
                    <a:pt x="11133" y="6441"/>
                    <a:pt x="10978" y="6441"/>
                  </a:cubicBezTo>
                  <a:lnTo>
                    <a:pt x="4775" y="6441"/>
                  </a:lnTo>
                  <a:cubicBezTo>
                    <a:pt x="4108" y="6441"/>
                    <a:pt x="3489" y="6049"/>
                    <a:pt x="3227" y="5417"/>
                  </a:cubicBezTo>
                  <a:lnTo>
                    <a:pt x="2882" y="4453"/>
                  </a:lnTo>
                  <a:cubicBezTo>
                    <a:pt x="2863" y="4377"/>
                    <a:pt x="2791" y="4339"/>
                    <a:pt x="2720" y="4339"/>
                  </a:cubicBezTo>
                  <a:cubicBezTo>
                    <a:pt x="2702" y="4339"/>
                    <a:pt x="2684" y="4341"/>
                    <a:pt x="2668" y="4346"/>
                  </a:cubicBezTo>
                  <a:cubicBezTo>
                    <a:pt x="2573" y="4382"/>
                    <a:pt x="2525" y="4477"/>
                    <a:pt x="2561" y="4572"/>
                  </a:cubicBezTo>
                  <a:cubicBezTo>
                    <a:pt x="2846" y="5275"/>
                    <a:pt x="2846" y="5596"/>
                    <a:pt x="3180" y="6013"/>
                  </a:cubicBezTo>
                  <a:lnTo>
                    <a:pt x="2799" y="6560"/>
                  </a:lnTo>
                  <a:cubicBezTo>
                    <a:pt x="2215" y="7394"/>
                    <a:pt x="2715" y="8549"/>
                    <a:pt x="3716" y="8680"/>
                  </a:cubicBezTo>
                  <a:cubicBezTo>
                    <a:pt x="2918" y="9418"/>
                    <a:pt x="3442" y="10787"/>
                    <a:pt x="4549" y="10787"/>
                  </a:cubicBezTo>
                  <a:cubicBezTo>
                    <a:pt x="5656" y="10787"/>
                    <a:pt x="6168" y="9454"/>
                    <a:pt x="5394" y="8692"/>
                  </a:cubicBezTo>
                  <a:lnTo>
                    <a:pt x="7871" y="8692"/>
                  </a:lnTo>
                  <a:cubicBezTo>
                    <a:pt x="7085" y="9454"/>
                    <a:pt x="7621" y="10787"/>
                    <a:pt x="8716" y="10787"/>
                  </a:cubicBezTo>
                  <a:cubicBezTo>
                    <a:pt x="9823" y="10787"/>
                    <a:pt x="10335" y="9454"/>
                    <a:pt x="9562" y="8692"/>
                  </a:cubicBezTo>
                  <a:lnTo>
                    <a:pt x="9788" y="8692"/>
                  </a:lnTo>
                  <a:cubicBezTo>
                    <a:pt x="10133" y="8692"/>
                    <a:pt x="10419" y="8406"/>
                    <a:pt x="10419" y="8073"/>
                  </a:cubicBezTo>
                  <a:cubicBezTo>
                    <a:pt x="10419" y="7727"/>
                    <a:pt x="10133" y="7442"/>
                    <a:pt x="9788" y="7442"/>
                  </a:cubicBezTo>
                  <a:lnTo>
                    <a:pt x="8228" y="7442"/>
                  </a:lnTo>
                  <a:cubicBezTo>
                    <a:pt x="8133" y="7442"/>
                    <a:pt x="8061" y="7513"/>
                    <a:pt x="8061" y="7608"/>
                  </a:cubicBezTo>
                  <a:cubicBezTo>
                    <a:pt x="8061" y="7692"/>
                    <a:pt x="8133" y="7775"/>
                    <a:pt x="8228" y="7775"/>
                  </a:cubicBezTo>
                  <a:lnTo>
                    <a:pt x="9788" y="7775"/>
                  </a:lnTo>
                  <a:cubicBezTo>
                    <a:pt x="9954" y="7775"/>
                    <a:pt x="10074" y="7906"/>
                    <a:pt x="10074" y="8049"/>
                  </a:cubicBezTo>
                  <a:cubicBezTo>
                    <a:pt x="10074" y="8215"/>
                    <a:pt x="9943" y="8335"/>
                    <a:pt x="9788" y="8335"/>
                  </a:cubicBezTo>
                  <a:lnTo>
                    <a:pt x="3930" y="8335"/>
                  </a:lnTo>
                  <a:cubicBezTo>
                    <a:pt x="3108" y="8335"/>
                    <a:pt x="2620" y="7418"/>
                    <a:pt x="3096" y="6739"/>
                  </a:cubicBezTo>
                  <a:lnTo>
                    <a:pt x="3442" y="6251"/>
                  </a:lnTo>
                  <a:cubicBezTo>
                    <a:pt x="3573" y="6382"/>
                    <a:pt x="3739" y="6489"/>
                    <a:pt x="3906" y="6560"/>
                  </a:cubicBezTo>
                  <a:lnTo>
                    <a:pt x="3573" y="7072"/>
                  </a:lnTo>
                  <a:cubicBezTo>
                    <a:pt x="3358" y="7370"/>
                    <a:pt x="3573" y="7775"/>
                    <a:pt x="3942" y="7775"/>
                  </a:cubicBezTo>
                  <a:lnTo>
                    <a:pt x="7609" y="7775"/>
                  </a:lnTo>
                  <a:cubicBezTo>
                    <a:pt x="7692" y="7775"/>
                    <a:pt x="7764" y="7692"/>
                    <a:pt x="7764" y="7608"/>
                  </a:cubicBezTo>
                  <a:cubicBezTo>
                    <a:pt x="7764" y="7513"/>
                    <a:pt x="7692" y="7442"/>
                    <a:pt x="7609" y="7442"/>
                  </a:cubicBezTo>
                  <a:lnTo>
                    <a:pt x="3942" y="7442"/>
                  </a:lnTo>
                  <a:cubicBezTo>
                    <a:pt x="3847" y="7442"/>
                    <a:pt x="3811" y="7334"/>
                    <a:pt x="3847" y="7263"/>
                  </a:cubicBezTo>
                  <a:lnTo>
                    <a:pt x="4251" y="6703"/>
                  </a:lnTo>
                  <a:cubicBezTo>
                    <a:pt x="4465" y="6762"/>
                    <a:pt x="4535" y="6775"/>
                    <a:pt x="5134" y="6775"/>
                  </a:cubicBezTo>
                  <a:cubicBezTo>
                    <a:pt x="5630" y="6775"/>
                    <a:pt x="6490" y="6766"/>
                    <a:pt x="8097" y="6766"/>
                  </a:cubicBezTo>
                  <a:cubicBezTo>
                    <a:pt x="8881" y="6766"/>
                    <a:pt x="9842" y="6768"/>
                    <a:pt x="11026" y="6775"/>
                  </a:cubicBezTo>
                  <a:cubicBezTo>
                    <a:pt x="11371" y="6775"/>
                    <a:pt x="11645" y="6489"/>
                    <a:pt x="11645" y="6144"/>
                  </a:cubicBezTo>
                  <a:cubicBezTo>
                    <a:pt x="11598" y="5810"/>
                    <a:pt x="11312" y="5525"/>
                    <a:pt x="10966" y="5525"/>
                  </a:cubicBezTo>
                  <a:lnTo>
                    <a:pt x="10788" y="5525"/>
                  </a:lnTo>
                  <a:lnTo>
                    <a:pt x="11598" y="2048"/>
                  </a:lnTo>
                  <a:cubicBezTo>
                    <a:pt x="11740" y="1393"/>
                    <a:pt x="11252" y="762"/>
                    <a:pt x="10562" y="762"/>
                  </a:cubicBezTo>
                  <a:lnTo>
                    <a:pt x="7252" y="762"/>
                  </a:lnTo>
                  <a:cubicBezTo>
                    <a:pt x="7156" y="762"/>
                    <a:pt x="7085" y="834"/>
                    <a:pt x="7085" y="929"/>
                  </a:cubicBezTo>
                  <a:cubicBezTo>
                    <a:pt x="7085" y="1012"/>
                    <a:pt x="7156" y="1096"/>
                    <a:pt x="7252" y="1096"/>
                  </a:cubicBezTo>
                  <a:lnTo>
                    <a:pt x="10562" y="1096"/>
                  </a:lnTo>
                  <a:cubicBezTo>
                    <a:pt x="11026" y="1096"/>
                    <a:pt x="11359" y="1524"/>
                    <a:pt x="11252" y="1953"/>
                  </a:cubicBezTo>
                  <a:lnTo>
                    <a:pt x="10431" y="5525"/>
                  </a:lnTo>
                  <a:lnTo>
                    <a:pt x="9847" y="5525"/>
                  </a:lnTo>
                  <a:cubicBezTo>
                    <a:pt x="9943" y="5144"/>
                    <a:pt x="10585" y="2369"/>
                    <a:pt x="10705" y="1869"/>
                  </a:cubicBezTo>
                  <a:cubicBezTo>
                    <a:pt x="10728" y="1762"/>
                    <a:pt x="10645" y="1655"/>
                    <a:pt x="10538" y="1655"/>
                  </a:cubicBezTo>
                  <a:lnTo>
                    <a:pt x="2858" y="1655"/>
                  </a:lnTo>
                  <a:lnTo>
                    <a:pt x="2668" y="1096"/>
                  </a:lnTo>
                  <a:lnTo>
                    <a:pt x="6621" y="1096"/>
                  </a:lnTo>
                  <a:cubicBezTo>
                    <a:pt x="6716" y="1096"/>
                    <a:pt x="6787" y="1012"/>
                    <a:pt x="6787" y="929"/>
                  </a:cubicBezTo>
                  <a:cubicBezTo>
                    <a:pt x="6787" y="834"/>
                    <a:pt x="6716" y="762"/>
                    <a:pt x="6621" y="762"/>
                  </a:cubicBezTo>
                  <a:lnTo>
                    <a:pt x="2549" y="762"/>
                  </a:lnTo>
                  <a:cubicBezTo>
                    <a:pt x="2394" y="334"/>
                    <a:pt x="1965" y="0"/>
                    <a:pt x="1441" y="0"/>
                  </a:cubicBezTo>
                  <a:close/>
                </a:path>
              </a:pathLst>
            </a:custGeom>
            <a:solidFill>
              <a:srgbClr val="0B458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Arial Nova Light"/>
                <a:ea typeface="+mn-ea"/>
                <a:cs typeface="+mn-cs"/>
              </a:endParaRPr>
            </a:p>
          </p:txBody>
        </p:sp>
      </p:grpSp>
      <p:grpSp>
        <p:nvGrpSpPr>
          <p:cNvPr id="42" name="Google Shape;1444;p44">
            <a:extLst>
              <a:ext uri="{FF2B5EF4-FFF2-40B4-BE49-F238E27FC236}">
                <a16:creationId xmlns:a16="http://schemas.microsoft.com/office/drawing/2014/main" id="{B48B0D20-542D-A490-B047-D92446C517D4}"/>
              </a:ext>
            </a:extLst>
          </p:cNvPr>
          <p:cNvGrpSpPr/>
          <p:nvPr/>
        </p:nvGrpSpPr>
        <p:grpSpPr>
          <a:xfrm>
            <a:off x="2254628" y="3094392"/>
            <a:ext cx="1524300" cy="1850524"/>
            <a:chOff x="6638875" y="1474130"/>
            <a:chExt cx="1524300" cy="1884045"/>
          </a:xfrm>
        </p:grpSpPr>
        <p:sp>
          <p:nvSpPr>
            <p:cNvPr id="43" name="Google Shape;1445;p44">
              <a:extLst>
                <a:ext uri="{FF2B5EF4-FFF2-40B4-BE49-F238E27FC236}">
                  <a16:creationId xmlns:a16="http://schemas.microsoft.com/office/drawing/2014/main" id="{6A849CAF-3A7F-B894-0E9C-B60AE6B03CEF}"/>
                </a:ext>
              </a:extLst>
            </p:cNvPr>
            <p:cNvSpPr/>
            <p:nvPr/>
          </p:nvSpPr>
          <p:spPr>
            <a:xfrm>
              <a:off x="6818360" y="1474130"/>
              <a:ext cx="1165336" cy="1165471"/>
            </a:xfrm>
            <a:custGeom>
              <a:avLst/>
              <a:gdLst/>
              <a:ahLst/>
              <a:cxnLst/>
              <a:rect l="l" t="t" r="r" b="b"/>
              <a:pathLst>
                <a:path w="42934" h="42935" extrusionOk="0">
                  <a:moveTo>
                    <a:pt x="21467" y="1751"/>
                  </a:moveTo>
                  <a:lnTo>
                    <a:pt x="28611" y="8895"/>
                  </a:lnTo>
                  <a:lnTo>
                    <a:pt x="29051" y="8454"/>
                  </a:lnTo>
                  <a:cubicBezTo>
                    <a:pt x="29778" y="7728"/>
                    <a:pt x="30742" y="7323"/>
                    <a:pt x="31766" y="7323"/>
                  </a:cubicBezTo>
                  <a:cubicBezTo>
                    <a:pt x="32802" y="7323"/>
                    <a:pt x="33766" y="7728"/>
                    <a:pt x="34492" y="8454"/>
                  </a:cubicBezTo>
                  <a:cubicBezTo>
                    <a:pt x="35219" y="9180"/>
                    <a:pt x="35612" y="10145"/>
                    <a:pt x="35612" y="11169"/>
                  </a:cubicBezTo>
                  <a:cubicBezTo>
                    <a:pt x="35612" y="12205"/>
                    <a:pt x="35219" y="13169"/>
                    <a:pt x="34492" y="13895"/>
                  </a:cubicBezTo>
                  <a:lnTo>
                    <a:pt x="34052" y="14324"/>
                  </a:lnTo>
                  <a:lnTo>
                    <a:pt x="41196" y="21468"/>
                  </a:lnTo>
                  <a:lnTo>
                    <a:pt x="33433" y="29231"/>
                  </a:lnTo>
                  <a:lnTo>
                    <a:pt x="33873" y="29671"/>
                  </a:lnTo>
                  <a:cubicBezTo>
                    <a:pt x="34600" y="30397"/>
                    <a:pt x="34993" y="31362"/>
                    <a:pt x="34993" y="32386"/>
                  </a:cubicBezTo>
                  <a:cubicBezTo>
                    <a:pt x="34993" y="33410"/>
                    <a:pt x="34600" y="34386"/>
                    <a:pt x="33873" y="35112"/>
                  </a:cubicBezTo>
                  <a:cubicBezTo>
                    <a:pt x="33147" y="35838"/>
                    <a:pt x="32183" y="36231"/>
                    <a:pt x="31147" y="36231"/>
                  </a:cubicBezTo>
                  <a:cubicBezTo>
                    <a:pt x="30123" y="36231"/>
                    <a:pt x="29158" y="35838"/>
                    <a:pt x="28432" y="35112"/>
                  </a:cubicBezTo>
                  <a:lnTo>
                    <a:pt x="27992" y="34672"/>
                  </a:lnTo>
                  <a:lnTo>
                    <a:pt x="21467" y="41196"/>
                  </a:lnTo>
                  <a:lnTo>
                    <a:pt x="14335" y="34053"/>
                  </a:lnTo>
                  <a:lnTo>
                    <a:pt x="13895" y="34493"/>
                  </a:lnTo>
                  <a:cubicBezTo>
                    <a:pt x="13168" y="35219"/>
                    <a:pt x="12204" y="35612"/>
                    <a:pt x="11168" y="35612"/>
                  </a:cubicBezTo>
                  <a:cubicBezTo>
                    <a:pt x="10144" y="35612"/>
                    <a:pt x="9180" y="35219"/>
                    <a:pt x="8453" y="34493"/>
                  </a:cubicBezTo>
                  <a:cubicBezTo>
                    <a:pt x="6953" y="32993"/>
                    <a:pt x="6953" y="30552"/>
                    <a:pt x="8453" y="29052"/>
                  </a:cubicBezTo>
                  <a:lnTo>
                    <a:pt x="8894" y="28611"/>
                  </a:lnTo>
                  <a:lnTo>
                    <a:pt x="1750" y="21468"/>
                  </a:lnTo>
                  <a:lnTo>
                    <a:pt x="8275" y="14943"/>
                  </a:lnTo>
                  <a:lnTo>
                    <a:pt x="7834" y="14514"/>
                  </a:lnTo>
                  <a:cubicBezTo>
                    <a:pt x="7108" y="13788"/>
                    <a:pt x="6703" y="12824"/>
                    <a:pt x="6703" y="11788"/>
                  </a:cubicBezTo>
                  <a:cubicBezTo>
                    <a:pt x="6703" y="10764"/>
                    <a:pt x="7108" y="9800"/>
                    <a:pt x="7834" y="9073"/>
                  </a:cubicBezTo>
                  <a:cubicBezTo>
                    <a:pt x="8561" y="8347"/>
                    <a:pt x="9525" y="7942"/>
                    <a:pt x="10549" y="7942"/>
                  </a:cubicBezTo>
                  <a:cubicBezTo>
                    <a:pt x="11585" y="7942"/>
                    <a:pt x="12549" y="8347"/>
                    <a:pt x="13276" y="9073"/>
                  </a:cubicBezTo>
                  <a:lnTo>
                    <a:pt x="13716" y="9502"/>
                  </a:lnTo>
                  <a:lnTo>
                    <a:pt x="21467" y="1751"/>
                  </a:lnTo>
                  <a:close/>
                  <a:moveTo>
                    <a:pt x="21467" y="1"/>
                  </a:moveTo>
                  <a:lnTo>
                    <a:pt x="13680" y="7787"/>
                  </a:lnTo>
                  <a:cubicBezTo>
                    <a:pt x="12799" y="7085"/>
                    <a:pt x="11704" y="6716"/>
                    <a:pt x="10549" y="6716"/>
                  </a:cubicBezTo>
                  <a:cubicBezTo>
                    <a:pt x="9204" y="6716"/>
                    <a:pt x="7918" y="7240"/>
                    <a:pt x="6965" y="8204"/>
                  </a:cubicBezTo>
                  <a:cubicBezTo>
                    <a:pt x="6001" y="9157"/>
                    <a:pt x="5477" y="10431"/>
                    <a:pt x="5477" y="11788"/>
                  </a:cubicBezTo>
                  <a:cubicBezTo>
                    <a:pt x="5477" y="12943"/>
                    <a:pt x="5858" y="14026"/>
                    <a:pt x="6548" y="14919"/>
                  </a:cubicBezTo>
                  <a:lnTo>
                    <a:pt x="0" y="21468"/>
                  </a:lnTo>
                  <a:lnTo>
                    <a:pt x="7168" y="28635"/>
                  </a:lnTo>
                  <a:cubicBezTo>
                    <a:pt x="5608" y="30635"/>
                    <a:pt x="5751" y="33529"/>
                    <a:pt x="7584" y="35362"/>
                  </a:cubicBezTo>
                  <a:cubicBezTo>
                    <a:pt x="8537" y="36315"/>
                    <a:pt x="9811" y="36851"/>
                    <a:pt x="11168" y="36851"/>
                  </a:cubicBezTo>
                  <a:cubicBezTo>
                    <a:pt x="12323" y="36851"/>
                    <a:pt x="13418" y="36470"/>
                    <a:pt x="14299" y="35767"/>
                  </a:cubicBezTo>
                  <a:lnTo>
                    <a:pt x="21467" y="42935"/>
                  </a:lnTo>
                  <a:lnTo>
                    <a:pt x="28015" y="36386"/>
                  </a:lnTo>
                  <a:cubicBezTo>
                    <a:pt x="28908" y="37089"/>
                    <a:pt x="30004" y="37470"/>
                    <a:pt x="31147" y="37470"/>
                  </a:cubicBezTo>
                  <a:cubicBezTo>
                    <a:pt x="32504" y="37470"/>
                    <a:pt x="33778" y="36934"/>
                    <a:pt x="34742" y="35981"/>
                  </a:cubicBezTo>
                  <a:cubicBezTo>
                    <a:pt x="35707" y="35017"/>
                    <a:pt x="36231" y="33743"/>
                    <a:pt x="36231" y="32386"/>
                  </a:cubicBezTo>
                  <a:cubicBezTo>
                    <a:pt x="36231" y="31243"/>
                    <a:pt x="35850" y="30147"/>
                    <a:pt x="35147" y="29254"/>
                  </a:cubicBezTo>
                  <a:lnTo>
                    <a:pt x="42934" y="21468"/>
                  </a:lnTo>
                  <a:lnTo>
                    <a:pt x="35766" y="14300"/>
                  </a:lnTo>
                  <a:cubicBezTo>
                    <a:pt x="36469" y="13407"/>
                    <a:pt x="36850" y="12324"/>
                    <a:pt x="36850" y="11169"/>
                  </a:cubicBezTo>
                  <a:cubicBezTo>
                    <a:pt x="36850" y="9811"/>
                    <a:pt x="36326" y="8538"/>
                    <a:pt x="35362" y="7585"/>
                  </a:cubicBezTo>
                  <a:cubicBezTo>
                    <a:pt x="34397" y="6621"/>
                    <a:pt x="33123" y="6097"/>
                    <a:pt x="31766" y="6097"/>
                  </a:cubicBezTo>
                  <a:cubicBezTo>
                    <a:pt x="30623" y="6097"/>
                    <a:pt x="29528" y="6466"/>
                    <a:pt x="28635" y="7168"/>
                  </a:cubicBezTo>
                  <a:lnTo>
                    <a:pt x="21467" y="1"/>
                  </a:lnTo>
                  <a:close/>
                </a:path>
              </a:pathLst>
            </a:custGeom>
            <a:solidFill>
              <a:srgbClr val="0B458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Arial Nova Light"/>
                <a:ea typeface="+mn-ea"/>
                <a:cs typeface="+mn-cs"/>
              </a:endParaRPr>
            </a:p>
          </p:txBody>
        </p:sp>
        <p:sp>
          <p:nvSpPr>
            <p:cNvPr id="49" name="Google Shape;1448;p44">
              <a:extLst>
                <a:ext uri="{FF2B5EF4-FFF2-40B4-BE49-F238E27FC236}">
                  <a16:creationId xmlns:a16="http://schemas.microsoft.com/office/drawing/2014/main" id="{C9236B8F-EC66-F909-8087-8A1AAAA0C163}"/>
                </a:ext>
              </a:extLst>
            </p:cNvPr>
            <p:cNvSpPr txBox="1"/>
            <p:nvPr/>
          </p:nvSpPr>
          <p:spPr>
            <a:xfrm>
              <a:off x="6638875" y="2928576"/>
              <a:ext cx="1524300" cy="429599"/>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700" b="0" i="0" u="none" strike="noStrike" kern="1200" cap="none" spc="0" normalizeH="0" baseline="0" noProof="0" dirty="0">
                  <a:ln>
                    <a:noFill/>
                  </a:ln>
                  <a:solidFill>
                    <a:srgbClr val="434343"/>
                  </a:solidFill>
                  <a:effectLst/>
                  <a:uLnTx/>
                  <a:uFillTx/>
                  <a:latin typeface="Fira Sans Extra Condensed Medium"/>
                  <a:ea typeface="Fira Sans Extra Condensed Medium"/>
                  <a:cs typeface="Fira Sans Extra Condensed Medium"/>
                  <a:sym typeface="Fira Sans Extra Condensed Medium"/>
                </a:rPr>
                <a:t>Objectives</a:t>
              </a:r>
            </a:p>
          </p:txBody>
        </p:sp>
        <p:grpSp>
          <p:nvGrpSpPr>
            <p:cNvPr id="45" name="Google Shape;1449;p44">
              <a:extLst>
                <a:ext uri="{FF2B5EF4-FFF2-40B4-BE49-F238E27FC236}">
                  <a16:creationId xmlns:a16="http://schemas.microsoft.com/office/drawing/2014/main" id="{B95BBA02-1F91-D21F-57C9-012E470FB455}"/>
                </a:ext>
              </a:extLst>
            </p:cNvPr>
            <p:cNvGrpSpPr/>
            <p:nvPr/>
          </p:nvGrpSpPr>
          <p:grpSpPr>
            <a:xfrm rot="-5400000">
              <a:off x="7290764" y="2738780"/>
              <a:ext cx="220530" cy="198202"/>
              <a:chOff x="10255975" y="2077663"/>
              <a:chExt cx="158975" cy="142900"/>
            </a:xfrm>
          </p:grpSpPr>
          <p:sp>
            <p:nvSpPr>
              <p:cNvPr id="46" name="Google Shape;1450;p44">
                <a:extLst>
                  <a:ext uri="{FF2B5EF4-FFF2-40B4-BE49-F238E27FC236}">
                    <a16:creationId xmlns:a16="http://schemas.microsoft.com/office/drawing/2014/main" id="{3CD4CA11-E37A-5CEA-86AB-68A7F20F0695}"/>
                  </a:ext>
                </a:extLst>
              </p:cNvPr>
              <p:cNvSpPr/>
              <p:nvPr/>
            </p:nvSpPr>
            <p:spPr>
              <a:xfrm>
                <a:off x="10326225" y="2077663"/>
                <a:ext cx="88725" cy="142900"/>
              </a:xfrm>
              <a:custGeom>
                <a:avLst/>
                <a:gdLst/>
                <a:ahLst/>
                <a:cxnLst/>
                <a:rect l="l" t="t" r="r" b="b"/>
                <a:pathLst>
                  <a:path w="3549" h="5716" extrusionOk="0">
                    <a:moveTo>
                      <a:pt x="2858" y="0"/>
                    </a:moveTo>
                    <a:lnTo>
                      <a:pt x="1" y="2858"/>
                    </a:lnTo>
                    <a:lnTo>
                      <a:pt x="2858" y="5715"/>
                    </a:lnTo>
                    <a:lnTo>
                      <a:pt x="3513" y="5060"/>
                    </a:lnTo>
                    <a:lnTo>
                      <a:pt x="1346" y="2893"/>
                    </a:lnTo>
                    <a:lnTo>
                      <a:pt x="3549" y="691"/>
                    </a:lnTo>
                    <a:lnTo>
                      <a:pt x="2858" y="0"/>
                    </a:lnTo>
                    <a:close/>
                  </a:path>
                </a:pathLst>
              </a:custGeom>
              <a:solidFill>
                <a:srgbClr val="0B458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Arial Nova Light"/>
                  <a:ea typeface="+mn-ea"/>
                  <a:cs typeface="+mn-cs"/>
                </a:endParaRPr>
              </a:p>
            </p:txBody>
          </p:sp>
          <p:sp>
            <p:nvSpPr>
              <p:cNvPr id="47" name="Google Shape;1451;p44">
                <a:extLst>
                  <a:ext uri="{FF2B5EF4-FFF2-40B4-BE49-F238E27FC236}">
                    <a16:creationId xmlns:a16="http://schemas.microsoft.com/office/drawing/2014/main" id="{78EDE5DF-5CE8-6469-9134-F67ABA476BC2}"/>
                  </a:ext>
                </a:extLst>
              </p:cNvPr>
              <p:cNvSpPr/>
              <p:nvPr/>
            </p:nvSpPr>
            <p:spPr>
              <a:xfrm>
                <a:off x="10255975" y="2077663"/>
                <a:ext cx="88725" cy="142900"/>
              </a:xfrm>
              <a:custGeom>
                <a:avLst/>
                <a:gdLst/>
                <a:ahLst/>
                <a:cxnLst/>
                <a:rect l="l" t="t" r="r" b="b"/>
                <a:pathLst>
                  <a:path w="3549" h="5716" extrusionOk="0">
                    <a:moveTo>
                      <a:pt x="2858" y="0"/>
                    </a:moveTo>
                    <a:lnTo>
                      <a:pt x="1" y="2858"/>
                    </a:lnTo>
                    <a:lnTo>
                      <a:pt x="2858" y="5715"/>
                    </a:lnTo>
                    <a:lnTo>
                      <a:pt x="3513" y="5060"/>
                    </a:lnTo>
                    <a:lnTo>
                      <a:pt x="1346" y="2893"/>
                    </a:lnTo>
                    <a:lnTo>
                      <a:pt x="3549" y="691"/>
                    </a:lnTo>
                    <a:lnTo>
                      <a:pt x="2858" y="0"/>
                    </a:lnTo>
                    <a:close/>
                  </a:path>
                </a:pathLst>
              </a:custGeom>
              <a:solidFill>
                <a:srgbClr val="0B458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Arial Nova Light"/>
                  <a:ea typeface="+mn-ea"/>
                  <a:cs typeface="+mn-cs"/>
                </a:endParaRPr>
              </a:p>
            </p:txBody>
          </p:sp>
        </p:grpSp>
      </p:grpSp>
      <p:sp>
        <p:nvSpPr>
          <p:cNvPr id="50" name="Google Shape;1452;p44">
            <a:extLst>
              <a:ext uri="{FF2B5EF4-FFF2-40B4-BE49-F238E27FC236}">
                <a16:creationId xmlns:a16="http://schemas.microsoft.com/office/drawing/2014/main" id="{1E606289-CEE3-9730-2515-55C4B3E725FF}"/>
              </a:ext>
            </a:extLst>
          </p:cNvPr>
          <p:cNvSpPr/>
          <p:nvPr/>
        </p:nvSpPr>
        <p:spPr>
          <a:xfrm>
            <a:off x="2836496" y="3498985"/>
            <a:ext cx="360568" cy="349943"/>
          </a:xfrm>
          <a:custGeom>
            <a:avLst/>
            <a:gdLst/>
            <a:ahLst/>
            <a:cxnLst/>
            <a:rect l="l" t="t" r="r" b="b"/>
            <a:pathLst>
              <a:path w="10836" h="10708" extrusionOk="0">
                <a:moveTo>
                  <a:pt x="7677" y="328"/>
                </a:moveTo>
                <a:cubicBezTo>
                  <a:pt x="7821" y="328"/>
                  <a:pt x="7960" y="378"/>
                  <a:pt x="8061" y="480"/>
                </a:cubicBezTo>
                <a:lnTo>
                  <a:pt x="10288" y="2706"/>
                </a:lnTo>
                <a:cubicBezTo>
                  <a:pt x="10502" y="2897"/>
                  <a:pt x="10490" y="3278"/>
                  <a:pt x="10252" y="3516"/>
                </a:cubicBezTo>
                <a:cubicBezTo>
                  <a:pt x="10125" y="3643"/>
                  <a:pt x="9961" y="3709"/>
                  <a:pt x="9802" y="3709"/>
                </a:cubicBezTo>
                <a:cubicBezTo>
                  <a:pt x="9661" y="3709"/>
                  <a:pt x="9524" y="3657"/>
                  <a:pt x="9418" y="3552"/>
                </a:cubicBezTo>
                <a:lnTo>
                  <a:pt x="8264" y="2385"/>
                </a:lnTo>
                <a:cubicBezTo>
                  <a:pt x="8234" y="2355"/>
                  <a:pt x="8195" y="2340"/>
                  <a:pt x="8156" y="2340"/>
                </a:cubicBezTo>
                <a:cubicBezTo>
                  <a:pt x="8118" y="2340"/>
                  <a:pt x="8079" y="2355"/>
                  <a:pt x="8049" y="2385"/>
                </a:cubicBezTo>
                <a:cubicBezTo>
                  <a:pt x="7990" y="2444"/>
                  <a:pt x="7990" y="2540"/>
                  <a:pt x="8049" y="2599"/>
                </a:cubicBezTo>
                <a:lnTo>
                  <a:pt x="8930" y="3480"/>
                </a:lnTo>
                <a:lnTo>
                  <a:pt x="7811" y="4587"/>
                </a:lnTo>
                <a:cubicBezTo>
                  <a:pt x="7549" y="4861"/>
                  <a:pt x="7382" y="5207"/>
                  <a:pt x="7335" y="5564"/>
                </a:cubicBezTo>
                <a:cubicBezTo>
                  <a:pt x="7287" y="5921"/>
                  <a:pt x="7371" y="6290"/>
                  <a:pt x="7561" y="6588"/>
                </a:cubicBezTo>
                <a:cubicBezTo>
                  <a:pt x="7930" y="7171"/>
                  <a:pt x="7859" y="7838"/>
                  <a:pt x="7728" y="8028"/>
                </a:cubicBezTo>
                <a:cubicBezTo>
                  <a:pt x="7644" y="8016"/>
                  <a:pt x="7406" y="7897"/>
                  <a:pt x="6751" y="7350"/>
                </a:cubicBezTo>
                <a:cubicBezTo>
                  <a:pt x="6335" y="6993"/>
                  <a:pt x="5835" y="6528"/>
                  <a:pt x="5311" y="6004"/>
                </a:cubicBezTo>
                <a:lnTo>
                  <a:pt x="5204" y="5897"/>
                </a:lnTo>
                <a:lnTo>
                  <a:pt x="5180" y="5873"/>
                </a:lnTo>
                <a:cubicBezTo>
                  <a:pt x="5085" y="5778"/>
                  <a:pt x="4977" y="5695"/>
                  <a:pt x="4894" y="5588"/>
                </a:cubicBezTo>
                <a:lnTo>
                  <a:pt x="4846" y="5540"/>
                </a:lnTo>
                <a:lnTo>
                  <a:pt x="4739" y="5445"/>
                </a:lnTo>
                <a:cubicBezTo>
                  <a:pt x="4239" y="4921"/>
                  <a:pt x="3763" y="4409"/>
                  <a:pt x="3406" y="3992"/>
                </a:cubicBezTo>
                <a:cubicBezTo>
                  <a:pt x="2858" y="3337"/>
                  <a:pt x="2751" y="3099"/>
                  <a:pt x="2715" y="3028"/>
                </a:cubicBezTo>
                <a:cubicBezTo>
                  <a:pt x="2805" y="2970"/>
                  <a:pt x="2986" y="2926"/>
                  <a:pt x="3210" y="2926"/>
                </a:cubicBezTo>
                <a:cubicBezTo>
                  <a:pt x="3492" y="2926"/>
                  <a:pt x="3843" y="2995"/>
                  <a:pt x="4168" y="3194"/>
                </a:cubicBezTo>
                <a:cubicBezTo>
                  <a:pt x="4416" y="3353"/>
                  <a:pt x="4715" y="3430"/>
                  <a:pt x="5014" y="3430"/>
                </a:cubicBezTo>
                <a:cubicBezTo>
                  <a:pt x="5073" y="3430"/>
                  <a:pt x="5133" y="3427"/>
                  <a:pt x="5192" y="3421"/>
                </a:cubicBezTo>
                <a:cubicBezTo>
                  <a:pt x="5549" y="3373"/>
                  <a:pt x="5894" y="3194"/>
                  <a:pt x="6156" y="2944"/>
                </a:cubicBezTo>
                <a:lnTo>
                  <a:pt x="7275" y="1825"/>
                </a:lnTo>
                <a:lnTo>
                  <a:pt x="7359" y="1909"/>
                </a:lnTo>
                <a:cubicBezTo>
                  <a:pt x="7394" y="1938"/>
                  <a:pt x="7433" y="1953"/>
                  <a:pt x="7470" y="1953"/>
                </a:cubicBezTo>
                <a:cubicBezTo>
                  <a:pt x="7507" y="1953"/>
                  <a:pt x="7543" y="1938"/>
                  <a:pt x="7573" y="1909"/>
                </a:cubicBezTo>
                <a:cubicBezTo>
                  <a:pt x="7633" y="1849"/>
                  <a:pt x="7633" y="1766"/>
                  <a:pt x="7573" y="1706"/>
                </a:cubicBezTo>
                <a:lnTo>
                  <a:pt x="7204" y="1337"/>
                </a:lnTo>
                <a:lnTo>
                  <a:pt x="7192" y="1313"/>
                </a:lnTo>
                <a:cubicBezTo>
                  <a:pt x="7025" y="1123"/>
                  <a:pt x="7013" y="837"/>
                  <a:pt x="7144" y="635"/>
                </a:cubicBezTo>
                <a:cubicBezTo>
                  <a:pt x="7168" y="587"/>
                  <a:pt x="7204" y="539"/>
                  <a:pt x="7228" y="516"/>
                </a:cubicBezTo>
                <a:cubicBezTo>
                  <a:pt x="7353" y="390"/>
                  <a:pt x="7518" y="328"/>
                  <a:pt x="7677" y="328"/>
                </a:cubicBezTo>
                <a:close/>
                <a:moveTo>
                  <a:pt x="7667" y="0"/>
                </a:moveTo>
                <a:cubicBezTo>
                  <a:pt x="7428" y="0"/>
                  <a:pt x="7186" y="93"/>
                  <a:pt x="7001" y="277"/>
                </a:cubicBezTo>
                <a:cubicBezTo>
                  <a:pt x="6644" y="635"/>
                  <a:pt x="6632" y="1194"/>
                  <a:pt x="6978" y="1539"/>
                </a:cubicBezTo>
                <a:lnTo>
                  <a:pt x="7037" y="1599"/>
                </a:lnTo>
                <a:lnTo>
                  <a:pt x="5918" y="2718"/>
                </a:lnTo>
                <a:cubicBezTo>
                  <a:pt x="5651" y="2985"/>
                  <a:pt x="5292" y="3125"/>
                  <a:pt x="4942" y="3125"/>
                </a:cubicBezTo>
                <a:cubicBezTo>
                  <a:pt x="4715" y="3125"/>
                  <a:pt x="4491" y="3066"/>
                  <a:pt x="4299" y="2944"/>
                </a:cubicBezTo>
                <a:cubicBezTo>
                  <a:pt x="3965" y="2730"/>
                  <a:pt x="3596" y="2623"/>
                  <a:pt x="3215" y="2623"/>
                </a:cubicBezTo>
                <a:cubicBezTo>
                  <a:pt x="2882" y="2623"/>
                  <a:pt x="2584" y="2706"/>
                  <a:pt x="2453" y="2849"/>
                </a:cubicBezTo>
                <a:cubicBezTo>
                  <a:pt x="2322" y="2980"/>
                  <a:pt x="2418" y="3194"/>
                  <a:pt x="2525" y="3385"/>
                </a:cubicBezTo>
                <a:cubicBezTo>
                  <a:pt x="2632" y="3564"/>
                  <a:pt x="2810" y="3802"/>
                  <a:pt x="3049" y="4087"/>
                </a:cubicBezTo>
                <a:cubicBezTo>
                  <a:pt x="3394" y="4504"/>
                  <a:pt x="3846" y="5004"/>
                  <a:pt x="4370" y="5540"/>
                </a:cubicBezTo>
                <a:lnTo>
                  <a:pt x="3180" y="6731"/>
                </a:lnTo>
                <a:cubicBezTo>
                  <a:pt x="2763" y="7147"/>
                  <a:pt x="2346" y="7600"/>
                  <a:pt x="1965" y="8064"/>
                </a:cubicBezTo>
                <a:lnTo>
                  <a:pt x="84" y="10291"/>
                </a:lnTo>
                <a:cubicBezTo>
                  <a:pt x="1" y="10398"/>
                  <a:pt x="1" y="10541"/>
                  <a:pt x="84" y="10636"/>
                </a:cubicBezTo>
                <a:cubicBezTo>
                  <a:pt x="132" y="10683"/>
                  <a:pt x="191" y="10707"/>
                  <a:pt x="251" y="10707"/>
                </a:cubicBezTo>
                <a:cubicBezTo>
                  <a:pt x="310" y="10707"/>
                  <a:pt x="370" y="10683"/>
                  <a:pt x="429" y="10636"/>
                </a:cubicBezTo>
                <a:lnTo>
                  <a:pt x="2572" y="8850"/>
                </a:lnTo>
                <a:cubicBezTo>
                  <a:pt x="2632" y="8790"/>
                  <a:pt x="2644" y="8695"/>
                  <a:pt x="2584" y="8636"/>
                </a:cubicBezTo>
                <a:cubicBezTo>
                  <a:pt x="2552" y="8603"/>
                  <a:pt x="2512" y="8585"/>
                  <a:pt x="2472" y="8585"/>
                </a:cubicBezTo>
                <a:cubicBezTo>
                  <a:pt x="2440" y="8585"/>
                  <a:pt x="2409" y="8597"/>
                  <a:pt x="2382" y="8624"/>
                </a:cubicBezTo>
                <a:lnTo>
                  <a:pt x="739" y="9993"/>
                </a:lnTo>
                <a:lnTo>
                  <a:pt x="2191" y="8266"/>
                </a:lnTo>
                <a:cubicBezTo>
                  <a:pt x="2560" y="7826"/>
                  <a:pt x="2965" y="7374"/>
                  <a:pt x="3382" y="6957"/>
                </a:cubicBezTo>
                <a:lnTo>
                  <a:pt x="4573" y="5766"/>
                </a:lnTo>
                <a:lnTo>
                  <a:pt x="4585" y="5778"/>
                </a:lnTo>
                <a:lnTo>
                  <a:pt x="4763" y="5957"/>
                </a:lnTo>
                <a:lnTo>
                  <a:pt x="4942" y="6135"/>
                </a:lnTo>
                <a:lnTo>
                  <a:pt x="4954" y="6159"/>
                </a:lnTo>
                <a:lnTo>
                  <a:pt x="3763" y="7350"/>
                </a:lnTo>
                <a:cubicBezTo>
                  <a:pt x="3537" y="7564"/>
                  <a:pt x="3299" y="7790"/>
                  <a:pt x="3084" y="8005"/>
                </a:cubicBezTo>
                <a:cubicBezTo>
                  <a:pt x="3025" y="8064"/>
                  <a:pt x="3025" y="8147"/>
                  <a:pt x="3061" y="8207"/>
                </a:cubicBezTo>
                <a:cubicBezTo>
                  <a:pt x="3092" y="8238"/>
                  <a:pt x="3133" y="8253"/>
                  <a:pt x="3174" y="8253"/>
                </a:cubicBezTo>
                <a:cubicBezTo>
                  <a:pt x="3211" y="8253"/>
                  <a:pt x="3247" y="8241"/>
                  <a:pt x="3275" y="8219"/>
                </a:cubicBezTo>
                <a:cubicBezTo>
                  <a:pt x="3513" y="8005"/>
                  <a:pt x="3751" y="7778"/>
                  <a:pt x="3977" y="7552"/>
                </a:cubicBezTo>
                <a:lnTo>
                  <a:pt x="5168" y="6361"/>
                </a:lnTo>
                <a:cubicBezTo>
                  <a:pt x="5704" y="6885"/>
                  <a:pt x="6204" y="7350"/>
                  <a:pt x="6620" y="7683"/>
                </a:cubicBezTo>
                <a:cubicBezTo>
                  <a:pt x="6906" y="7921"/>
                  <a:pt x="7144" y="8088"/>
                  <a:pt x="7323" y="8207"/>
                </a:cubicBezTo>
                <a:cubicBezTo>
                  <a:pt x="7442" y="8278"/>
                  <a:pt x="7573" y="8362"/>
                  <a:pt x="7692" y="8362"/>
                </a:cubicBezTo>
                <a:cubicBezTo>
                  <a:pt x="7752" y="8362"/>
                  <a:pt x="7811" y="8338"/>
                  <a:pt x="7859" y="8302"/>
                </a:cubicBezTo>
                <a:cubicBezTo>
                  <a:pt x="7990" y="8159"/>
                  <a:pt x="8073" y="7862"/>
                  <a:pt x="8073" y="7540"/>
                </a:cubicBezTo>
                <a:cubicBezTo>
                  <a:pt x="8073" y="7171"/>
                  <a:pt x="7954" y="6778"/>
                  <a:pt x="7763" y="6457"/>
                </a:cubicBezTo>
                <a:cubicBezTo>
                  <a:pt x="7454" y="5957"/>
                  <a:pt x="7549" y="5278"/>
                  <a:pt x="7990" y="4826"/>
                </a:cubicBezTo>
                <a:lnTo>
                  <a:pt x="9109" y="3718"/>
                </a:lnTo>
                <a:lnTo>
                  <a:pt x="9168" y="3778"/>
                </a:lnTo>
                <a:lnTo>
                  <a:pt x="9192" y="3802"/>
                </a:lnTo>
                <a:lnTo>
                  <a:pt x="9216" y="3814"/>
                </a:lnTo>
                <a:cubicBezTo>
                  <a:pt x="9216" y="3814"/>
                  <a:pt x="9228" y="3837"/>
                  <a:pt x="9240" y="3837"/>
                </a:cubicBezTo>
                <a:cubicBezTo>
                  <a:pt x="9240" y="3837"/>
                  <a:pt x="9252" y="3837"/>
                  <a:pt x="9252" y="3849"/>
                </a:cubicBezTo>
                <a:lnTo>
                  <a:pt x="9264" y="3861"/>
                </a:lnTo>
                <a:cubicBezTo>
                  <a:pt x="9264" y="3861"/>
                  <a:pt x="9287" y="3861"/>
                  <a:pt x="9287" y="3873"/>
                </a:cubicBezTo>
                <a:lnTo>
                  <a:pt x="9299" y="3897"/>
                </a:lnTo>
                <a:cubicBezTo>
                  <a:pt x="9299" y="3897"/>
                  <a:pt x="9311" y="3897"/>
                  <a:pt x="9311" y="3909"/>
                </a:cubicBezTo>
                <a:lnTo>
                  <a:pt x="9323" y="3921"/>
                </a:lnTo>
                <a:cubicBezTo>
                  <a:pt x="9323" y="3921"/>
                  <a:pt x="9347" y="3921"/>
                  <a:pt x="9347" y="3933"/>
                </a:cubicBezTo>
                <a:lnTo>
                  <a:pt x="9359" y="3956"/>
                </a:lnTo>
                <a:cubicBezTo>
                  <a:pt x="9359" y="3956"/>
                  <a:pt x="9371" y="3956"/>
                  <a:pt x="9371" y="3968"/>
                </a:cubicBezTo>
                <a:cubicBezTo>
                  <a:pt x="9371" y="3968"/>
                  <a:pt x="9383" y="3968"/>
                  <a:pt x="9383" y="3980"/>
                </a:cubicBezTo>
                <a:cubicBezTo>
                  <a:pt x="9383" y="3980"/>
                  <a:pt x="9407" y="3980"/>
                  <a:pt x="9407" y="3992"/>
                </a:cubicBezTo>
                <a:cubicBezTo>
                  <a:pt x="9407" y="3992"/>
                  <a:pt x="9418" y="3992"/>
                  <a:pt x="9418" y="4016"/>
                </a:cubicBezTo>
                <a:lnTo>
                  <a:pt x="9430" y="4016"/>
                </a:lnTo>
                <a:cubicBezTo>
                  <a:pt x="9430" y="4016"/>
                  <a:pt x="9442" y="4016"/>
                  <a:pt x="9442" y="4028"/>
                </a:cubicBezTo>
                <a:lnTo>
                  <a:pt x="9942" y="4028"/>
                </a:lnTo>
                <a:cubicBezTo>
                  <a:pt x="9954" y="4028"/>
                  <a:pt x="9954" y="4028"/>
                  <a:pt x="9966" y="4016"/>
                </a:cubicBezTo>
                <a:lnTo>
                  <a:pt x="9978" y="4016"/>
                </a:lnTo>
                <a:cubicBezTo>
                  <a:pt x="10002" y="4016"/>
                  <a:pt x="10002" y="4016"/>
                  <a:pt x="10014" y="3992"/>
                </a:cubicBezTo>
                <a:lnTo>
                  <a:pt x="10026" y="3992"/>
                </a:lnTo>
                <a:cubicBezTo>
                  <a:pt x="10038" y="3992"/>
                  <a:pt x="10038" y="3992"/>
                  <a:pt x="10061" y="3980"/>
                </a:cubicBezTo>
                <a:cubicBezTo>
                  <a:pt x="10061" y="3980"/>
                  <a:pt x="10073" y="3980"/>
                  <a:pt x="10073" y="3968"/>
                </a:cubicBezTo>
                <a:cubicBezTo>
                  <a:pt x="10085" y="3968"/>
                  <a:pt x="10085" y="3956"/>
                  <a:pt x="10097" y="3956"/>
                </a:cubicBezTo>
                <a:cubicBezTo>
                  <a:pt x="10097" y="3956"/>
                  <a:pt x="10121" y="3956"/>
                  <a:pt x="10121" y="3933"/>
                </a:cubicBezTo>
                <a:cubicBezTo>
                  <a:pt x="10133" y="3933"/>
                  <a:pt x="10133" y="3921"/>
                  <a:pt x="10145" y="3921"/>
                </a:cubicBezTo>
                <a:cubicBezTo>
                  <a:pt x="10145" y="3921"/>
                  <a:pt x="10157" y="3921"/>
                  <a:pt x="10157" y="3909"/>
                </a:cubicBezTo>
                <a:cubicBezTo>
                  <a:pt x="10180" y="3909"/>
                  <a:pt x="10180" y="3897"/>
                  <a:pt x="10192" y="3897"/>
                </a:cubicBezTo>
                <a:cubicBezTo>
                  <a:pt x="10192" y="3897"/>
                  <a:pt x="10204" y="3897"/>
                  <a:pt x="10204" y="3873"/>
                </a:cubicBezTo>
                <a:cubicBezTo>
                  <a:pt x="10216" y="3873"/>
                  <a:pt x="10216" y="3861"/>
                  <a:pt x="10240" y="3861"/>
                </a:cubicBezTo>
                <a:cubicBezTo>
                  <a:pt x="10240" y="3861"/>
                  <a:pt x="10252" y="3861"/>
                  <a:pt x="10252" y="3849"/>
                </a:cubicBezTo>
                <a:cubicBezTo>
                  <a:pt x="10264" y="3849"/>
                  <a:pt x="10264" y="3837"/>
                  <a:pt x="10276" y="3837"/>
                </a:cubicBezTo>
                <a:cubicBezTo>
                  <a:pt x="10276" y="3837"/>
                  <a:pt x="10300" y="3837"/>
                  <a:pt x="10300" y="3814"/>
                </a:cubicBezTo>
                <a:cubicBezTo>
                  <a:pt x="10311" y="3814"/>
                  <a:pt x="10311" y="3802"/>
                  <a:pt x="10323" y="3802"/>
                </a:cubicBezTo>
                <a:cubicBezTo>
                  <a:pt x="10323" y="3802"/>
                  <a:pt x="10335" y="3802"/>
                  <a:pt x="10335" y="3790"/>
                </a:cubicBezTo>
                <a:cubicBezTo>
                  <a:pt x="10359" y="3778"/>
                  <a:pt x="10371" y="3778"/>
                  <a:pt x="10371" y="3754"/>
                </a:cubicBezTo>
                <a:cubicBezTo>
                  <a:pt x="10823" y="3373"/>
                  <a:pt x="10835" y="2802"/>
                  <a:pt x="10490" y="2468"/>
                </a:cubicBezTo>
                <a:lnTo>
                  <a:pt x="8275" y="242"/>
                </a:lnTo>
                <a:cubicBezTo>
                  <a:pt x="8109" y="81"/>
                  <a:pt x="7889" y="0"/>
                  <a:pt x="7667" y="0"/>
                </a:cubicBezTo>
                <a:close/>
              </a:path>
            </a:pathLst>
          </a:custGeom>
          <a:solidFill>
            <a:srgbClr val="0B458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Arial Nova Light"/>
              <a:ea typeface="+mn-ea"/>
              <a:cs typeface="+mn-cs"/>
            </a:endParaRPr>
          </a:p>
        </p:txBody>
      </p:sp>
      <p:sp>
        <p:nvSpPr>
          <p:cNvPr id="51" name="Google Shape;1004;p35">
            <a:extLst>
              <a:ext uri="{FF2B5EF4-FFF2-40B4-BE49-F238E27FC236}">
                <a16:creationId xmlns:a16="http://schemas.microsoft.com/office/drawing/2014/main" id="{C6BC8E34-CE4D-98E9-D365-21190B4260C4}"/>
              </a:ext>
            </a:extLst>
          </p:cNvPr>
          <p:cNvSpPr/>
          <p:nvPr/>
        </p:nvSpPr>
        <p:spPr>
          <a:xfrm>
            <a:off x="6094127" y="5013405"/>
            <a:ext cx="2184316" cy="1405686"/>
          </a:xfrm>
          <a:prstGeom prst="rect">
            <a:avLst/>
          </a:prstGeom>
          <a:noFill/>
          <a:ln w="28575" cap="flat" cmpd="sng">
            <a:solidFill>
              <a:srgbClr val="0B4585"/>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Calibri" panose="020F0502020204030204" pitchFamily="34" charset="0"/>
              </a:rPr>
              <a:t>Determine the profit and settle certain percentage of revenue for marketing campaigns</a:t>
            </a:r>
          </a:p>
        </p:txBody>
      </p:sp>
      <p:sp>
        <p:nvSpPr>
          <p:cNvPr id="53" name="Google Shape;1004;p35">
            <a:extLst>
              <a:ext uri="{FF2B5EF4-FFF2-40B4-BE49-F238E27FC236}">
                <a16:creationId xmlns:a16="http://schemas.microsoft.com/office/drawing/2014/main" id="{29E826F7-FAAA-69CD-371B-2A1CA6696971}"/>
              </a:ext>
            </a:extLst>
          </p:cNvPr>
          <p:cNvSpPr/>
          <p:nvPr/>
        </p:nvSpPr>
        <p:spPr>
          <a:xfrm>
            <a:off x="2028181" y="4989140"/>
            <a:ext cx="2184316" cy="1435917"/>
          </a:xfrm>
          <a:prstGeom prst="rect">
            <a:avLst/>
          </a:prstGeom>
          <a:noFill/>
          <a:ln w="28575" cap="flat" cmpd="sng">
            <a:solidFill>
              <a:srgbClr val="0B4585"/>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Calibri" panose="020F0502020204030204" pitchFamily="34" charset="0"/>
              </a:rPr>
              <a:t>Set of targets to accomplish then , Determine the cost of the campaign</a:t>
            </a:r>
            <a:r>
              <a:rPr kumimoji="0" lang="en-US" sz="14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Calibri" panose="020F0502020204030204" pitchFamily="34" charset="0"/>
              </a:rPr>
              <a:t>.</a:t>
            </a:r>
            <a:endParaRPr kumimoji="0" lang="en-US" sz="1400" b="0" i="0" u="none" strike="noStrike" kern="0" cap="none" spc="0" normalizeH="0" baseline="0" noProof="0" dirty="0">
              <a:ln>
                <a:noFill/>
              </a:ln>
              <a:solidFill>
                <a:srgbClr val="434343"/>
              </a:solidFill>
              <a:effectLst/>
              <a:uLnTx/>
              <a:uFillTx/>
              <a:latin typeface="Fira Sans Extra Condensed Medium"/>
              <a:ea typeface="Fira Sans Extra Condensed Medium"/>
              <a:cs typeface="Fira Sans Extra Condensed Medium"/>
              <a:sym typeface="Fira Sans Extra Condensed Medium"/>
            </a:endParaRPr>
          </a:p>
        </p:txBody>
      </p:sp>
      <p:sp>
        <p:nvSpPr>
          <p:cNvPr id="55" name="TextBox 54">
            <a:extLst>
              <a:ext uri="{FF2B5EF4-FFF2-40B4-BE49-F238E27FC236}">
                <a16:creationId xmlns:a16="http://schemas.microsoft.com/office/drawing/2014/main" id="{0AF1EA98-308D-4CA3-2F51-66C60E518427}"/>
              </a:ext>
            </a:extLst>
          </p:cNvPr>
          <p:cNvSpPr txBox="1"/>
          <p:nvPr/>
        </p:nvSpPr>
        <p:spPr>
          <a:xfrm>
            <a:off x="372801" y="2327192"/>
            <a:ext cx="6098958"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0F5CB1"/>
                </a:solidFill>
                <a:effectLst/>
                <a:uLnTx/>
                <a:uFillTx/>
                <a:latin typeface="Amasis MT Pro Light" panose="02040304050005020304" pitchFamily="18" charset="0"/>
                <a:ea typeface="Calibri" panose="020F0502020204030204" pitchFamily="34" charset="0"/>
                <a:cs typeface="Arial" panose="020B0604020202020204" pitchFamily="34" charset="0"/>
              </a:rPr>
              <a:t>Budget Basis:</a:t>
            </a:r>
          </a:p>
        </p:txBody>
      </p:sp>
      <p:sp>
        <p:nvSpPr>
          <p:cNvPr id="57" name="TextBox 56">
            <a:extLst>
              <a:ext uri="{FF2B5EF4-FFF2-40B4-BE49-F238E27FC236}">
                <a16:creationId xmlns:a16="http://schemas.microsoft.com/office/drawing/2014/main" id="{BF4D8591-5338-B1D9-805F-4273A3951CA3}"/>
              </a:ext>
            </a:extLst>
          </p:cNvPr>
          <p:cNvSpPr txBox="1"/>
          <p:nvPr/>
        </p:nvSpPr>
        <p:spPr>
          <a:xfrm>
            <a:off x="402974" y="101599"/>
            <a:ext cx="6098958"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0F5CB1"/>
                </a:solidFill>
                <a:effectLst/>
                <a:uLnTx/>
                <a:uFillTx/>
                <a:latin typeface="Amasis MT Pro Light" panose="02040304050005020304" pitchFamily="18" charset="0"/>
                <a:ea typeface="+mn-ea"/>
                <a:cs typeface="+mn-cs"/>
              </a:rPr>
              <a:t>Strategy</a:t>
            </a:r>
            <a:r>
              <a:rPr kumimoji="0" lang="en-US" sz="3600" b="0" i="0" u="none" strike="noStrike" kern="1200" cap="none" spc="0" normalizeH="0" baseline="0" noProof="0" dirty="0">
                <a:ln>
                  <a:noFill/>
                </a:ln>
                <a:solidFill>
                  <a:srgbClr val="0F5CB1"/>
                </a:solidFill>
                <a:effectLst/>
                <a:uLnTx/>
                <a:uFillTx/>
                <a:latin typeface="Arial Rounded MT Bold" panose="020F0704030504030204" pitchFamily="34" charset="0"/>
                <a:ea typeface="+mn-ea"/>
                <a:cs typeface="+mn-cs"/>
              </a:rPr>
              <a:t>:</a:t>
            </a:r>
            <a:endParaRPr kumimoji="0" lang="en-US" sz="3600" b="0" i="0" u="none" strike="noStrike" kern="1200" cap="none" spc="0" normalizeH="0" baseline="0" noProof="0" dirty="0">
              <a:ln>
                <a:noFill/>
              </a:ln>
              <a:solidFill>
                <a:prstClr val="black"/>
              </a:solidFill>
              <a:effectLst/>
              <a:uLnTx/>
              <a:uFillTx/>
              <a:latin typeface="Arial Nova Light"/>
              <a:ea typeface="+mn-ea"/>
              <a:cs typeface="+mn-cs"/>
            </a:endParaRPr>
          </a:p>
        </p:txBody>
      </p:sp>
      <p:sp>
        <p:nvSpPr>
          <p:cNvPr id="58" name="Google Shape;1004;p35">
            <a:extLst>
              <a:ext uri="{FF2B5EF4-FFF2-40B4-BE49-F238E27FC236}">
                <a16:creationId xmlns:a16="http://schemas.microsoft.com/office/drawing/2014/main" id="{4483D35C-1E15-63AA-0471-D5687005F754}"/>
              </a:ext>
            </a:extLst>
          </p:cNvPr>
          <p:cNvSpPr/>
          <p:nvPr/>
        </p:nvSpPr>
        <p:spPr>
          <a:xfrm>
            <a:off x="2026308" y="856176"/>
            <a:ext cx="6252135" cy="1220018"/>
          </a:xfrm>
          <a:prstGeom prst="rect">
            <a:avLst/>
          </a:prstGeom>
          <a:noFill/>
          <a:ln w="28575" cap="flat" cmpd="sng">
            <a:solidFill>
              <a:srgbClr val="0B4585"/>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rPr>
              <a:t>Working with Rational appeal to meet patient’s needs Furthermore , Follow the pull strategy as one ad targets many users for instance : Facebook posts , conference events and promotions </a:t>
            </a:r>
            <a:endParaRPr kumimoji="0" lang="en-US" sz="16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Calibri" panose="020F0502020204030204" pitchFamily="34" charset="0"/>
            </a:endParaRPr>
          </a:p>
        </p:txBody>
      </p:sp>
    </p:spTree>
    <p:extLst>
      <p:ext uri="{BB962C8B-B14F-4D97-AF65-F5344CB8AC3E}">
        <p14:creationId xmlns:p14="http://schemas.microsoft.com/office/powerpoint/2010/main" val="5389441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7ED35-08AD-19C8-FA9F-DC787400AE9D}"/>
              </a:ext>
            </a:extLst>
          </p:cNvPr>
          <p:cNvSpPr>
            <a:spLocks noGrp="1"/>
          </p:cNvSpPr>
          <p:nvPr>
            <p:ph type="title"/>
          </p:nvPr>
        </p:nvSpPr>
        <p:spPr>
          <a:xfrm>
            <a:off x="496956" y="90872"/>
            <a:ext cx="10236509" cy="1329004"/>
          </a:xfrm>
        </p:spPr>
        <p:txBody>
          <a:bodyPr>
            <a:normAutofit/>
          </a:bodyPr>
          <a:lstStyle/>
          <a:p>
            <a:r>
              <a:rPr lang="en-US" sz="3600" b="1" dirty="0">
                <a:latin typeface="Amasis MT Pro Light" panose="02040304050005020304" pitchFamily="18" charset="0"/>
              </a:rPr>
              <a:t>Digital marketing status</a:t>
            </a:r>
            <a:r>
              <a:rPr lang="ar-EG" sz="3600" b="1" dirty="0">
                <a:latin typeface="Amasis MT Pro Light" panose="02040304050005020304" pitchFamily="18" charset="0"/>
              </a:rPr>
              <a:t>:</a:t>
            </a:r>
            <a:r>
              <a:rPr lang="en-US" sz="3600" b="1" dirty="0">
                <a:latin typeface="Amasis MT Pro Light" panose="02040304050005020304" pitchFamily="18" charset="0"/>
              </a:rPr>
              <a:t> </a:t>
            </a:r>
          </a:p>
        </p:txBody>
      </p:sp>
      <p:sp>
        <p:nvSpPr>
          <p:cNvPr id="3" name="Content Placeholder 2">
            <a:extLst>
              <a:ext uri="{FF2B5EF4-FFF2-40B4-BE49-F238E27FC236}">
                <a16:creationId xmlns:a16="http://schemas.microsoft.com/office/drawing/2014/main" id="{F3BE5B48-BA2A-09C1-52FD-B499490D7858}"/>
              </a:ext>
            </a:extLst>
          </p:cNvPr>
          <p:cNvSpPr>
            <a:spLocks noGrp="1"/>
          </p:cNvSpPr>
          <p:nvPr>
            <p:ph idx="1"/>
          </p:nvPr>
        </p:nvSpPr>
        <p:spPr>
          <a:xfrm>
            <a:off x="914400" y="1212574"/>
            <a:ext cx="9914860" cy="2484783"/>
          </a:xfrm>
        </p:spPr>
        <p:txBody>
          <a:bodyPr>
            <a:normAutofit fontScale="92500" lnSpcReduction="10000"/>
          </a:bodyPr>
          <a:lstStyle/>
          <a:p>
            <a:pPr marL="0" indent="0">
              <a:buNone/>
            </a:pPr>
            <a:r>
              <a:rPr lang="en-US" dirty="0">
                <a:solidFill>
                  <a:schemeClr val="tx1"/>
                </a:solidFill>
              </a:rPr>
              <a:t>1. Search Engine Optimization:</a:t>
            </a:r>
          </a:p>
          <a:p>
            <a:pPr marL="457200" lvl="1" indent="0">
              <a:buNone/>
            </a:pPr>
            <a:r>
              <a:rPr lang="en-US" dirty="0">
                <a:solidFill>
                  <a:schemeClr val="tx1"/>
                </a:solidFill>
              </a:rPr>
              <a:t>Using this service for making their Facebook page reachable for patients and their Name become at the top of search results.</a:t>
            </a:r>
          </a:p>
          <a:p>
            <a:pPr marL="0" indent="0">
              <a:buNone/>
            </a:pPr>
            <a:r>
              <a:rPr lang="en-US" sz="1800" dirty="0">
                <a:solidFill>
                  <a:schemeClr val="tx1"/>
                </a:solidFill>
              </a:rPr>
              <a:t>2.  </a:t>
            </a:r>
            <a:r>
              <a:rPr lang="en-US" dirty="0">
                <a:solidFill>
                  <a:schemeClr val="tx1"/>
                </a:solidFill>
              </a:rPr>
              <a:t>Content Marketing: </a:t>
            </a:r>
          </a:p>
          <a:p>
            <a:pPr marL="457200" lvl="1" indent="0">
              <a:buNone/>
            </a:pPr>
            <a:r>
              <a:rPr lang="en-US" dirty="0">
                <a:solidFill>
                  <a:schemeClr val="tx1"/>
                </a:solidFill>
              </a:rPr>
              <a:t>Content of Facebook page or website is very important, so they sometimes post health instructions and awareness articles for health or some diseases, sharing any event or conferences they participate in also some short videos for awareness.  </a:t>
            </a:r>
          </a:p>
          <a:p>
            <a:pPr marL="457200" lvl="1"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p:txBody>
      </p:sp>
      <p:sp>
        <p:nvSpPr>
          <p:cNvPr id="4" name="TextBox 3">
            <a:extLst>
              <a:ext uri="{FF2B5EF4-FFF2-40B4-BE49-F238E27FC236}">
                <a16:creationId xmlns:a16="http://schemas.microsoft.com/office/drawing/2014/main" id="{1B76BED0-32A4-B39C-0F76-4D98AFC6D110}"/>
              </a:ext>
            </a:extLst>
          </p:cNvPr>
          <p:cNvSpPr txBox="1"/>
          <p:nvPr/>
        </p:nvSpPr>
        <p:spPr>
          <a:xfrm>
            <a:off x="578236" y="3803683"/>
            <a:ext cx="3786809" cy="646331"/>
          </a:xfrm>
          <a:prstGeom prst="rect">
            <a:avLst/>
          </a:prstGeom>
          <a:noFill/>
        </p:spPr>
        <p:txBody>
          <a:bodyPr wrap="square" rtlCol="0">
            <a:spAutoFit/>
          </a:bodyPr>
          <a:lstStyle/>
          <a:p>
            <a:r>
              <a:rPr lang="en-US" sz="3600" b="1" dirty="0">
                <a:solidFill>
                  <a:srgbClr val="0F5CB1"/>
                </a:solidFill>
                <a:latin typeface="Amasis MT Pro Light" panose="02040304050005020304" pitchFamily="18" charset="0"/>
              </a:rPr>
              <a:t>Recommendations:</a:t>
            </a:r>
          </a:p>
        </p:txBody>
      </p:sp>
      <p:sp>
        <p:nvSpPr>
          <p:cNvPr id="5" name="TextBox 4">
            <a:extLst>
              <a:ext uri="{FF2B5EF4-FFF2-40B4-BE49-F238E27FC236}">
                <a16:creationId xmlns:a16="http://schemas.microsoft.com/office/drawing/2014/main" id="{ADE7F6BB-CAA8-5DFA-1C79-FC9994EF2AB3}"/>
              </a:ext>
            </a:extLst>
          </p:cNvPr>
          <p:cNvSpPr txBox="1"/>
          <p:nvPr/>
        </p:nvSpPr>
        <p:spPr>
          <a:xfrm>
            <a:off x="914401" y="4556340"/>
            <a:ext cx="9914860" cy="1477328"/>
          </a:xfrm>
          <a:prstGeom prst="rect">
            <a:avLst/>
          </a:prstGeom>
          <a:noFill/>
        </p:spPr>
        <p:txBody>
          <a:bodyPr wrap="square" rtlCol="0">
            <a:spAutoFit/>
          </a:bodyPr>
          <a:lstStyle/>
          <a:p>
            <a:pPr marL="342900" indent="-342900">
              <a:buFont typeface="+mj-lt"/>
              <a:buAutoNum type="arabicPeriod"/>
            </a:pPr>
            <a:r>
              <a:rPr lang="en-US" dirty="0">
                <a:solidFill>
                  <a:schemeClr val="tx1"/>
                </a:solidFill>
              </a:rPr>
              <a:t>Using email campaigns tool for sending emails to targeted segments when new offers are available that match their needs.</a:t>
            </a:r>
          </a:p>
          <a:p>
            <a:pPr marL="342900" indent="-342900">
              <a:buFont typeface="+mj-lt"/>
              <a:buAutoNum type="arabicPeriod"/>
            </a:pPr>
            <a:endParaRPr lang="en-US" dirty="0">
              <a:solidFill>
                <a:schemeClr val="tx1"/>
              </a:solidFill>
            </a:endParaRPr>
          </a:p>
          <a:p>
            <a:pPr marL="342900" indent="-342900">
              <a:buFont typeface="+mj-lt"/>
              <a:buAutoNum type="arabicPeriod"/>
            </a:pPr>
            <a:r>
              <a:rPr lang="en-US" dirty="0">
                <a:solidFill>
                  <a:schemeClr val="tx1"/>
                </a:solidFill>
              </a:rPr>
              <a:t>Use affiliate marketing tool to stand out the lab's name and make it more apparent.</a:t>
            </a:r>
          </a:p>
          <a:p>
            <a:endParaRPr lang="en-US" dirty="0"/>
          </a:p>
        </p:txBody>
      </p:sp>
    </p:spTree>
    <p:extLst>
      <p:ext uri="{BB962C8B-B14F-4D97-AF65-F5344CB8AC3E}">
        <p14:creationId xmlns:p14="http://schemas.microsoft.com/office/powerpoint/2010/main" val="41279226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Google Shape;1528;p46">
            <a:extLst>
              <a:ext uri="{FF2B5EF4-FFF2-40B4-BE49-F238E27FC236}">
                <a16:creationId xmlns:a16="http://schemas.microsoft.com/office/drawing/2014/main" id="{4B876465-2773-6A35-5030-3B0776F1E025}"/>
              </a:ext>
            </a:extLst>
          </p:cNvPr>
          <p:cNvSpPr/>
          <p:nvPr/>
        </p:nvSpPr>
        <p:spPr>
          <a:xfrm>
            <a:off x="10287950" y="1774835"/>
            <a:ext cx="672000" cy="672000"/>
          </a:xfrm>
          <a:prstGeom prst="roundRect">
            <a:avLst>
              <a:gd name="adj" fmla="val 25170"/>
            </a:avLst>
          </a:prstGeom>
          <a:solidFill>
            <a:schemeClr val="bg2">
              <a:lumMod val="40000"/>
              <a:lumOff val="60000"/>
            </a:schemeClr>
          </a:solidFill>
          <a:ln>
            <a:noFill/>
          </a:ln>
          <a:effectLst>
            <a:outerShdw blurRad="257175" algn="bl" rotWithShape="0">
              <a:schemeClr val="accent4">
                <a:alpha val="40000"/>
              </a:schemeClr>
            </a:outerShdw>
          </a:effectLst>
        </p:spPr>
        <p:txBody>
          <a:bodyPr spcFirstLastPara="1" wrap="square" lIns="91425" tIns="91425" rIns="91425" bIns="91425" anchor="ctr" anchorCtr="0">
            <a:noAutofit/>
          </a:bodyPr>
          <a:lstStyle/>
          <a:p>
            <a:pPr marL="0" lvl="0" indent="0" algn="l" rtl="0">
              <a:spcBef>
                <a:spcPts val="0"/>
              </a:spcBef>
              <a:spcAft>
                <a:spcPts val="0"/>
              </a:spcAft>
            </a:pPr>
            <a:endParaRPr>
              <a:solidFill>
                <a:schemeClr val="accent2">
                  <a:lumMod val="75000"/>
                </a:schemeClr>
              </a:solidFill>
            </a:endParaRPr>
          </a:p>
        </p:txBody>
      </p:sp>
      <p:sp>
        <p:nvSpPr>
          <p:cNvPr id="75" name="Google Shape;1528;p46">
            <a:extLst>
              <a:ext uri="{FF2B5EF4-FFF2-40B4-BE49-F238E27FC236}">
                <a16:creationId xmlns:a16="http://schemas.microsoft.com/office/drawing/2014/main" id="{BDE1DD4D-5EEC-6485-8149-FA3DF3466ADA}"/>
              </a:ext>
            </a:extLst>
          </p:cNvPr>
          <p:cNvSpPr/>
          <p:nvPr/>
        </p:nvSpPr>
        <p:spPr>
          <a:xfrm>
            <a:off x="7129344" y="1774835"/>
            <a:ext cx="672000" cy="672000"/>
          </a:xfrm>
          <a:prstGeom prst="roundRect">
            <a:avLst>
              <a:gd name="adj" fmla="val 25170"/>
            </a:avLst>
          </a:prstGeom>
          <a:solidFill>
            <a:schemeClr val="bg2">
              <a:lumMod val="40000"/>
              <a:lumOff val="60000"/>
            </a:schemeClr>
          </a:solidFill>
          <a:ln>
            <a:noFill/>
          </a:ln>
          <a:effectLst>
            <a:outerShdw blurRad="257175" algn="bl" rotWithShape="0">
              <a:schemeClr val="accent4">
                <a:alpha val="40000"/>
              </a:schemeClr>
            </a:outerShdw>
          </a:effectLst>
        </p:spPr>
        <p:txBody>
          <a:bodyPr spcFirstLastPara="1" wrap="square" lIns="91425" tIns="91425" rIns="91425" bIns="91425" anchor="ctr" anchorCtr="0">
            <a:noAutofit/>
          </a:bodyPr>
          <a:lstStyle/>
          <a:p>
            <a:pPr marL="0" lvl="0" indent="0" algn="l" rtl="0">
              <a:spcBef>
                <a:spcPts val="0"/>
              </a:spcBef>
              <a:spcAft>
                <a:spcPts val="0"/>
              </a:spcAft>
            </a:pPr>
            <a:endParaRPr>
              <a:solidFill>
                <a:schemeClr val="accent2">
                  <a:lumMod val="75000"/>
                </a:schemeClr>
              </a:solidFill>
            </a:endParaRPr>
          </a:p>
        </p:txBody>
      </p:sp>
      <p:sp>
        <p:nvSpPr>
          <p:cNvPr id="77" name="Google Shape;1528;p46">
            <a:extLst>
              <a:ext uri="{FF2B5EF4-FFF2-40B4-BE49-F238E27FC236}">
                <a16:creationId xmlns:a16="http://schemas.microsoft.com/office/drawing/2014/main" id="{B64BC94F-3A1A-9459-C49A-8606B9BC2C0C}"/>
              </a:ext>
            </a:extLst>
          </p:cNvPr>
          <p:cNvSpPr/>
          <p:nvPr/>
        </p:nvSpPr>
        <p:spPr>
          <a:xfrm>
            <a:off x="1090492" y="1810180"/>
            <a:ext cx="672000" cy="672000"/>
          </a:xfrm>
          <a:prstGeom prst="roundRect">
            <a:avLst>
              <a:gd name="adj" fmla="val 25170"/>
            </a:avLst>
          </a:prstGeom>
          <a:solidFill>
            <a:schemeClr val="bg2">
              <a:lumMod val="40000"/>
              <a:lumOff val="60000"/>
            </a:schemeClr>
          </a:solidFill>
          <a:ln>
            <a:noFill/>
          </a:ln>
          <a:effectLst>
            <a:outerShdw blurRad="257175" algn="bl" rotWithShape="0">
              <a:schemeClr val="accent4">
                <a:alpha val="40000"/>
              </a:schemeClr>
            </a:outerShdw>
          </a:effectLst>
        </p:spPr>
        <p:txBody>
          <a:bodyPr spcFirstLastPara="1" wrap="square" lIns="91425" tIns="91425" rIns="91425" bIns="91425" anchor="ctr" anchorCtr="0">
            <a:noAutofit/>
          </a:bodyPr>
          <a:lstStyle/>
          <a:p>
            <a:pPr marL="0" lvl="0" indent="0" algn="l" rtl="0">
              <a:spcBef>
                <a:spcPts val="0"/>
              </a:spcBef>
              <a:spcAft>
                <a:spcPts val="0"/>
              </a:spcAft>
            </a:pPr>
            <a:endParaRPr>
              <a:solidFill>
                <a:schemeClr val="accent2">
                  <a:lumMod val="75000"/>
                </a:schemeClr>
              </a:solidFill>
            </a:endParaRPr>
          </a:p>
        </p:txBody>
      </p:sp>
      <p:sp>
        <p:nvSpPr>
          <p:cNvPr id="81" name="Google Shape;1528;p46">
            <a:extLst>
              <a:ext uri="{FF2B5EF4-FFF2-40B4-BE49-F238E27FC236}">
                <a16:creationId xmlns:a16="http://schemas.microsoft.com/office/drawing/2014/main" id="{314AC75B-BB67-48EA-BAC5-7895E8B645EE}"/>
              </a:ext>
            </a:extLst>
          </p:cNvPr>
          <p:cNvSpPr/>
          <p:nvPr/>
        </p:nvSpPr>
        <p:spPr>
          <a:xfrm>
            <a:off x="4085031" y="1803158"/>
            <a:ext cx="672000" cy="672000"/>
          </a:xfrm>
          <a:prstGeom prst="roundRect">
            <a:avLst>
              <a:gd name="adj" fmla="val 25170"/>
            </a:avLst>
          </a:prstGeom>
          <a:solidFill>
            <a:schemeClr val="bg2">
              <a:lumMod val="40000"/>
              <a:lumOff val="60000"/>
            </a:schemeClr>
          </a:solidFill>
          <a:ln>
            <a:noFill/>
          </a:ln>
          <a:effectLst>
            <a:outerShdw blurRad="257175" algn="bl" rotWithShape="0">
              <a:schemeClr val="accent4">
                <a:alpha val="40000"/>
              </a:schemeClr>
            </a:outerShdw>
          </a:effectLst>
        </p:spPr>
        <p:txBody>
          <a:bodyPr spcFirstLastPara="1" wrap="square" lIns="91425" tIns="91425" rIns="91425" bIns="91425" anchor="ctr" anchorCtr="0">
            <a:noAutofit/>
          </a:bodyPr>
          <a:lstStyle/>
          <a:p>
            <a:pPr marL="0" lvl="0" indent="0" algn="l" rtl="0">
              <a:spcBef>
                <a:spcPts val="0"/>
              </a:spcBef>
              <a:spcAft>
                <a:spcPts val="0"/>
              </a:spcAft>
            </a:pPr>
            <a:endParaRPr>
              <a:solidFill>
                <a:schemeClr val="accent2">
                  <a:lumMod val="75000"/>
                </a:schemeClr>
              </a:solidFill>
            </a:endParaRPr>
          </a:p>
        </p:txBody>
      </p:sp>
      <p:grpSp>
        <p:nvGrpSpPr>
          <p:cNvPr id="90" name="Google Shape;9817;p100">
            <a:extLst>
              <a:ext uri="{FF2B5EF4-FFF2-40B4-BE49-F238E27FC236}">
                <a16:creationId xmlns:a16="http://schemas.microsoft.com/office/drawing/2014/main" id="{9BEA10E3-72A2-24EF-A270-34803553D6EB}"/>
              </a:ext>
            </a:extLst>
          </p:cNvPr>
          <p:cNvGrpSpPr/>
          <p:nvPr/>
        </p:nvGrpSpPr>
        <p:grpSpPr>
          <a:xfrm>
            <a:off x="4237896" y="1958158"/>
            <a:ext cx="366269" cy="359907"/>
            <a:chOff x="-60988625" y="2310475"/>
            <a:chExt cx="316650" cy="311150"/>
          </a:xfrm>
        </p:grpSpPr>
        <p:sp>
          <p:nvSpPr>
            <p:cNvPr id="91" name="Google Shape;9818;p100">
              <a:extLst>
                <a:ext uri="{FF2B5EF4-FFF2-40B4-BE49-F238E27FC236}">
                  <a16:creationId xmlns:a16="http://schemas.microsoft.com/office/drawing/2014/main" id="{D4C05B9E-1A70-46F2-B69D-6B8AA72BA106}"/>
                </a:ext>
              </a:extLst>
            </p:cNvPr>
            <p:cNvSpPr/>
            <p:nvPr/>
          </p:nvSpPr>
          <p:spPr>
            <a:xfrm>
              <a:off x="-60988625" y="2310475"/>
              <a:ext cx="311125" cy="311150"/>
            </a:xfrm>
            <a:custGeom>
              <a:avLst/>
              <a:gdLst/>
              <a:ahLst/>
              <a:cxnLst/>
              <a:rect l="l" t="t" r="r" b="b"/>
              <a:pathLst>
                <a:path w="12445" h="12446" extrusionOk="0">
                  <a:moveTo>
                    <a:pt x="7877" y="883"/>
                  </a:moveTo>
                  <a:cubicBezTo>
                    <a:pt x="8097" y="883"/>
                    <a:pt x="8318" y="1072"/>
                    <a:pt x="8318" y="1324"/>
                  </a:cubicBezTo>
                  <a:lnTo>
                    <a:pt x="8318" y="10398"/>
                  </a:lnTo>
                  <a:cubicBezTo>
                    <a:pt x="8318" y="10870"/>
                    <a:pt x="8444" y="11311"/>
                    <a:pt x="8727" y="11626"/>
                  </a:cubicBezTo>
                  <a:lnTo>
                    <a:pt x="2111" y="11626"/>
                  </a:lnTo>
                  <a:cubicBezTo>
                    <a:pt x="1450" y="11626"/>
                    <a:pt x="851" y="11091"/>
                    <a:pt x="851" y="10398"/>
                  </a:cubicBezTo>
                  <a:lnTo>
                    <a:pt x="851" y="1324"/>
                  </a:lnTo>
                  <a:lnTo>
                    <a:pt x="820" y="1324"/>
                  </a:lnTo>
                  <a:cubicBezTo>
                    <a:pt x="820" y="1072"/>
                    <a:pt x="1009" y="883"/>
                    <a:pt x="1261" y="883"/>
                  </a:cubicBezTo>
                  <a:close/>
                  <a:moveTo>
                    <a:pt x="11500" y="10807"/>
                  </a:moveTo>
                  <a:cubicBezTo>
                    <a:pt x="11342" y="11280"/>
                    <a:pt x="10870" y="11626"/>
                    <a:pt x="10303" y="11626"/>
                  </a:cubicBezTo>
                  <a:cubicBezTo>
                    <a:pt x="9767" y="11626"/>
                    <a:pt x="9326" y="11280"/>
                    <a:pt x="9137" y="10807"/>
                  </a:cubicBezTo>
                  <a:close/>
                  <a:moveTo>
                    <a:pt x="1261" y="1"/>
                  </a:moveTo>
                  <a:cubicBezTo>
                    <a:pt x="568" y="1"/>
                    <a:pt x="32" y="568"/>
                    <a:pt x="32" y="1230"/>
                  </a:cubicBezTo>
                  <a:lnTo>
                    <a:pt x="32" y="10334"/>
                  </a:lnTo>
                  <a:cubicBezTo>
                    <a:pt x="0" y="11563"/>
                    <a:pt x="946" y="12445"/>
                    <a:pt x="2080" y="12445"/>
                  </a:cubicBezTo>
                  <a:lnTo>
                    <a:pt x="10334" y="12445"/>
                  </a:lnTo>
                  <a:cubicBezTo>
                    <a:pt x="11500" y="12445"/>
                    <a:pt x="12445" y="11500"/>
                    <a:pt x="12445" y="10366"/>
                  </a:cubicBezTo>
                  <a:cubicBezTo>
                    <a:pt x="12445" y="10145"/>
                    <a:pt x="12224" y="9925"/>
                    <a:pt x="12004" y="9925"/>
                  </a:cubicBezTo>
                  <a:lnTo>
                    <a:pt x="9074" y="9925"/>
                  </a:lnTo>
                  <a:lnTo>
                    <a:pt x="9074" y="1230"/>
                  </a:lnTo>
                  <a:cubicBezTo>
                    <a:pt x="9074" y="568"/>
                    <a:pt x="8538" y="1"/>
                    <a:pt x="787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pPr>
              <a:endParaRPr/>
            </a:p>
          </p:txBody>
        </p:sp>
        <p:sp>
          <p:nvSpPr>
            <p:cNvPr id="92" name="Google Shape;9819;p100">
              <a:extLst>
                <a:ext uri="{FF2B5EF4-FFF2-40B4-BE49-F238E27FC236}">
                  <a16:creationId xmlns:a16="http://schemas.microsoft.com/office/drawing/2014/main" id="{12E4D37D-5320-A109-28D7-92575DDA0C30}"/>
                </a:ext>
              </a:extLst>
            </p:cNvPr>
            <p:cNvSpPr/>
            <p:nvPr/>
          </p:nvSpPr>
          <p:spPr>
            <a:xfrm>
              <a:off x="-60947675" y="2353025"/>
              <a:ext cx="145725" cy="20500"/>
            </a:xfrm>
            <a:custGeom>
              <a:avLst/>
              <a:gdLst/>
              <a:ahLst/>
              <a:cxnLst/>
              <a:rect l="l" t="t" r="r" b="b"/>
              <a:pathLst>
                <a:path w="5829" h="820" extrusionOk="0">
                  <a:moveTo>
                    <a:pt x="442" y="0"/>
                  </a:moveTo>
                  <a:cubicBezTo>
                    <a:pt x="190" y="0"/>
                    <a:pt x="1" y="189"/>
                    <a:pt x="1" y="441"/>
                  </a:cubicBezTo>
                  <a:cubicBezTo>
                    <a:pt x="1" y="630"/>
                    <a:pt x="190" y="819"/>
                    <a:pt x="442" y="819"/>
                  </a:cubicBezTo>
                  <a:lnTo>
                    <a:pt x="5388" y="819"/>
                  </a:lnTo>
                  <a:cubicBezTo>
                    <a:pt x="5640" y="819"/>
                    <a:pt x="5829" y="630"/>
                    <a:pt x="5829" y="441"/>
                  </a:cubicBezTo>
                  <a:cubicBezTo>
                    <a:pt x="5829" y="189"/>
                    <a:pt x="5640" y="0"/>
                    <a:pt x="538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pPr>
              <a:endParaRPr/>
            </a:p>
          </p:txBody>
        </p:sp>
        <p:sp>
          <p:nvSpPr>
            <p:cNvPr id="93" name="Google Shape;9820;p100">
              <a:extLst>
                <a:ext uri="{FF2B5EF4-FFF2-40B4-BE49-F238E27FC236}">
                  <a16:creationId xmlns:a16="http://schemas.microsoft.com/office/drawing/2014/main" id="{1DF1EF28-E442-9713-8C80-4C970421A245}"/>
                </a:ext>
              </a:extLst>
            </p:cNvPr>
            <p:cNvSpPr/>
            <p:nvPr/>
          </p:nvSpPr>
          <p:spPr>
            <a:xfrm>
              <a:off x="-60947675" y="2415250"/>
              <a:ext cx="145725" cy="20500"/>
            </a:xfrm>
            <a:custGeom>
              <a:avLst/>
              <a:gdLst/>
              <a:ahLst/>
              <a:cxnLst/>
              <a:rect l="l" t="t" r="r" b="b"/>
              <a:pathLst>
                <a:path w="5829" h="820" extrusionOk="0">
                  <a:moveTo>
                    <a:pt x="442" y="0"/>
                  </a:moveTo>
                  <a:cubicBezTo>
                    <a:pt x="190" y="0"/>
                    <a:pt x="1" y="189"/>
                    <a:pt x="1" y="378"/>
                  </a:cubicBezTo>
                  <a:cubicBezTo>
                    <a:pt x="1" y="630"/>
                    <a:pt x="190" y="819"/>
                    <a:pt x="442" y="819"/>
                  </a:cubicBezTo>
                  <a:lnTo>
                    <a:pt x="5388" y="819"/>
                  </a:lnTo>
                  <a:cubicBezTo>
                    <a:pt x="5640" y="819"/>
                    <a:pt x="5829" y="630"/>
                    <a:pt x="5829" y="378"/>
                  </a:cubicBezTo>
                  <a:cubicBezTo>
                    <a:pt x="5829" y="158"/>
                    <a:pt x="5640" y="0"/>
                    <a:pt x="538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pPr>
              <a:endParaRPr/>
            </a:p>
          </p:txBody>
        </p:sp>
        <p:sp>
          <p:nvSpPr>
            <p:cNvPr id="94" name="Google Shape;9821;p100">
              <a:extLst>
                <a:ext uri="{FF2B5EF4-FFF2-40B4-BE49-F238E27FC236}">
                  <a16:creationId xmlns:a16="http://schemas.microsoft.com/office/drawing/2014/main" id="{B0A4AA08-7EF4-A67A-BEF2-07829F533BBC}"/>
                </a:ext>
              </a:extLst>
            </p:cNvPr>
            <p:cNvSpPr/>
            <p:nvPr/>
          </p:nvSpPr>
          <p:spPr>
            <a:xfrm>
              <a:off x="-60947675" y="2475875"/>
              <a:ext cx="145725" cy="22100"/>
            </a:xfrm>
            <a:custGeom>
              <a:avLst/>
              <a:gdLst/>
              <a:ahLst/>
              <a:cxnLst/>
              <a:rect l="l" t="t" r="r" b="b"/>
              <a:pathLst>
                <a:path w="5829" h="884" extrusionOk="0">
                  <a:moveTo>
                    <a:pt x="442" y="1"/>
                  </a:moveTo>
                  <a:cubicBezTo>
                    <a:pt x="190" y="1"/>
                    <a:pt x="1" y="221"/>
                    <a:pt x="1" y="442"/>
                  </a:cubicBezTo>
                  <a:cubicBezTo>
                    <a:pt x="1" y="694"/>
                    <a:pt x="190" y="883"/>
                    <a:pt x="442" y="883"/>
                  </a:cubicBezTo>
                  <a:lnTo>
                    <a:pt x="5388" y="883"/>
                  </a:lnTo>
                  <a:cubicBezTo>
                    <a:pt x="5640" y="883"/>
                    <a:pt x="5829" y="694"/>
                    <a:pt x="5829" y="442"/>
                  </a:cubicBezTo>
                  <a:cubicBezTo>
                    <a:pt x="5829" y="221"/>
                    <a:pt x="5640" y="1"/>
                    <a:pt x="538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pPr>
              <a:endParaRPr/>
            </a:p>
          </p:txBody>
        </p:sp>
        <p:sp>
          <p:nvSpPr>
            <p:cNvPr id="95" name="Google Shape;9822;p100">
              <a:extLst>
                <a:ext uri="{FF2B5EF4-FFF2-40B4-BE49-F238E27FC236}">
                  <a16:creationId xmlns:a16="http://schemas.microsoft.com/office/drawing/2014/main" id="{03F450E2-73A5-FE03-8AFD-B2F42AA7A465}"/>
                </a:ext>
              </a:extLst>
            </p:cNvPr>
            <p:cNvSpPr/>
            <p:nvPr/>
          </p:nvSpPr>
          <p:spPr>
            <a:xfrm>
              <a:off x="-60947675" y="2538100"/>
              <a:ext cx="145725" cy="22075"/>
            </a:xfrm>
            <a:custGeom>
              <a:avLst/>
              <a:gdLst/>
              <a:ahLst/>
              <a:cxnLst/>
              <a:rect l="l" t="t" r="r" b="b"/>
              <a:pathLst>
                <a:path w="5829" h="883" extrusionOk="0">
                  <a:moveTo>
                    <a:pt x="442" y="1"/>
                  </a:moveTo>
                  <a:cubicBezTo>
                    <a:pt x="190" y="1"/>
                    <a:pt x="1" y="190"/>
                    <a:pt x="1" y="442"/>
                  </a:cubicBezTo>
                  <a:cubicBezTo>
                    <a:pt x="1" y="662"/>
                    <a:pt x="190" y="883"/>
                    <a:pt x="442" y="883"/>
                  </a:cubicBezTo>
                  <a:lnTo>
                    <a:pt x="5388" y="883"/>
                  </a:lnTo>
                  <a:cubicBezTo>
                    <a:pt x="5640" y="883"/>
                    <a:pt x="5829" y="662"/>
                    <a:pt x="5829" y="442"/>
                  </a:cubicBezTo>
                  <a:cubicBezTo>
                    <a:pt x="5829" y="190"/>
                    <a:pt x="5640" y="1"/>
                    <a:pt x="538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pPr>
              <a:endParaRPr/>
            </a:p>
          </p:txBody>
        </p:sp>
        <p:sp>
          <p:nvSpPr>
            <p:cNvPr id="96" name="Google Shape;9823;p100">
              <a:extLst>
                <a:ext uri="{FF2B5EF4-FFF2-40B4-BE49-F238E27FC236}">
                  <a16:creationId xmlns:a16="http://schemas.microsoft.com/office/drawing/2014/main" id="{0B48D231-3039-44A5-42D8-06D41E2C8F4F}"/>
                </a:ext>
              </a:extLst>
            </p:cNvPr>
            <p:cNvSpPr/>
            <p:nvPr/>
          </p:nvSpPr>
          <p:spPr>
            <a:xfrm>
              <a:off x="-60740525" y="2312050"/>
              <a:ext cx="68550" cy="233950"/>
            </a:xfrm>
            <a:custGeom>
              <a:avLst/>
              <a:gdLst/>
              <a:ahLst/>
              <a:cxnLst/>
              <a:rect l="l" t="t" r="r" b="b"/>
              <a:pathLst>
                <a:path w="2742" h="9358" extrusionOk="0">
                  <a:moveTo>
                    <a:pt x="1796" y="789"/>
                  </a:moveTo>
                  <a:cubicBezTo>
                    <a:pt x="1891" y="789"/>
                    <a:pt x="1922" y="852"/>
                    <a:pt x="1922" y="946"/>
                  </a:cubicBezTo>
                  <a:lnTo>
                    <a:pt x="1922" y="1639"/>
                  </a:lnTo>
                  <a:lnTo>
                    <a:pt x="820" y="1639"/>
                  </a:lnTo>
                  <a:lnTo>
                    <a:pt x="820" y="946"/>
                  </a:lnTo>
                  <a:cubicBezTo>
                    <a:pt x="820" y="852"/>
                    <a:pt x="883" y="789"/>
                    <a:pt x="977" y="789"/>
                  </a:cubicBezTo>
                  <a:close/>
                  <a:moveTo>
                    <a:pt x="1922" y="2458"/>
                  </a:moveTo>
                  <a:lnTo>
                    <a:pt x="1922" y="6617"/>
                  </a:lnTo>
                  <a:lnTo>
                    <a:pt x="820" y="6617"/>
                  </a:lnTo>
                  <a:lnTo>
                    <a:pt x="820" y="2458"/>
                  </a:lnTo>
                  <a:close/>
                  <a:moveTo>
                    <a:pt x="1639" y="7436"/>
                  </a:moveTo>
                  <a:lnTo>
                    <a:pt x="1355" y="8035"/>
                  </a:lnTo>
                  <a:lnTo>
                    <a:pt x="1040" y="7436"/>
                  </a:lnTo>
                  <a:close/>
                  <a:moveTo>
                    <a:pt x="977" y="1"/>
                  </a:moveTo>
                  <a:cubicBezTo>
                    <a:pt x="410" y="1"/>
                    <a:pt x="1" y="410"/>
                    <a:pt x="1" y="946"/>
                  </a:cubicBezTo>
                  <a:lnTo>
                    <a:pt x="1" y="6995"/>
                  </a:lnTo>
                  <a:cubicBezTo>
                    <a:pt x="1" y="7090"/>
                    <a:pt x="1" y="7121"/>
                    <a:pt x="32" y="7184"/>
                  </a:cubicBezTo>
                  <a:lnTo>
                    <a:pt x="1009" y="9137"/>
                  </a:lnTo>
                  <a:cubicBezTo>
                    <a:pt x="1103" y="9295"/>
                    <a:pt x="1198" y="9358"/>
                    <a:pt x="1355" y="9358"/>
                  </a:cubicBezTo>
                  <a:cubicBezTo>
                    <a:pt x="1513" y="9358"/>
                    <a:pt x="1670" y="9295"/>
                    <a:pt x="1733" y="9137"/>
                  </a:cubicBezTo>
                  <a:lnTo>
                    <a:pt x="2678" y="7184"/>
                  </a:lnTo>
                  <a:cubicBezTo>
                    <a:pt x="2710" y="7153"/>
                    <a:pt x="2710" y="7090"/>
                    <a:pt x="2710" y="6995"/>
                  </a:cubicBezTo>
                  <a:lnTo>
                    <a:pt x="2710" y="946"/>
                  </a:lnTo>
                  <a:cubicBezTo>
                    <a:pt x="2741" y="410"/>
                    <a:pt x="2300" y="1"/>
                    <a:pt x="179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pPr>
              <a:endParaRPr/>
            </a:p>
          </p:txBody>
        </p:sp>
      </p:grpSp>
      <p:grpSp>
        <p:nvGrpSpPr>
          <p:cNvPr id="97" name="Google Shape;9913;p100">
            <a:extLst>
              <a:ext uri="{FF2B5EF4-FFF2-40B4-BE49-F238E27FC236}">
                <a16:creationId xmlns:a16="http://schemas.microsoft.com/office/drawing/2014/main" id="{584F2434-3C25-48CB-AD5C-1874CDD7C7E2}"/>
              </a:ext>
            </a:extLst>
          </p:cNvPr>
          <p:cNvGrpSpPr/>
          <p:nvPr/>
        </p:nvGrpSpPr>
        <p:grpSpPr>
          <a:xfrm>
            <a:off x="7277655" y="1872076"/>
            <a:ext cx="375378" cy="367397"/>
            <a:chOff x="-63669700" y="2646600"/>
            <a:chExt cx="324525" cy="317625"/>
          </a:xfrm>
        </p:grpSpPr>
        <p:sp>
          <p:nvSpPr>
            <p:cNvPr id="98" name="Google Shape;9914;p100">
              <a:extLst>
                <a:ext uri="{FF2B5EF4-FFF2-40B4-BE49-F238E27FC236}">
                  <a16:creationId xmlns:a16="http://schemas.microsoft.com/office/drawing/2014/main" id="{99ACC850-2EC2-8034-5688-DE3079BD8505}"/>
                </a:ext>
              </a:extLst>
            </p:cNvPr>
            <p:cNvSpPr/>
            <p:nvPr/>
          </p:nvSpPr>
          <p:spPr>
            <a:xfrm>
              <a:off x="-63669700" y="2646600"/>
              <a:ext cx="324525" cy="317550"/>
            </a:xfrm>
            <a:custGeom>
              <a:avLst/>
              <a:gdLst/>
              <a:ahLst/>
              <a:cxnLst/>
              <a:rect l="l" t="t" r="r" b="b"/>
              <a:pathLst>
                <a:path w="12981" h="12702" extrusionOk="0">
                  <a:moveTo>
                    <a:pt x="6947" y="867"/>
                  </a:moveTo>
                  <a:cubicBezTo>
                    <a:pt x="7058" y="867"/>
                    <a:pt x="7168" y="906"/>
                    <a:pt x="7247" y="985"/>
                  </a:cubicBezTo>
                  <a:cubicBezTo>
                    <a:pt x="7404" y="1143"/>
                    <a:pt x="7404" y="1426"/>
                    <a:pt x="7247" y="1584"/>
                  </a:cubicBezTo>
                  <a:lnTo>
                    <a:pt x="5199" y="3632"/>
                  </a:lnTo>
                  <a:cubicBezTo>
                    <a:pt x="5120" y="3710"/>
                    <a:pt x="5010" y="3750"/>
                    <a:pt x="4900" y="3750"/>
                  </a:cubicBezTo>
                  <a:cubicBezTo>
                    <a:pt x="4789" y="3750"/>
                    <a:pt x="4679" y="3710"/>
                    <a:pt x="4600" y="3632"/>
                  </a:cubicBezTo>
                  <a:cubicBezTo>
                    <a:pt x="4443" y="3474"/>
                    <a:pt x="4443" y="3190"/>
                    <a:pt x="4600" y="3033"/>
                  </a:cubicBezTo>
                  <a:lnTo>
                    <a:pt x="6648" y="985"/>
                  </a:lnTo>
                  <a:cubicBezTo>
                    <a:pt x="6727" y="906"/>
                    <a:pt x="6837" y="867"/>
                    <a:pt x="6947" y="867"/>
                  </a:cubicBezTo>
                  <a:close/>
                  <a:moveTo>
                    <a:pt x="7530" y="2434"/>
                  </a:moveTo>
                  <a:lnTo>
                    <a:pt x="10429" y="5364"/>
                  </a:lnTo>
                  <a:lnTo>
                    <a:pt x="8979" y="6814"/>
                  </a:lnTo>
                  <a:lnTo>
                    <a:pt x="6050" y="3884"/>
                  </a:lnTo>
                  <a:lnTo>
                    <a:pt x="7530" y="2434"/>
                  </a:lnTo>
                  <a:close/>
                  <a:moveTo>
                    <a:pt x="6648" y="5679"/>
                  </a:moveTo>
                  <a:lnTo>
                    <a:pt x="7247" y="6246"/>
                  </a:lnTo>
                  <a:lnTo>
                    <a:pt x="5482" y="8042"/>
                  </a:lnTo>
                  <a:lnTo>
                    <a:pt x="4884" y="7444"/>
                  </a:lnTo>
                  <a:lnTo>
                    <a:pt x="6648" y="5679"/>
                  </a:lnTo>
                  <a:close/>
                  <a:moveTo>
                    <a:pt x="11642" y="5561"/>
                  </a:moveTo>
                  <a:cubicBezTo>
                    <a:pt x="11752" y="5561"/>
                    <a:pt x="11862" y="5601"/>
                    <a:pt x="11941" y="5679"/>
                  </a:cubicBezTo>
                  <a:cubicBezTo>
                    <a:pt x="12098" y="5837"/>
                    <a:pt x="12098" y="6089"/>
                    <a:pt x="11941" y="6246"/>
                  </a:cubicBezTo>
                  <a:lnTo>
                    <a:pt x="9893" y="8294"/>
                  </a:lnTo>
                  <a:cubicBezTo>
                    <a:pt x="9814" y="8373"/>
                    <a:pt x="9704" y="8412"/>
                    <a:pt x="9594" y="8412"/>
                  </a:cubicBezTo>
                  <a:cubicBezTo>
                    <a:pt x="9484" y="8412"/>
                    <a:pt x="9373" y="8373"/>
                    <a:pt x="9295" y="8294"/>
                  </a:cubicBezTo>
                  <a:cubicBezTo>
                    <a:pt x="9137" y="8137"/>
                    <a:pt x="9137" y="7885"/>
                    <a:pt x="9295" y="7727"/>
                  </a:cubicBezTo>
                  <a:lnTo>
                    <a:pt x="11342" y="5679"/>
                  </a:lnTo>
                  <a:cubicBezTo>
                    <a:pt x="11421" y="5601"/>
                    <a:pt x="11531" y="5561"/>
                    <a:pt x="11642" y="5561"/>
                  </a:cubicBezTo>
                  <a:close/>
                  <a:moveTo>
                    <a:pt x="4065" y="7664"/>
                  </a:moveTo>
                  <a:lnTo>
                    <a:pt x="5230" y="8861"/>
                  </a:lnTo>
                  <a:lnTo>
                    <a:pt x="2426" y="11665"/>
                  </a:lnTo>
                  <a:cubicBezTo>
                    <a:pt x="2269" y="11823"/>
                    <a:pt x="2064" y="11902"/>
                    <a:pt x="1855" y="11902"/>
                  </a:cubicBezTo>
                  <a:cubicBezTo>
                    <a:pt x="1647" y="11902"/>
                    <a:pt x="1434" y="11823"/>
                    <a:pt x="1261" y="11665"/>
                  </a:cubicBezTo>
                  <a:cubicBezTo>
                    <a:pt x="914" y="11350"/>
                    <a:pt x="914" y="10783"/>
                    <a:pt x="1261" y="10468"/>
                  </a:cubicBezTo>
                  <a:lnTo>
                    <a:pt x="4065" y="7664"/>
                  </a:lnTo>
                  <a:close/>
                  <a:moveTo>
                    <a:pt x="6971" y="1"/>
                  </a:moveTo>
                  <a:cubicBezTo>
                    <a:pt x="6648" y="1"/>
                    <a:pt x="6317" y="119"/>
                    <a:pt x="6050" y="355"/>
                  </a:cubicBezTo>
                  <a:lnTo>
                    <a:pt x="4002" y="2403"/>
                  </a:lnTo>
                  <a:cubicBezTo>
                    <a:pt x="3529" y="2875"/>
                    <a:pt x="3529" y="3663"/>
                    <a:pt x="4002" y="4167"/>
                  </a:cubicBezTo>
                  <a:cubicBezTo>
                    <a:pt x="4258" y="4424"/>
                    <a:pt x="4564" y="4544"/>
                    <a:pt x="4874" y="4544"/>
                  </a:cubicBezTo>
                  <a:cubicBezTo>
                    <a:pt x="5058" y="4544"/>
                    <a:pt x="5243" y="4501"/>
                    <a:pt x="5419" y="4419"/>
                  </a:cubicBezTo>
                  <a:lnTo>
                    <a:pt x="6081" y="5018"/>
                  </a:lnTo>
                  <a:lnTo>
                    <a:pt x="4285" y="6814"/>
                  </a:lnTo>
                  <a:cubicBezTo>
                    <a:pt x="4206" y="6735"/>
                    <a:pt x="4096" y="6695"/>
                    <a:pt x="3990" y="6695"/>
                  </a:cubicBezTo>
                  <a:cubicBezTo>
                    <a:pt x="3884" y="6695"/>
                    <a:pt x="3781" y="6735"/>
                    <a:pt x="3718" y="6814"/>
                  </a:cubicBezTo>
                  <a:lnTo>
                    <a:pt x="631" y="9869"/>
                  </a:lnTo>
                  <a:cubicBezTo>
                    <a:pt x="1" y="10500"/>
                    <a:pt x="1" y="11571"/>
                    <a:pt x="631" y="12201"/>
                  </a:cubicBezTo>
                  <a:cubicBezTo>
                    <a:pt x="965" y="12536"/>
                    <a:pt x="1405" y="12701"/>
                    <a:pt x="1840" y="12701"/>
                  </a:cubicBezTo>
                  <a:cubicBezTo>
                    <a:pt x="2264" y="12701"/>
                    <a:pt x="2682" y="12544"/>
                    <a:pt x="2994" y="12232"/>
                  </a:cubicBezTo>
                  <a:lnTo>
                    <a:pt x="6050" y="9176"/>
                  </a:lnTo>
                  <a:cubicBezTo>
                    <a:pt x="6207" y="9019"/>
                    <a:pt x="6207" y="8735"/>
                    <a:pt x="6050" y="8578"/>
                  </a:cubicBezTo>
                  <a:lnTo>
                    <a:pt x="7845" y="6814"/>
                  </a:lnTo>
                  <a:lnTo>
                    <a:pt x="8475" y="7444"/>
                  </a:lnTo>
                  <a:cubicBezTo>
                    <a:pt x="8255" y="7853"/>
                    <a:pt x="8318" y="8452"/>
                    <a:pt x="8696" y="8861"/>
                  </a:cubicBezTo>
                  <a:cubicBezTo>
                    <a:pt x="8932" y="9098"/>
                    <a:pt x="9247" y="9216"/>
                    <a:pt x="9566" y="9216"/>
                  </a:cubicBezTo>
                  <a:cubicBezTo>
                    <a:pt x="9885" y="9216"/>
                    <a:pt x="10208" y="9098"/>
                    <a:pt x="10460" y="8861"/>
                  </a:cubicBezTo>
                  <a:lnTo>
                    <a:pt x="12508" y="6814"/>
                  </a:lnTo>
                  <a:cubicBezTo>
                    <a:pt x="12981" y="6341"/>
                    <a:pt x="12981" y="5553"/>
                    <a:pt x="12508" y="5018"/>
                  </a:cubicBezTo>
                  <a:cubicBezTo>
                    <a:pt x="12274" y="4784"/>
                    <a:pt x="11979" y="4670"/>
                    <a:pt x="11669" y="4670"/>
                  </a:cubicBezTo>
                  <a:cubicBezTo>
                    <a:pt x="11479" y="4670"/>
                    <a:pt x="11282" y="4713"/>
                    <a:pt x="11090" y="4797"/>
                  </a:cubicBezTo>
                  <a:lnTo>
                    <a:pt x="8066" y="1773"/>
                  </a:lnTo>
                  <a:cubicBezTo>
                    <a:pt x="8255" y="1332"/>
                    <a:pt x="8223" y="733"/>
                    <a:pt x="7845" y="355"/>
                  </a:cubicBezTo>
                  <a:cubicBezTo>
                    <a:pt x="7609" y="119"/>
                    <a:pt x="7294" y="1"/>
                    <a:pt x="697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pPr>
              <a:endParaRPr/>
            </a:p>
          </p:txBody>
        </p:sp>
        <p:sp>
          <p:nvSpPr>
            <p:cNvPr id="99" name="Google Shape;9915;p100">
              <a:extLst>
                <a:ext uri="{FF2B5EF4-FFF2-40B4-BE49-F238E27FC236}">
                  <a16:creationId xmlns:a16="http://schemas.microsoft.com/office/drawing/2014/main" id="{AB41B3B4-753B-6EFA-2F71-5F40CE7888F7}"/>
                </a:ext>
              </a:extLst>
            </p:cNvPr>
            <p:cNvSpPr/>
            <p:nvPr/>
          </p:nvSpPr>
          <p:spPr>
            <a:xfrm>
              <a:off x="-63532650" y="2901200"/>
              <a:ext cx="185900" cy="63025"/>
            </a:xfrm>
            <a:custGeom>
              <a:avLst/>
              <a:gdLst/>
              <a:ahLst/>
              <a:cxnLst/>
              <a:rect l="l" t="t" r="r" b="b"/>
              <a:pathLst>
                <a:path w="7436" h="2521" extrusionOk="0">
                  <a:moveTo>
                    <a:pt x="5356" y="851"/>
                  </a:moveTo>
                  <a:cubicBezTo>
                    <a:pt x="5577" y="851"/>
                    <a:pt x="5734" y="1040"/>
                    <a:pt x="5734" y="1261"/>
                  </a:cubicBezTo>
                  <a:lnTo>
                    <a:pt x="5734" y="1702"/>
                  </a:lnTo>
                  <a:lnTo>
                    <a:pt x="1607" y="1702"/>
                  </a:lnTo>
                  <a:lnTo>
                    <a:pt x="1607" y="1261"/>
                  </a:lnTo>
                  <a:cubicBezTo>
                    <a:pt x="1607" y="1040"/>
                    <a:pt x="1796" y="851"/>
                    <a:pt x="2048" y="851"/>
                  </a:cubicBezTo>
                  <a:close/>
                  <a:moveTo>
                    <a:pt x="2048" y="1"/>
                  </a:moveTo>
                  <a:cubicBezTo>
                    <a:pt x="1355" y="1"/>
                    <a:pt x="788" y="568"/>
                    <a:pt x="788" y="1261"/>
                  </a:cubicBezTo>
                  <a:lnTo>
                    <a:pt x="788" y="1702"/>
                  </a:lnTo>
                  <a:lnTo>
                    <a:pt x="378" y="1702"/>
                  </a:lnTo>
                  <a:cubicBezTo>
                    <a:pt x="158" y="1702"/>
                    <a:pt x="0" y="1891"/>
                    <a:pt x="0" y="2111"/>
                  </a:cubicBezTo>
                  <a:cubicBezTo>
                    <a:pt x="0" y="2332"/>
                    <a:pt x="189" y="2521"/>
                    <a:pt x="378" y="2521"/>
                  </a:cubicBezTo>
                  <a:lnTo>
                    <a:pt x="6995" y="2521"/>
                  </a:lnTo>
                  <a:cubicBezTo>
                    <a:pt x="7247" y="2521"/>
                    <a:pt x="7436" y="2332"/>
                    <a:pt x="7436" y="2111"/>
                  </a:cubicBezTo>
                  <a:cubicBezTo>
                    <a:pt x="7404" y="1891"/>
                    <a:pt x="7184" y="1702"/>
                    <a:pt x="6963" y="1702"/>
                  </a:cubicBezTo>
                  <a:lnTo>
                    <a:pt x="6553" y="1702"/>
                  </a:lnTo>
                  <a:lnTo>
                    <a:pt x="6553" y="1261"/>
                  </a:lnTo>
                  <a:cubicBezTo>
                    <a:pt x="6553" y="599"/>
                    <a:pt x="6018" y="1"/>
                    <a:pt x="535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pPr>
              <a:endParaRPr/>
            </a:p>
          </p:txBody>
        </p:sp>
      </p:grpSp>
      <p:grpSp>
        <p:nvGrpSpPr>
          <p:cNvPr id="100" name="Google Shape;9789;p100">
            <a:extLst>
              <a:ext uri="{FF2B5EF4-FFF2-40B4-BE49-F238E27FC236}">
                <a16:creationId xmlns:a16="http://schemas.microsoft.com/office/drawing/2014/main" id="{E3B8B9EE-0238-71F2-130D-5F51EC9DA5E3}"/>
              </a:ext>
            </a:extLst>
          </p:cNvPr>
          <p:cNvGrpSpPr/>
          <p:nvPr/>
        </p:nvGrpSpPr>
        <p:grpSpPr>
          <a:xfrm>
            <a:off x="1232156" y="1956890"/>
            <a:ext cx="366269" cy="366269"/>
            <a:chOff x="-61354875" y="2671225"/>
            <a:chExt cx="316650" cy="316650"/>
          </a:xfrm>
        </p:grpSpPr>
        <p:sp>
          <p:nvSpPr>
            <p:cNvPr id="101" name="Google Shape;9790;p100">
              <a:extLst>
                <a:ext uri="{FF2B5EF4-FFF2-40B4-BE49-F238E27FC236}">
                  <a16:creationId xmlns:a16="http://schemas.microsoft.com/office/drawing/2014/main" id="{CBA73271-9917-DC55-4D9E-39F66A583906}"/>
                </a:ext>
              </a:extLst>
            </p:cNvPr>
            <p:cNvSpPr/>
            <p:nvPr/>
          </p:nvSpPr>
          <p:spPr>
            <a:xfrm>
              <a:off x="-61354875" y="2671225"/>
              <a:ext cx="316650" cy="316650"/>
            </a:xfrm>
            <a:custGeom>
              <a:avLst/>
              <a:gdLst/>
              <a:ahLst/>
              <a:cxnLst/>
              <a:rect l="l" t="t" r="r" b="b"/>
              <a:pathLst>
                <a:path w="12666" h="12666" extrusionOk="0">
                  <a:moveTo>
                    <a:pt x="11405" y="1701"/>
                  </a:moveTo>
                  <a:cubicBezTo>
                    <a:pt x="11657" y="1701"/>
                    <a:pt x="11847" y="1890"/>
                    <a:pt x="11847" y="2111"/>
                  </a:cubicBezTo>
                  <a:lnTo>
                    <a:pt x="11847" y="3340"/>
                  </a:lnTo>
                  <a:lnTo>
                    <a:pt x="820" y="3340"/>
                  </a:lnTo>
                  <a:lnTo>
                    <a:pt x="820" y="2111"/>
                  </a:lnTo>
                  <a:cubicBezTo>
                    <a:pt x="820" y="1890"/>
                    <a:pt x="1009" y="1701"/>
                    <a:pt x="1198" y="1701"/>
                  </a:cubicBezTo>
                  <a:lnTo>
                    <a:pt x="1639" y="1701"/>
                  </a:lnTo>
                  <a:lnTo>
                    <a:pt x="1639" y="2111"/>
                  </a:lnTo>
                  <a:cubicBezTo>
                    <a:pt x="1639" y="2363"/>
                    <a:pt x="1828" y="2552"/>
                    <a:pt x="2048" y="2552"/>
                  </a:cubicBezTo>
                  <a:cubicBezTo>
                    <a:pt x="2237" y="2552"/>
                    <a:pt x="2427" y="2363"/>
                    <a:pt x="2427" y="2111"/>
                  </a:cubicBezTo>
                  <a:lnTo>
                    <a:pt x="2427" y="1701"/>
                  </a:lnTo>
                  <a:lnTo>
                    <a:pt x="5892" y="1701"/>
                  </a:lnTo>
                  <a:lnTo>
                    <a:pt x="5892" y="2111"/>
                  </a:lnTo>
                  <a:cubicBezTo>
                    <a:pt x="5892" y="2363"/>
                    <a:pt x="6081" y="2552"/>
                    <a:pt x="6333" y="2552"/>
                  </a:cubicBezTo>
                  <a:cubicBezTo>
                    <a:pt x="6585" y="2552"/>
                    <a:pt x="6743" y="2363"/>
                    <a:pt x="6743" y="2111"/>
                  </a:cubicBezTo>
                  <a:lnTo>
                    <a:pt x="6743" y="1701"/>
                  </a:lnTo>
                  <a:lnTo>
                    <a:pt x="10208" y="1701"/>
                  </a:lnTo>
                  <a:lnTo>
                    <a:pt x="10208" y="2111"/>
                  </a:lnTo>
                  <a:cubicBezTo>
                    <a:pt x="10208" y="2363"/>
                    <a:pt x="10397" y="2552"/>
                    <a:pt x="10618" y="2552"/>
                  </a:cubicBezTo>
                  <a:cubicBezTo>
                    <a:pt x="10870" y="2552"/>
                    <a:pt x="11027" y="2363"/>
                    <a:pt x="11027" y="2111"/>
                  </a:cubicBezTo>
                  <a:lnTo>
                    <a:pt x="11027" y="1701"/>
                  </a:lnTo>
                  <a:close/>
                  <a:moveTo>
                    <a:pt x="11878" y="4159"/>
                  </a:moveTo>
                  <a:lnTo>
                    <a:pt x="11878" y="6112"/>
                  </a:lnTo>
                  <a:lnTo>
                    <a:pt x="11847" y="6112"/>
                  </a:lnTo>
                  <a:cubicBezTo>
                    <a:pt x="11090" y="5072"/>
                    <a:pt x="9862" y="4442"/>
                    <a:pt x="8538" y="4442"/>
                  </a:cubicBezTo>
                  <a:cubicBezTo>
                    <a:pt x="6239" y="4442"/>
                    <a:pt x="4411" y="6301"/>
                    <a:pt x="4411" y="8569"/>
                  </a:cubicBezTo>
                  <a:cubicBezTo>
                    <a:pt x="4411" y="9168"/>
                    <a:pt x="4506" y="9735"/>
                    <a:pt x="4758" y="10239"/>
                  </a:cubicBezTo>
                  <a:lnTo>
                    <a:pt x="1261" y="10239"/>
                  </a:lnTo>
                  <a:cubicBezTo>
                    <a:pt x="1009" y="10239"/>
                    <a:pt x="851" y="10050"/>
                    <a:pt x="851" y="9830"/>
                  </a:cubicBezTo>
                  <a:lnTo>
                    <a:pt x="851" y="4159"/>
                  </a:lnTo>
                  <a:close/>
                  <a:moveTo>
                    <a:pt x="8538" y="5261"/>
                  </a:moveTo>
                  <a:cubicBezTo>
                    <a:pt x="10334" y="5261"/>
                    <a:pt x="11847" y="6774"/>
                    <a:pt x="11847" y="8569"/>
                  </a:cubicBezTo>
                  <a:cubicBezTo>
                    <a:pt x="11847" y="10397"/>
                    <a:pt x="10334" y="11877"/>
                    <a:pt x="8538" y="11877"/>
                  </a:cubicBezTo>
                  <a:cubicBezTo>
                    <a:pt x="6711" y="11877"/>
                    <a:pt x="5230" y="10397"/>
                    <a:pt x="5230" y="8569"/>
                  </a:cubicBezTo>
                  <a:cubicBezTo>
                    <a:pt x="5230" y="6774"/>
                    <a:pt x="6743" y="5261"/>
                    <a:pt x="8538" y="5261"/>
                  </a:cubicBezTo>
                  <a:close/>
                  <a:moveTo>
                    <a:pt x="2048" y="0"/>
                  </a:moveTo>
                  <a:cubicBezTo>
                    <a:pt x="1828" y="0"/>
                    <a:pt x="1639" y="189"/>
                    <a:pt x="1639" y="441"/>
                  </a:cubicBezTo>
                  <a:lnTo>
                    <a:pt x="1639" y="851"/>
                  </a:lnTo>
                  <a:lnTo>
                    <a:pt x="1198" y="851"/>
                  </a:lnTo>
                  <a:cubicBezTo>
                    <a:pt x="536" y="851"/>
                    <a:pt x="1" y="1418"/>
                    <a:pt x="1" y="2079"/>
                  </a:cubicBezTo>
                  <a:lnTo>
                    <a:pt x="1" y="9798"/>
                  </a:lnTo>
                  <a:cubicBezTo>
                    <a:pt x="1" y="10460"/>
                    <a:pt x="536" y="11027"/>
                    <a:pt x="1198" y="11027"/>
                  </a:cubicBezTo>
                  <a:lnTo>
                    <a:pt x="5230" y="11027"/>
                  </a:lnTo>
                  <a:cubicBezTo>
                    <a:pt x="5987" y="12003"/>
                    <a:pt x="7184" y="12665"/>
                    <a:pt x="8538" y="12665"/>
                  </a:cubicBezTo>
                  <a:cubicBezTo>
                    <a:pt x="10807" y="12665"/>
                    <a:pt x="12666" y="10838"/>
                    <a:pt x="12666" y="8538"/>
                  </a:cubicBezTo>
                  <a:lnTo>
                    <a:pt x="12666" y="2079"/>
                  </a:lnTo>
                  <a:cubicBezTo>
                    <a:pt x="12666" y="1418"/>
                    <a:pt x="12130" y="851"/>
                    <a:pt x="11405" y="851"/>
                  </a:cubicBezTo>
                  <a:lnTo>
                    <a:pt x="11027" y="851"/>
                  </a:lnTo>
                  <a:lnTo>
                    <a:pt x="11027" y="441"/>
                  </a:lnTo>
                  <a:cubicBezTo>
                    <a:pt x="11027" y="189"/>
                    <a:pt x="10807" y="0"/>
                    <a:pt x="10618" y="0"/>
                  </a:cubicBezTo>
                  <a:cubicBezTo>
                    <a:pt x="10397" y="0"/>
                    <a:pt x="10177" y="189"/>
                    <a:pt x="10177" y="441"/>
                  </a:cubicBezTo>
                  <a:lnTo>
                    <a:pt x="10177" y="851"/>
                  </a:lnTo>
                  <a:lnTo>
                    <a:pt x="6711" y="851"/>
                  </a:lnTo>
                  <a:lnTo>
                    <a:pt x="6711" y="441"/>
                  </a:lnTo>
                  <a:cubicBezTo>
                    <a:pt x="6711" y="189"/>
                    <a:pt x="6522" y="0"/>
                    <a:pt x="6333" y="0"/>
                  </a:cubicBezTo>
                  <a:cubicBezTo>
                    <a:pt x="6081" y="0"/>
                    <a:pt x="5892" y="189"/>
                    <a:pt x="5892" y="441"/>
                  </a:cubicBezTo>
                  <a:lnTo>
                    <a:pt x="5892" y="851"/>
                  </a:lnTo>
                  <a:lnTo>
                    <a:pt x="2427" y="851"/>
                  </a:lnTo>
                  <a:lnTo>
                    <a:pt x="2427" y="441"/>
                  </a:lnTo>
                  <a:cubicBezTo>
                    <a:pt x="2427" y="189"/>
                    <a:pt x="2237" y="0"/>
                    <a:pt x="204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pPr>
              <a:endParaRPr/>
            </a:p>
          </p:txBody>
        </p:sp>
        <p:sp>
          <p:nvSpPr>
            <p:cNvPr id="102" name="Google Shape;9791;p100">
              <a:extLst>
                <a:ext uri="{FF2B5EF4-FFF2-40B4-BE49-F238E27FC236}">
                  <a16:creationId xmlns:a16="http://schemas.microsoft.com/office/drawing/2014/main" id="{30991BC5-B249-F1DE-A242-A3954CE1B141}"/>
                </a:ext>
              </a:extLst>
            </p:cNvPr>
            <p:cNvSpPr/>
            <p:nvPr/>
          </p:nvSpPr>
          <p:spPr>
            <a:xfrm>
              <a:off x="-61172925" y="2813775"/>
              <a:ext cx="62225" cy="145725"/>
            </a:xfrm>
            <a:custGeom>
              <a:avLst/>
              <a:gdLst/>
              <a:ahLst/>
              <a:cxnLst/>
              <a:rect l="l" t="t" r="r" b="b"/>
              <a:pathLst>
                <a:path w="2489" h="5829" extrusionOk="0">
                  <a:moveTo>
                    <a:pt x="1260" y="0"/>
                  </a:moveTo>
                  <a:cubicBezTo>
                    <a:pt x="1008" y="0"/>
                    <a:pt x="819" y="190"/>
                    <a:pt x="819" y="410"/>
                  </a:cubicBezTo>
                  <a:lnTo>
                    <a:pt x="819" y="662"/>
                  </a:lnTo>
                  <a:cubicBezTo>
                    <a:pt x="347" y="820"/>
                    <a:pt x="0" y="1292"/>
                    <a:pt x="0" y="1859"/>
                  </a:cubicBezTo>
                  <a:cubicBezTo>
                    <a:pt x="0" y="2521"/>
                    <a:pt x="536" y="2899"/>
                    <a:pt x="977" y="3245"/>
                  </a:cubicBezTo>
                  <a:cubicBezTo>
                    <a:pt x="1292" y="3466"/>
                    <a:pt x="1639" y="3687"/>
                    <a:pt x="1639" y="3939"/>
                  </a:cubicBezTo>
                  <a:cubicBezTo>
                    <a:pt x="1639" y="4191"/>
                    <a:pt x="1450" y="4380"/>
                    <a:pt x="1260" y="4380"/>
                  </a:cubicBezTo>
                  <a:cubicBezTo>
                    <a:pt x="1008" y="4380"/>
                    <a:pt x="819" y="4191"/>
                    <a:pt x="819" y="3939"/>
                  </a:cubicBezTo>
                  <a:cubicBezTo>
                    <a:pt x="819" y="3718"/>
                    <a:pt x="630" y="3498"/>
                    <a:pt x="441" y="3498"/>
                  </a:cubicBezTo>
                  <a:cubicBezTo>
                    <a:pt x="189" y="3498"/>
                    <a:pt x="0" y="3718"/>
                    <a:pt x="0" y="3939"/>
                  </a:cubicBezTo>
                  <a:cubicBezTo>
                    <a:pt x="0" y="4506"/>
                    <a:pt x="347" y="4915"/>
                    <a:pt x="819" y="5136"/>
                  </a:cubicBezTo>
                  <a:lnTo>
                    <a:pt x="819" y="5388"/>
                  </a:lnTo>
                  <a:cubicBezTo>
                    <a:pt x="819" y="5640"/>
                    <a:pt x="1008" y="5829"/>
                    <a:pt x="1260" y="5829"/>
                  </a:cubicBezTo>
                  <a:cubicBezTo>
                    <a:pt x="1481" y="5829"/>
                    <a:pt x="1639" y="5640"/>
                    <a:pt x="1639" y="5388"/>
                  </a:cubicBezTo>
                  <a:lnTo>
                    <a:pt x="1639" y="5136"/>
                  </a:lnTo>
                  <a:cubicBezTo>
                    <a:pt x="2111" y="4978"/>
                    <a:pt x="2489" y="4506"/>
                    <a:pt x="2489" y="3939"/>
                  </a:cubicBezTo>
                  <a:cubicBezTo>
                    <a:pt x="2489" y="3277"/>
                    <a:pt x="1922" y="2867"/>
                    <a:pt x="1481" y="2552"/>
                  </a:cubicBezTo>
                  <a:cubicBezTo>
                    <a:pt x="1166" y="2332"/>
                    <a:pt x="819" y="2080"/>
                    <a:pt x="819" y="1859"/>
                  </a:cubicBezTo>
                  <a:cubicBezTo>
                    <a:pt x="819" y="1607"/>
                    <a:pt x="1008" y="1418"/>
                    <a:pt x="1260" y="1418"/>
                  </a:cubicBezTo>
                  <a:cubicBezTo>
                    <a:pt x="1513" y="1418"/>
                    <a:pt x="1639" y="1607"/>
                    <a:pt x="1639" y="1859"/>
                  </a:cubicBezTo>
                  <a:cubicBezTo>
                    <a:pt x="1639" y="2080"/>
                    <a:pt x="1859" y="2269"/>
                    <a:pt x="2048" y="2269"/>
                  </a:cubicBezTo>
                  <a:cubicBezTo>
                    <a:pt x="2300" y="2269"/>
                    <a:pt x="2489" y="2080"/>
                    <a:pt x="2489" y="1859"/>
                  </a:cubicBezTo>
                  <a:cubicBezTo>
                    <a:pt x="2489" y="1292"/>
                    <a:pt x="2143" y="883"/>
                    <a:pt x="1639" y="662"/>
                  </a:cubicBezTo>
                  <a:lnTo>
                    <a:pt x="1639" y="410"/>
                  </a:lnTo>
                  <a:cubicBezTo>
                    <a:pt x="1639" y="158"/>
                    <a:pt x="1450" y="0"/>
                    <a:pt x="126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pPr>
              <a:endParaRPr dirty="0"/>
            </a:p>
          </p:txBody>
        </p:sp>
        <p:sp>
          <p:nvSpPr>
            <p:cNvPr id="103" name="Google Shape;9792;p100">
              <a:extLst>
                <a:ext uri="{FF2B5EF4-FFF2-40B4-BE49-F238E27FC236}">
                  <a16:creationId xmlns:a16="http://schemas.microsoft.com/office/drawing/2014/main" id="{896B1B59-78C0-5C8E-0BEA-57D40E466115}"/>
                </a:ext>
              </a:extLst>
            </p:cNvPr>
            <p:cNvSpPr/>
            <p:nvPr/>
          </p:nvSpPr>
          <p:spPr>
            <a:xfrm>
              <a:off x="-61313925" y="2796450"/>
              <a:ext cx="40975" cy="20500"/>
            </a:xfrm>
            <a:custGeom>
              <a:avLst/>
              <a:gdLst/>
              <a:ahLst/>
              <a:cxnLst/>
              <a:rect l="l" t="t" r="r" b="b"/>
              <a:pathLst>
                <a:path w="1639" h="820" extrusionOk="0">
                  <a:moveTo>
                    <a:pt x="410" y="0"/>
                  </a:moveTo>
                  <a:cubicBezTo>
                    <a:pt x="158" y="0"/>
                    <a:pt x="1" y="189"/>
                    <a:pt x="1" y="378"/>
                  </a:cubicBezTo>
                  <a:cubicBezTo>
                    <a:pt x="1" y="630"/>
                    <a:pt x="158" y="820"/>
                    <a:pt x="410" y="820"/>
                  </a:cubicBezTo>
                  <a:lnTo>
                    <a:pt x="1230" y="820"/>
                  </a:lnTo>
                  <a:cubicBezTo>
                    <a:pt x="1482" y="820"/>
                    <a:pt x="1639" y="630"/>
                    <a:pt x="1639" y="378"/>
                  </a:cubicBezTo>
                  <a:cubicBezTo>
                    <a:pt x="1639" y="158"/>
                    <a:pt x="1419" y="0"/>
                    <a:pt x="123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pPr>
              <a:endParaRPr/>
            </a:p>
          </p:txBody>
        </p:sp>
        <p:sp>
          <p:nvSpPr>
            <p:cNvPr id="104" name="Google Shape;9793;p100">
              <a:extLst>
                <a:ext uri="{FF2B5EF4-FFF2-40B4-BE49-F238E27FC236}">
                  <a16:creationId xmlns:a16="http://schemas.microsoft.com/office/drawing/2014/main" id="{240DBC4A-17AD-74D3-079E-EF7F7317C782}"/>
                </a:ext>
              </a:extLst>
            </p:cNvPr>
            <p:cNvSpPr/>
            <p:nvPr/>
          </p:nvSpPr>
          <p:spPr>
            <a:xfrm>
              <a:off x="-61313925" y="2837400"/>
              <a:ext cx="40975" cy="20500"/>
            </a:xfrm>
            <a:custGeom>
              <a:avLst/>
              <a:gdLst/>
              <a:ahLst/>
              <a:cxnLst/>
              <a:rect l="l" t="t" r="r" b="b"/>
              <a:pathLst>
                <a:path w="1639" h="820" extrusionOk="0">
                  <a:moveTo>
                    <a:pt x="410" y="1"/>
                  </a:moveTo>
                  <a:cubicBezTo>
                    <a:pt x="158" y="1"/>
                    <a:pt x="1" y="190"/>
                    <a:pt x="1" y="442"/>
                  </a:cubicBezTo>
                  <a:cubicBezTo>
                    <a:pt x="1" y="631"/>
                    <a:pt x="158" y="820"/>
                    <a:pt x="410" y="820"/>
                  </a:cubicBezTo>
                  <a:lnTo>
                    <a:pt x="1230" y="820"/>
                  </a:lnTo>
                  <a:cubicBezTo>
                    <a:pt x="1482" y="820"/>
                    <a:pt x="1639" y="631"/>
                    <a:pt x="1639" y="442"/>
                  </a:cubicBezTo>
                  <a:cubicBezTo>
                    <a:pt x="1639" y="190"/>
                    <a:pt x="1419" y="1"/>
                    <a:pt x="123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pPr>
              <a:endParaRPr/>
            </a:p>
          </p:txBody>
        </p:sp>
        <p:sp>
          <p:nvSpPr>
            <p:cNvPr id="105" name="Google Shape;9794;p100">
              <a:extLst>
                <a:ext uri="{FF2B5EF4-FFF2-40B4-BE49-F238E27FC236}">
                  <a16:creationId xmlns:a16="http://schemas.microsoft.com/office/drawing/2014/main" id="{08A147C2-FF3C-7069-7B06-A72CAF66F337}"/>
                </a:ext>
              </a:extLst>
            </p:cNvPr>
            <p:cNvSpPr/>
            <p:nvPr/>
          </p:nvSpPr>
          <p:spPr>
            <a:xfrm>
              <a:off x="-61313925" y="2877575"/>
              <a:ext cx="40975" cy="22075"/>
            </a:xfrm>
            <a:custGeom>
              <a:avLst/>
              <a:gdLst/>
              <a:ahLst/>
              <a:cxnLst/>
              <a:rect l="l" t="t" r="r" b="b"/>
              <a:pathLst>
                <a:path w="1639" h="883" extrusionOk="0">
                  <a:moveTo>
                    <a:pt x="410" y="0"/>
                  </a:moveTo>
                  <a:cubicBezTo>
                    <a:pt x="158" y="0"/>
                    <a:pt x="1" y="221"/>
                    <a:pt x="1" y="441"/>
                  </a:cubicBezTo>
                  <a:cubicBezTo>
                    <a:pt x="1" y="693"/>
                    <a:pt x="158" y="883"/>
                    <a:pt x="410" y="883"/>
                  </a:cubicBezTo>
                  <a:lnTo>
                    <a:pt x="1230" y="883"/>
                  </a:lnTo>
                  <a:cubicBezTo>
                    <a:pt x="1482" y="883"/>
                    <a:pt x="1639" y="693"/>
                    <a:pt x="1639" y="441"/>
                  </a:cubicBezTo>
                  <a:cubicBezTo>
                    <a:pt x="1639" y="221"/>
                    <a:pt x="1419" y="0"/>
                    <a:pt x="123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pPr>
              <a:endParaRPr/>
            </a:p>
          </p:txBody>
        </p:sp>
      </p:grpSp>
      <p:sp>
        <p:nvSpPr>
          <p:cNvPr id="106" name="Google Shape;9500;p99">
            <a:extLst>
              <a:ext uri="{FF2B5EF4-FFF2-40B4-BE49-F238E27FC236}">
                <a16:creationId xmlns:a16="http://schemas.microsoft.com/office/drawing/2014/main" id="{0C71F80F-5FBC-DAF8-61A7-A73780169D04}"/>
              </a:ext>
            </a:extLst>
          </p:cNvPr>
          <p:cNvSpPr/>
          <p:nvPr/>
        </p:nvSpPr>
        <p:spPr>
          <a:xfrm>
            <a:off x="10448584" y="1894943"/>
            <a:ext cx="375591" cy="373030"/>
          </a:xfrm>
          <a:custGeom>
            <a:avLst/>
            <a:gdLst/>
            <a:ahLst/>
            <a:cxnLst/>
            <a:rect l="l" t="t" r="r" b="b"/>
            <a:pathLst>
              <a:path w="12760" h="12673" extrusionOk="0">
                <a:moveTo>
                  <a:pt x="2225" y="866"/>
                </a:moveTo>
                <a:cubicBezTo>
                  <a:pt x="2371" y="866"/>
                  <a:pt x="2521" y="929"/>
                  <a:pt x="2647" y="1056"/>
                </a:cubicBezTo>
                <a:lnTo>
                  <a:pt x="3245" y="1654"/>
                </a:lnTo>
                <a:lnTo>
                  <a:pt x="1702" y="3166"/>
                </a:lnTo>
                <a:lnTo>
                  <a:pt x="1103" y="2599"/>
                </a:lnTo>
                <a:cubicBezTo>
                  <a:pt x="1072" y="2536"/>
                  <a:pt x="977" y="2473"/>
                  <a:pt x="977" y="2379"/>
                </a:cubicBezTo>
                <a:cubicBezTo>
                  <a:pt x="914" y="2190"/>
                  <a:pt x="946" y="1906"/>
                  <a:pt x="1103" y="1749"/>
                </a:cubicBezTo>
                <a:lnTo>
                  <a:pt x="1828" y="1056"/>
                </a:lnTo>
                <a:cubicBezTo>
                  <a:pt x="1938" y="929"/>
                  <a:pt x="2080" y="866"/>
                  <a:pt x="2225" y="866"/>
                </a:cubicBezTo>
                <a:close/>
                <a:moveTo>
                  <a:pt x="3812" y="2221"/>
                </a:moveTo>
                <a:lnTo>
                  <a:pt x="4506" y="2914"/>
                </a:lnTo>
                <a:lnTo>
                  <a:pt x="2962" y="4427"/>
                </a:lnTo>
                <a:lnTo>
                  <a:pt x="2300" y="3765"/>
                </a:lnTo>
                <a:lnTo>
                  <a:pt x="3812" y="2221"/>
                </a:lnTo>
                <a:close/>
                <a:moveTo>
                  <a:pt x="9452" y="1056"/>
                </a:moveTo>
                <a:lnTo>
                  <a:pt x="11783" y="3387"/>
                </a:lnTo>
                <a:lnTo>
                  <a:pt x="8979" y="6159"/>
                </a:lnTo>
                <a:lnTo>
                  <a:pt x="6648" y="3828"/>
                </a:lnTo>
                <a:lnTo>
                  <a:pt x="7908" y="2599"/>
                </a:lnTo>
                <a:lnTo>
                  <a:pt x="8790" y="3450"/>
                </a:lnTo>
                <a:cubicBezTo>
                  <a:pt x="8869" y="3529"/>
                  <a:pt x="8979" y="3568"/>
                  <a:pt x="9090" y="3568"/>
                </a:cubicBezTo>
                <a:cubicBezTo>
                  <a:pt x="9200" y="3568"/>
                  <a:pt x="9310" y="3529"/>
                  <a:pt x="9389" y="3450"/>
                </a:cubicBezTo>
                <a:cubicBezTo>
                  <a:pt x="9546" y="3292"/>
                  <a:pt x="9546" y="3009"/>
                  <a:pt x="9389" y="2851"/>
                </a:cubicBezTo>
                <a:lnTo>
                  <a:pt x="8507" y="2001"/>
                </a:lnTo>
                <a:lnTo>
                  <a:pt x="9452" y="1056"/>
                </a:lnTo>
                <a:close/>
                <a:moveTo>
                  <a:pt x="5041" y="3450"/>
                </a:moveTo>
                <a:cubicBezTo>
                  <a:pt x="5356" y="3765"/>
                  <a:pt x="10366" y="8711"/>
                  <a:pt x="10523" y="8932"/>
                </a:cubicBezTo>
                <a:lnTo>
                  <a:pt x="8948" y="10412"/>
                </a:lnTo>
                <a:lnTo>
                  <a:pt x="3497" y="4994"/>
                </a:lnTo>
                <a:lnTo>
                  <a:pt x="5041" y="3450"/>
                </a:lnTo>
                <a:close/>
                <a:moveTo>
                  <a:pt x="10996" y="9625"/>
                </a:moveTo>
                <a:lnTo>
                  <a:pt x="11657" y="11610"/>
                </a:lnTo>
                <a:lnTo>
                  <a:pt x="9609" y="10948"/>
                </a:lnTo>
                <a:lnTo>
                  <a:pt x="10996" y="9625"/>
                </a:lnTo>
                <a:close/>
                <a:moveTo>
                  <a:pt x="3939" y="6600"/>
                </a:moveTo>
                <a:lnTo>
                  <a:pt x="6270" y="8932"/>
                </a:lnTo>
                <a:lnTo>
                  <a:pt x="3466" y="11736"/>
                </a:lnTo>
                <a:lnTo>
                  <a:pt x="1135" y="9404"/>
                </a:lnTo>
                <a:lnTo>
                  <a:pt x="2489" y="8050"/>
                </a:lnTo>
                <a:lnTo>
                  <a:pt x="3340" y="8932"/>
                </a:lnTo>
                <a:cubicBezTo>
                  <a:pt x="3419" y="9010"/>
                  <a:pt x="3529" y="9050"/>
                  <a:pt x="3639" y="9050"/>
                </a:cubicBezTo>
                <a:cubicBezTo>
                  <a:pt x="3749" y="9050"/>
                  <a:pt x="3860" y="9010"/>
                  <a:pt x="3939" y="8932"/>
                </a:cubicBezTo>
                <a:cubicBezTo>
                  <a:pt x="4096" y="8774"/>
                  <a:pt x="4096" y="8491"/>
                  <a:pt x="3939" y="8333"/>
                </a:cubicBezTo>
                <a:lnTo>
                  <a:pt x="3088" y="7482"/>
                </a:lnTo>
                <a:lnTo>
                  <a:pt x="3939" y="6600"/>
                </a:lnTo>
                <a:close/>
                <a:moveTo>
                  <a:pt x="2194" y="0"/>
                </a:moveTo>
                <a:cubicBezTo>
                  <a:pt x="1828" y="0"/>
                  <a:pt x="1465" y="142"/>
                  <a:pt x="1198" y="425"/>
                </a:cubicBezTo>
                <a:lnTo>
                  <a:pt x="473" y="1119"/>
                </a:lnTo>
                <a:cubicBezTo>
                  <a:pt x="221" y="1402"/>
                  <a:pt x="95" y="1749"/>
                  <a:pt x="95" y="2127"/>
                </a:cubicBezTo>
                <a:cubicBezTo>
                  <a:pt x="95" y="2473"/>
                  <a:pt x="252" y="2851"/>
                  <a:pt x="473" y="3103"/>
                </a:cubicBezTo>
                <a:lnTo>
                  <a:pt x="1387" y="4017"/>
                </a:lnTo>
                <a:cubicBezTo>
                  <a:pt x="1387" y="4017"/>
                  <a:pt x="2647" y="5277"/>
                  <a:pt x="2615" y="5277"/>
                </a:cubicBezTo>
                <a:lnTo>
                  <a:pt x="3277" y="5939"/>
                </a:lnTo>
                <a:lnTo>
                  <a:pt x="2174" y="7041"/>
                </a:lnTo>
                <a:lnTo>
                  <a:pt x="2048" y="7167"/>
                </a:lnTo>
                <a:lnTo>
                  <a:pt x="158" y="9058"/>
                </a:lnTo>
                <a:cubicBezTo>
                  <a:pt x="0" y="9215"/>
                  <a:pt x="0" y="9467"/>
                  <a:pt x="158" y="9625"/>
                </a:cubicBezTo>
                <a:lnTo>
                  <a:pt x="3088" y="12555"/>
                </a:lnTo>
                <a:cubicBezTo>
                  <a:pt x="3167" y="12634"/>
                  <a:pt x="3269" y="12673"/>
                  <a:pt x="3371" y="12673"/>
                </a:cubicBezTo>
                <a:cubicBezTo>
                  <a:pt x="3474" y="12673"/>
                  <a:pt x="3576" y="12634"/>
                  <a:pt x="3655" y="12555"/>
                </a:cubicBezTo>
                <a:lnTo>
                  <a:pt x="6742" y="9467"/>
                </a:lnTo>
                <a:lnTo>
                  <a:pt x="8570" y="11295"/>
                </a:lnTo>
                <a:cubicBezTo>
                  <a:pt x="8601" y="11326"/>
                  <a:pt x="8633" y="11358"/>
                  <a:pt x="8696" y="11358"/>
                </a:cubicBezTo>
                <a:cubicBezTo>
                  <a:pt x="8759" y="11452"/>
                  <a:pt x="8822" y="11515"/>
                  <a:pt x="8948" y="11578"/>
                </a:cubicBezTo>
                <a:lnTo>
                  <a:pt x="12098" y="12618"/>
                </a:lnTo>
                <a:cubicBezTo>
                  <a:pt x="12147" y="12637"/>
                  <a:pt x="12196" y="12646"/>
                  <a:pt x="12243" y="12646"/>
                </a:cubicBezTo>
                <a:cubicBezTo>
                  <a:pt x="12500" y="12646"/>
                  <a:pt x="12709" y="12380"/>
                  <a:pt x="12602" y="12114"/>
                </a:cubicBezTo>
                <a:lnTo>
                  <a:pt x="11657" y="8963"/>
                </a:lnTo>
                <a:cubicBezTo>
                  <a:pt x="11626" y="8900"/>
                  <a:pt x="11594" y="8806"/>
                  <a:pt x="11468" y="8743"/>
                </a:cubicBezTo>
                <a:cubicBezTo>
                  <a:pt x="11437" y="8648"/>
                  <a:pt x="11531" y="8806"/>
                  <a:pt x="9546" y="6758"/>
                </a:cubicBezTo>
                <a:lnTo>
                  <a:pt x="12602" y="3702"/>
                </a:lnTo>
                <a:cubicBezTo>
                  <a:pt x="12760" y="3544"/>
                  <a:pt x="12760" y="3261"/>
                  <a:pt x="12602" y="3103"/>
                </a:cubicBezTo>
                <a:lnTo>
                  <a:pt x="9704" y="173"/>
                </a:lnTo>
                <a:cubicBezTo>
                  <a:pt x="9625" y="95"/>
                  <a:pt x="9515" y="55"/>
                  <a:pt x="9405" y="55"/>
                </a:cubicBezTo>
                <a:cubicBezTo>
                  <a:pt x="9294" y="55"/>
                  <a:pt x="9184" y="95"/>
                  <a:pt x="9105" y="173"/>
                </a:cubicBezTo>
                <a:lnTo>
                  <a:pt x="7656" y="1654"/>
                </a:lnTo>
                <a:lnTo>
                  <a:pt x="7530" y="1749"/>
                </a:lnTo>
                <a:lnTo>
                  <a:pt x="6049" y="3261"/>
                </a:lnTo>
                <a:lnTo>
                  <a:pt x="3214" y="425"/>
                </a:lnTo>
                <a:cubicBezTo>
                  <a:pt x="2930" y="142"/>
                  <a:pt x="2560" y="0"/>
                  <a:pt x="219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pPr>
            <a:endParaRPr/>
          </a:p>
        </p:txBody>
      </p:sp>
      <p:sp>
        <p:nvSpPr>
          <p:cNvPr id="107" name="Title 1">
            <a:extLst>
              <a:ext uri="{FF2B5EF4-FFF2-40B4-BE49-F238E27FC236}">
                <a16:creationId xmlns:a16="http://schemas.microsoft.com/office/drawing/2014/main" id="{4D21F14A-C9B2-3AEF-F5B5-0BA2592255A6}"/>
              </a:ext>
            </a:extLst>
          </p:cNvPr>
          <p:cNvSpPr>
            <a:spLocks noGrp="1"/>
          </p:cNvSpPr>
          <p:nvPr>
            <p:ph type="title"/>
          </p:nvPr>
        </p:nvSpPr>
        <p:spPr>
          <a:xfrm>
            <a:off x="380498" y="198670"/>
            <a:ext cx="10684241" cy="1303418"/>
          </a:xfrm>
          <a:custGeom>
            <a:avLst/>
            <a:gdLst>
              <a:gd name="connsiteX0" fmla="*/ 0 w 10684241"/>
              <a:gd name="connsiteY0" fmla="*/ 0 h 1303418"/>
              <a:gd name="connsiteX1" fmla="*/ 347238 w 10684241"/>
              <a:gd name="connsiteY1" fmla="*/ 0 h 1303418"/>
              <a:gd name="connsiteX2" fmla="*/ 1015003 w 10684241"/>
              <a:gd name="connsiteY2" fmla="*/ 0 h 1303418"/>
              <a:gd name="connsiteX3" fmla="*/ 1789610 w 10684241"/>
              <a:gd name="connsiteY3" fmla="*/ 0 h 1303418"/>
              <a:gd name="connsiteX4" fmla="*/ 2350533 w 10684241"/>
              <a:gd name="connsiteY4" fmla="*/ 0 h 1303418"/>
              <a:gd name="connsiteX5" fmla="*/ 2804613 w 10684241"/>
              <a:gd name="connsiteY5" fmla="*/ 0 h 1303418"/>
              <a:gd name="connsiteX6" fmla="*/ 3365536 w 10684241"/>
              <a:gd name="connsiteY6" fmla="*/ 0 h 1303418"/>
              <a:gd name="connsiteX7" fmla="*/ 3712774 w 10684241"/>
              <a:gd name="connsiteY7" fmla="*/ 0 h 1303418"/>
              <a:gd name="connsiteX8" fmla="*/ 4273696 w 10684241"/>
              <a:gd name="connsiteY8" fmla="*/ 0 h 1303418"/>
              <a:gd name="connsiteX9" fmla="*/ 4834619 w 10684241"/>
              <a:gd name="connsiteY9" fmla="*/ 0 h 1303418"/>
              <a:gd name="connsiteX10" fmla="*/ 5288699 w 10684241"/>
              <a:gd name="connsiteY10" fmla="*/ 0 h 1303418"/>
              <a:gd name="connsiteX11" fmla="*/ 6170149 w 10684241"/>
              <a:gd name="connsiteY11" fmla="*/ 0 h 1303418"/>
              <a:gd name="connsiteX12" fmla="*/ 6837914 w 10684241"/>
              <a:gd name="connsiteY12" fmla="*/ 0 h 1303418"/>
              <a:gd name="connsiteX13" fmla="*/ 7505679 w 10684241"/>
              <a:gd name="connsiteY13" fmla="*/ 0 h 1303418"/>
              <a:gd name="connsiteX14" fmla="*/ 8173444 w 10684241"/>
              <a:gd name="connsiteY14" fmla="*/ 0 h 1303418"/>
              <a:gd name="connsiteX15" fmla="*/ 8520682 w 10684241"/>
              <a:gd name="connsiteY15" fmla="*/ 0 h 1303418"/>
              <a:gd name="connsiteX16" fmla="*/ 9295290 w 10684241"/>
              <a:gd name="connsiteY16" fmla="*/ 0 h 1303418"/>
              <a:gd name="connsiteX17" fmla="*/ 9963055 w 10684241"/>
              <a:gd name="connsiteY17" fmla="*/ 0 h 1303418"/>
              <a:gd name="connsiteX18" fmla="*/ 10684241 w 10684241"/>
              <a:gd name="connsiteY18" fmla="*/ 0 h 1303418"/>
              <a:gd name="connsiteX19" fmla="*/ 10684241 w 10684241"/>
              <a:gd name="connsiteY19" fmla="*/ 638675 h 1303418"/>
              <a:gd name="connsiteX20" fmla="*/ 10684241 w 10684241"/>
              <a:gd name="connsiteY20" fmla="*/ 1303418 h 1303418"/>
              <a:gd name="connsiteX21" fmla="*/ 9909634 w 10684241"/>
              <a:gd name="connsiteY21" fmla="*/ 1303418 h 1303418"/>
              <a:gd name="connsiteX22" fmla="*/ 9455553 w 10684241"/>
              <a:gd name="connsiteY22" fmla="*/ 1303418 h 1303418"/>
              <a:gd name="connsiteX23" fmla="*/ 8787788 w 10684241"/>
              <a:gd name="connsiteY23" fmla="*/ 1303418 h 1303418"/>
              <a:gd name="connsiteX24" fmla="*/ 8440550 w 10684241"/>
              <a:gd name="connsiteY24" fmla="*/ 1303418 h 1303418"/>
              <a:gd name="connsiteX25" fmla="*/ 7772785 w 10684241"/>
              <a:gd name="connsiteY25" fmla="*/ 1303418 h 1303418"/>
              <a:gd name="connsiteX26" fmla="*/ 7105020 w 10684241"/>
              <a:gd name="connsiteY26" fmla="*/ 1303418 h 1303418"/>
              <a:gd name="connsiteX27" fmla="*/ 6650940 w 10684241"/>
              <a:gd name="connsiteY27" fmla="*/ 1303418 h 1303418"/>
              <a:gd name="connsiteX28" fmla="*/ 5983175 w 10684241"/>
              <a:gd name="connsiteY28" fmla="*/ 1303418 h 1303418"/>
              <a:gd name="connsiteX29" fmla="*/ 5208567 w 10684241"/>
              <a:gd name="connsiteY29" fmla="*/ 1303418 h 1303418"/>
              <a:gd name="connsiteX30" fmla="*/ 4540802 w 10684241"/>
              <a:gd name="connsiteY30" fmla="*/ 1303418 h 1303418"/>
              <a:gd name="connsiteX31" fmla="*/ 3659353 w 10684241"/>
              <a:gd name="connsiteY31" fmla="*/ 1303418 h 1303418"/>
              <a:gd name="connsiteX32" fmla="*/ 2991587 w 10684241"/>
              <a:gd name="connsiteY32" fmla="*/ 1303418 h 1303418"/>
              <a:gd name="connsiteX33" fmla="*/ 2430665 w 10684241"/>
              <a:gd name="connsiteY33" fmla="*/ 1303418 h 1303418"/>
              <a:gd name="connsiteX34" fmla="*/ 1976585 w 10684241"/>
              <a:gd name="connsiteY34" fmla="*/ 1303418 h 1303418"/>
              <a:gd name="connsiteX35" fmla="*/ 1629347 w 10684241"/>
              <a:gd name="connsiteY35" fmla="*/ 1303418 h 1303418"/>
              <a:gd name="connsiteX36" fmla="*/ 961582 w 10684241"/>
              <a:gd name="connsiteY36" fmla="*/ 1303418 h 1303418"/>
              <a:gd name="connsiteX37" fmla="*/ 0 w 10684241"/>
              <a:gd name="connsiteY37" fmla="*/ 1303418 h 1303418"/>
              <a:gd name="connsiteX38" fmla="*/ 0 w 10684241"/>
              <a:gd name="connsiteY38" fmla="*/ 664743 h 1303418"/>
              <a:gd name="connsiteX39" fmla="*/ 0 w 10684241"/>
              <a:gd name="connsiteY39" fmla="*/ 0 h 1303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0684241" h="1303418" fill="none" extrusionOk="0">
                <a:moveTo>
                  <a:pt x="0" y="0"/>
                </a:moveTo>
                <a:cubicBezTo>
                  <a:pt x="140173" y="12849"/>
                  <a:pt x="269097" y="-3612"/>
                  <a:pt x="347238" y="0"/>
                </a:cubicBezTo>
                <a:cubicBezTo>
                  <a:pt x="425379" y="3612"/>
                  <a:pt x="712120" y="-4792"/>
                  <a:pt x="1015003" y="0"/>
                </a:cubicBezTo>
                <a:cubicBezTo>
                  <a:pt x="1317887" y="4792"/>
                  <a:pt x="1547750" y="-23336"/>
                  <a:pt x="1789610" y="0"/>
                </a:cubicBezTo>
                <a:cubicBezTo>
                  <a:pt x="2031470" y="23336"/>
                  <a:pt x="2143135" y="19264"/>
                  <a:pt x="2350533" y="0"/>
                </a:cubicBezTo>
                <a:cubicBezTo>
                  <a:pt x="2557931" y="-19264"/>
                  <a:pt x="2676978" y="12104"/>
                  <a:pt x="2804613" y="0"/>
                </a:cubicBezTo>
                <a:cubicBezTo>
                  <a:pt x="2932248" y="-12104"/>
                  <a:pt x="3105946" y="-16505"/>
                  <a:pt x="3365536" y="0"/>
                </a:cubicBezTo>
                <a:cubicBezTo>
                  <a:pt x="3625126" y="16505"/>
                  <a:pt x="3625360" y="-12594"/>
                  <a:pt x="3712774" y="0"/>
                </a:cubicBezTo>
                <a:cubicBezTo>
                  <a:pt x="3800188" y="12594"/>
                  <a:pt x="4001899" y="-6520"/>
                  <a:pt x="4273696" y="0"/>
                </a:cubicBezTo>
                <a:cubicBezTo>
                  <a:pt x="4545493" y="6520"/>
                  <a:pt x="4574224" y="2274"/>
                  <a:pt x="4834619" y="0"/>
                </a:cubicBezTo>
                <a:cubicBezTo>
                  <a:pt x="5095014" y="-2274"/>
                  <a:pt x="5062740" y="-8675"/>
                  <a:pt x="5288699" y="0"/>
                </a:cubicBezTo>
                <a:cubicBezTo>
                  <a:pt x="5514658" y="8675"/>
                  <a:pt x="5801501" y="-8577"/>
                  <a:pt x="6170149" y="0"/>
                </a:cubicBezTo>
                <a:cubicBezTo>
                  <a:pt x="6538797" y="8577"/>
                  <a:pt x="6599689" y="21075"/>
                  <a:pt x="6837914" y="0"/>
                </a:cubicBezTo>
                <a:cubicBezTo>
                  <a:pt x="7076140" y="-21075"/>
                  <a:pt x="7276700" y="-2885"/>
                  <a:pt x="7505679" y="0"/>
                </a:cubicBezTo>
                <a:cubicBezTo>
                  <a:pt x="7734658" y="2885"/>
                  <a:pt x="7848003" y="2475"/>
                  <a:pt x="8173444" y="0"/>
                </a:cubicBezTo>
                <a:cubicBezTo>
                  <a:pt x="8498886" y="-2475"/>
                  <a:pt x="8356734" y="17235"/>
                  <a:pt x="8520682" y="0"/>
                </a:cubicBezTo>
                <a:cubicBezTo>
                  <a:pt x="8684630" y="-17235"/>
                  <a:pt x="8982161" y="9397"/>
                  <a:pt x="9295290" y="0"/>
                </a:cubicBezTo>
                <a:cubicBezTo>
                  <a:pt x="9608419" y="-9397"/>
                  <a:pt x="9684855" y="-11123"/>
                  <a:pt x="9963055" y="0"/>
                </a:cubicBezTo>
                <a:cubicBezTo>
                  <a:pt x="10241255" y="11123"/>
                  <a:pt x="10528666" y="19456"/>
                  <a:pt x="10684241" y="0"/>
                </a:cubicBezTo>
                <a:cubicBezTo>
                  <a:pt x="10671225" y="288037"/>
                  <a:pt x="10671332" y="395273"/>
                  <a:pt x="10684241" y="638675"/>
                </a:cubicBezTo>
                <a:cubicBezTo>
                  <a:pt x="10697150" y="882077"/>
                  <a:pt x="10675534" y="1154716"/>
                  <a:pt x="10684241" y="1303418"/>
                </a:cubicBezTo>
                <a:cubicBezTo>
                  <a:pt x="10369608" y="1300211"/>
                  <a:pt x="10207071" y="1325955"/>
                  <a:pt x="9909634" y="1303418"/>
                </a:cubicBezTo>
                <a:cubicBezTo>
                  <a:pt x="9612197" y="1280881"/>
                  <a:pt x="9656510" y="1314634"/>
                  <a:pt x="9455553" y="1303418"/>
                </a:cubicBezTo>
                <a:cubicBezTo>
                  <a:pt x="9254596" y="1292202"/>
                  <a:pt x="9046448" y="1290345"/>
                  <a:pt x="8787788" y="1303418"/>
                </a:cubicBezTo>
                <a:cubicBezTo>
                  <a:pt x="8529128" y="1316491"/>
                  <a:pt x="8551137" y="1311347"/>
                  <a:pt x="8440550" y="1303418"/>
                </a:cubicBezTo>
                <a:cubicBezTo>
                  <a:pt x="8329963" y="1295489"/>
                  <a:pt x="8091300" y="1327339"/>
                  <a:pt x="7772785" y="1303418"/>
                </a:cubicBezTo>
                <a:cubicBezTo>
                  <a:pt x="7454270" y="1279497"/>
                  <a:pt x="7372402" y="1316317"/>
                  <a:pt x="7105020" y="1303418"/>
                </a:cubicBezTo>
                <a:cubicBezTo>
                  <a:pt x="6837638" y="1290519"/>
                  <a:pt x="6861409" y="1304364"/>
                  <a:pt x="6650940" y="1303418"/>
                </a:cubicBezTo>
                <a:cubicBezTo>
                  <a:pt x="6440471" y="1302472"/>
                  <a:pt x="6262579" y="1310506"/>
                  <a:pt x="5983175" y="1303418"/>
                </a:cubicBezTo>
                <a:cubicBezTo>
                  <a:pt x="5703772" y="1296330"/>
                  <a:pt x="5585999" y="1269591"/>
                  <a:pt x="5208567" y="1303418"/>
                </a:cubicBezTo>
                <a:cubicBezTo>
                  <a:pt x="4831135" y="1337245"/>
                  <a:pt x="4819253" y="1298798"/>
                  <a:pt x="4540802" y="1303418"/>
                </a:cubicBezTo>
                <a:cubicBezTo>
                  <a:pt x="4262352" y="1308038"/>
                  <a:pt x="3928078" y="1282303"/>
                  <a:pt x="3659353" y="1303418"/>
                </a:cubicBezTo>
                <a:cubicBezTo>
                  <a:pt x="3390628" y="1324533"/>
                  <a:pt x="3132363" y="1328058"/>
                  <a:pt x="2991587" y="1303418"/>
                </a:cubicBezTo>
                <a:cubicBezTo>
                  <a:pt x="2850811" y="1278778"/>
                  <a:pt x="2684427" y="1303107"/>
                  <a:pt x="2430665" y="1303418"/>
                </a:cubicBezTo>
                <a:cubicBezTo>
                  <a:pt x="2176903" y="1303729"/>
                  <a:pt x="2152893" y="1304248"/>
                  <a:pt x="1976585" y="1303418"/>
                </a:cubicBezTo>
                <a:cubicBezTo>
                  <a:pt x="1800277" y="1302588"/>
                  <a:pt x="1764896" y="1289010"/>
                  <a:pt x="1629347" y="1303418"/>
                </a:cubicBezTo>
                <a:cubicBezTo>
                  <a:pt x="1493798" y="1317826"/>
                  <a:pt x="1161277" y="1330484"/>
                  <a:pt x="961582" y="1303418"/>
                </a:cubicBezTo>
                <a:cubicBezTo>
                  <a:pt x="761888" y="1276352"/>
                  <a:pt x="257686" y="1332123"/>
                  <a:pt x="0" y="1303418"/>
                </a:cubicBezTo>
                <a:cubicBezTo>
                  <a:pt x="-5652" y="1155554"/>
                  <a:pt x="-8948" y="978989"/>
                  <a:pt x="0" y="664743"/>
                </a:cubicBezTo>
                <a:cubicBezTo>
                  <a:pt x="8948" y="350498"/>
                  <a:pt x="-13931" y="226204"/>
                  <a:pt x="0" y="0"/>
                </a:cubicBezTo>
                <a:close/>
              </a:path>
              <a:path w="10684241" h="1303418" stroke="0" extrusionOk="0">
                <a:moveTo>
                  <a:pt x="0" y="0"/>
                </a:moveTo>
                <a:cubicBezTo>
                  <a:pt x="86329" y="14934"/>
                  <a:pt x="175413" y="-648"/>
                  <a:pt x="347238" y="0"/>
                </a:cubicBezTo>
                <a:cubicBezTo>
                  <a:pt x="519063" y="648"/>
                  <a:pt x="794895" y="-13446"/>
                  <a:pt x="1121845" y="0"/>
                </a:cubicBezTo>
                <a:cubicBezTo>
                  <a:pt x="1448795" y="13446"/>
                  <a:pt x="1589892" y="28851"/>
                  <a:pt x="1789610" y="0"/>
                </a:cubicBezTo>
                <a:cubicBezTo>
                  <a:pt x="1989328" y="-28851"/>
                  <a:pt x="2022630" y="8609"/>
                  <a:pt x="2243691" y="0"/>
                </a:cubicBezTo>
                <a:cubicBezTo>
                  <a:pt x="2464752" y="-8609"/>
                  <a:pt x="2541426" y="7769"/>
                  <a:pt x="2804613" y="0"/>
                </a:cubicBezTo>
                <a:cubicBezTo>
                  <a:pt x="3067800" y="-7769"/>
                  <a:pt x="3213251" y="-14100"/>
                  <a:pt x="3365536" y="0"/>
                </a:cubicBezTo>
                <a:cubicBezTo>
                  <a:pt x="3517821" y="14100"/>
                  <a:pt x="3642137" y="-11752"/>
                  <a:pt x="3712774" y="0"/>
                </a:cubicBezTo>
                <a:cubicBezTo>
                  <a:pt x="3783411" y="11752"/>
                  <a:pt x="4003873" y="18780"/>
                  <a:pt x="4166854" y="0"/>
                </a:cubicBezTo>
                <a:cubicBezTo>
                  <a:pt x="4329835" y="-18780"/>
                  <a:pt x="4547153" y="24595"/>
                  <a:pt x="4727777" y="0"/>
                </a:cubicBezTo>
                <a:cubicBezTo>
                  <a:pt x="4908401" y="-24595"/>
                  <a:pt x="5048077" y="-11147"/>
                  <a:pt x="5288699" y="0"/>
                </a:cubicBezTo>
                <a:cubicBezTo>
                  <a:pt x="5529321" y="11147"/>
                  <a:pt x="5536079" y="1635"/>
                  <a:pt x="5635937" y="0"/>
                </a:cubicBezTo>
                <a:cubicBezTo>
                  <a:pt x="5735795" y="-1635"/>
                  <a:pt x="5909892" y="-8587"/>
                  <a:pt x="6090017" y="0"/>
                </a:cubicBezTo>
                <a:cubicBezTo>
                  <a:pt x="6270142" y="8587"/>
                  <a:pt x="6565349" y="22757"/>
                  <a:pt x="6864625" y="0"/>
                </a:cubicBezTo>
                <a:cubicBezTo>
                  <a:pt x="7163901" y="-22757"/>
                  <a:pt x="7318798" y="-22100"/>
                  <a:pt x="7746075" y="0"/>
                </a:cubicBezTo>
                <a:cubicBezTo>
                  <a:pt x="8173352" y="22100"/>
                  <a:pt x="8039895" y="2740"/>
                  <a:pt x="8200155" y="0"/>
                </a:cubicBezTo>
                <a:cubicBezTo>
                  <a:pt x="8360415" y="-2740"/>
                  <a:pt x="8756115" y="31840"/>
                  <a:pt x="8974762" y="0"/>
                </a:cubicBezTo>
                <a:cubicBezTo>
                  <a:pt x="9193409" y="-31840"/>
                  <a:pt x="9304678" y="-6316"/>
                  <a:pt x="9535685" y="0"/>
                </a:cubicBezTo>
                <a:cubicBezTo>
                  <a:pt x="9766692" y="6316"/>
                  <a:pt x="10453932" y="-49317"/>
                  <a:pt x="10684241" y="0"/>
                </a:cubicBezTo>
                <a:cubicBezTo>
                  <a:pt x="10670260" y="250732"/>
                  <a:pt x="10682246" y="346272"/>
                  <a:pt x="10684241" y="612606"/>
                </a:cubicBezTo>
                <a:cubicBezTo>
                  <a:pt x="10686236" y="878940"/>
                  <a:pt x="10713619" y="972495"/>
                  <a:pt x="10684241" y="1303418"/>
                </a:cubicBezTo>
                <a:cubicBezTo>
                  <a:pt x="10476968" y="1290811"/>
                  <a:pt x="10405866" y="1325351"/>
                  <a:pt x="10230161" y="1303418"/>
                </a:cubicBezTo>
                <a:cubicBezTo>
                  <a:pt x="10054456" y="1281485"/>
                  <a:pt x="9702939" y="1295289"/>
                  <a:pt x="9562396" y="1303418"/>
                </a:cubicBezTo>
                <a:cubicBezTo>
                  <a:pt x="9421853" y="1311547"/>
                  <a:pt x="9185909" y="1329929"/>
                  <a:pt x="9001473" y="1303418"/>
                </a:cubicBezTo>
                <a:cubicBezTo>
                  <a:pt x="8817037" y="1276907"/>
                  <a:pt x="8433028" y="1288761"/>
                  <a:pt x="8120023" y="1303418"/>
                </a:cubicBezTo>
                <a:cubicBezTo>
                  <a:pt x="7807018" y="1318076"/>
                  <a:pt x="7834926" y="1308970"/>
                  <a:pt x="7559101" y="1303418"/>
                </a:cubicBezTo>
                <a:cubicBezTo>
                  <a:pt x="7283276" y="1297866"/>
                  <a:pt x="7152316" y="1322694"/>
                  <a:pt x="6998178" y="1303418"/>
                </a:cubicBezTo>
                <a:cubicBezTo>
                  <a:pt x="6844040" y="1284142"/>
                  <a:pt x="6758022" y="1292225"/>
                  <a:pt x="6650940" y="1303418"/>
                </a:cubicBezTo>
                <a:cubicBezTo>
                  <a:pt x="6543858" y="1314611"/>
                  <a:pt x="5980724" y="1342490"/>
                  <a:pt x="5769490" y="1303418"/>
                </a:cubicBezTo>
                <a:cubicBezTo>
                  <a:pt x="5558256" y="1264347"/>
                  <a:pt x="5369031" y="1278205"/>
                  <a:pt x="5101725" y="1303418"/>
                </a:cubicBezTo>
                <a:cubicBezTo>
                  <a:pt x="4834419" y="1328631"/>
                  <a:pt x="4646284" y="1305602"/>
                  <a:pt x="4433960" y="1303418"/>
                </a:cubicBezTo>
                <a:cubicBezTo>
                  <a:pt x="4221637" y="1301234"/>
                  <a:pt x="3836658" y="1322457"/>
                  <a:pt x="3659353" y="1303418"/>
                </a:cubicBezTo>
                <a:cubicBezTo>
                  <a:pt x="3482048" y="1284379"/>
                  <a:pt x="3182909" y="1288229"/>
                  <a:pt x="2991587" y="1303418"/>
                </a:cubicBezTo>
                <a:cubicBezTo>
                  <a:pt x="2800265" y="1318607"/>
                  <a:pt x="2709609" y="1308963"/>
                  <a:pt x="2537507" y="1303418"/>
                </a:cubicBezTo>
                <a:cubicBezTo>
                  <a:pt x="2365405" y="1297873"/>
                  <a:pt x="2307699" y="1311351"/>
                  <a:pt x="2190269" y="1303418"/>
                </a:cubicBezTo>
                <a:cubicBezTo>
                  <a:pt x="2072839" y="1295485"/>
                  <a:pt x="1826869" y="1310086"/>
                  <a:pt x="1629347" y="1303418"/>
                </a:cubicBezTo>
                <a:cubicBezTo>
                  <a:pt x="1431825" y="1296750"/>
                  <a:pt x="1281308" y="1285892"/>
                  <a:pt x="961582" y="1303418"/>
                </a:cubicBezTo>
                <a:cubicBezTo>
                  <a:pt x="641856" y="1320944"/>
                  <a:pt x="212750" y="1345983"/>
                  <a:pt x="0" y="1303418"/>
                </a:cubicBezTo>
                <a:cubicBezTo>
                  <a:pt x="-11562" y="1172967"/>
                  <a:pt x="-27678" y="915548"/>
                  <a:pt x="0" y="651709"/>
                </a:cubicBezTo>
                <a:cubicBezTo>
                  <a:pt x="27678" y="387870"/>
                  <a:pt x="20394" y="302874"/>
                  <a:pt x="0" y="0"/>
                </a:cubicBezTo>
                <a:close/>
              </a:path>
            </a:pathLst>
          </a:custGeom>
          <a:ln w="28575">
            <a:solidFill>
              <a:srgbClr val="5EB2FC"/>
            </a:solidFill>
            <a:extLst>
              <a:ext uri="{C807C97D-BFC1-408E-A445-0C87EB9F89A2}">
                <ask:lineSketchStyleProps xmlns:ask="http://schemas.microsoft.com/office/drawing/2018/sketchyshapes" sd="1274131333">
                  <ask:type>
                    <ask:lineSketchFreehand/>
                  </ask:type>
                </ask:lineSketchStyleProps>
              </a:ext>
            </a:extLst>
          </a:ln>
        </p:spPr>
        <p:txBody>
          <a:bodyPr>
            <a:normAutofit/>
          </a:bodyPr>
          <a:lstStyle/>
          <a:p>
            <a:r>
              <a:rPr lang="en-US" sz="3600" b="1" dirty="0">
                <a:latin typeface="Amasis MT Pro Light" panose="02040304050005020304" pitchFamily="18" charset="0"/>
              </a:rPr>
              <a:t> Marketing Analytics : KPIs</a:t>
            </a:r>
          </a:p>
        </p:txBody>
      </p:sp>
      <p:sp>
        <p:nvSpPr>
          <p:cNvPr id="118" name="TextBox 117">
            <a:extLst>
              <a:ext uri="{FF2B5EF4-FFF2-40B4-BE49-F238E27FC236}">
                <a16:creationId xmlns:a16="http://schemas.microsoft.com/office/drawing/2014/main" id="{A7269170-EF16-C9B4-5D8A-6AD6F8D78C54}"/>
              </a:ext>
            </a:extLst>
          </p:cNvPr>
          <p:cNvSpPr txBox="1"/>
          <p:nvPr/>
        </p:nvSpPr>
        <p:spPr>
          <a:xfrm>
            <a:off x="437146" y="2829126"/>
            <a:ext cx="2946469" cy="1323439"/>
          </a:xfrm>
          <a:prstGeom prst="rect">
            <a:avLst/>
          </a:prstGeom>
          <a:noFill/>
        </p:spPr>
        <p:txBody>
          <a:bodyPr wrap="square" rtlCol="0">
            <a:spAutoFit/>
          </a:bodyPr>
          <a:lstStyle/>
          <a:p>
            <a:pPr lvl="0"/>
            <a:r>
              <a:rPr lang="en-US" sz="1600" dirty="0">
                <a:effectLst/>
                <a:latin typeface="Calibri" panose="020F0502020204030204" pitchFamily="34" charset="0"/>
                <a:ea typeface="Calibri" panose="020F0502020204030204" pitchFamily="34" charset="0"/>
                <a:cs typeface="Arial" panose="020B0604020202020204" pitchFamily="34" charset="0"/>
              </a:rPr>
              <a:t>- The number of new contracts signed for each period.</a:t>
            </a:r>
          </a:p>
          <a:p>
            <a:pPr lvl="0"/>
            <a:r>
              <a:rPr lang="en-US" sz="1600" dirty="0">
                <a:effectLst/>
                <a:latin typeface="Calibri" panose="020F0502020204030204" pitchFamily="34" charset="0"/>
                <a:ea typeface="Calibri" panose="020F0502020204030204" pitchFamily="34" charset="0"/>
                <a:cs typeface="Arial" panose="020B0604020202020204" pitchFamily="34" charset="0"/>
              </a:rPr>
              <a:t>- The number of qualified employees involved in sales.</a:t>
            </a:r>
          </a:p>
          <a:p>
            <a:endParaRPr lang="en-US" sz="1600" dirty="0"/>
          </a:p>
        </p:txBody>
      </p:sp>
      <p:sp>
        <p:nvSpPr>
          <p:cNvPr id="120" name="TextBox 119">
            <a:extLst>
              <a:ext uri="{FF2B5EF4-FFF2-40B4-BE49-F238E27FC236}">
                <a16:creationId xmlns:a16="http://schemas.microsoft.com/office/drawing/2014/main" id="{346B487E-288C-304D-6FD6-FB279F8BD324}"/>
              </a:ext>
            </a:extLst>
          </p:cNvPr>
          <p:cNvSpPr txBox="1"/>
          <p:nvPr/>
        </p:nvSpPr>
        <p:spPr>
          <a:xfrm>
            <a:off x="3548164" y="2829126"/>
            <a:ext cx="2660225" cy="830997"/>
          </a:xfrm>
          <a:prstGeom prst="rect">
            <a:avLst/>
          </a:prstGeom>
          <a:noFill/>
        </p:spPr>
        <p:txBody>
          <a:bodyPr wrap="square" rtlCol="0">
            <a:spAutoFit/>
          </a:bodyPr>
          <a:lstStyle/>
          <a:p>
            <a:pPr lvl="0"/>
            <a:r>
              <a:rPr lang="en-US" sz="1600" dirty="0">
                <a:effectLst/>
                <a:latin typeface="Calibri" panose="020F0502020204030204" pitchFamily="34" charset="0"/>
                <a:ea typeface="Calibri" panose="020F0502020204030204" pitchFamily="34" charset="0"/>
                <a:cs typeface="Arial" panose="020B0604020202020204" pitchFamily="34" charset="0"/>
              </a:rPr>
              <a:t>- The number of clients retained and their increase.</a:t>
            </a:r>
          </a:p>
          <a:p>
            <a:endParaRPr lang="en-US" sz="1600" dirty="0"/>
          </a:p>
        </p:txBody>
      </p:sp>
      <p:sp>
        <p:nvSpPr>
          <p:cNvPr id="121" name="TextBox 120">
            <a:extLst>
              <a:ext uri="{FF2B5EF4-FFF2-40B4-BE49-F238E27FC236}">
                <a16:creationId xmlns:a16="http://schemas.microsoft.com/office/drawing/2014/main" id="{FBB9D99E-22D9-314B-BC3E-1B32342FBED2}"/>
              </a:ext>
            </a:extLst>
          </p:cNvPr>
          <p:cNvSpPr txBox="1"/>
          <p:nvPr/>
        </p:nvSpPr>
        <p:spPr>
          <a:xfrm>
            <a:off x="6372938" y="2773438"/>
            <a:ext cx="2774238" cy="1569660"/>
          </a:xfrm>
          <a:prstGeom prst="rect">
            <a:avLst/>
          </a:prstGeom>
          <a:noFill/>
        </p:spPr>
        <p:txBody>
          <a:bodyPr wrap="square" rtlCol="0">
            <a:spAutoFit/>
          </a:bodyPr>
          <a:lstStyle/>
          <a:p>
            <a:pPr lvl="0"/>
            <a:r>
              <a:rPr lang="en-US" sz="1600" dirty="0">
                <a:effectLst/>
                <a:latin typeface="Calibri" panose="020F0502020204030204" pitchFamily="34" charset="0"/>
                <a:ea typeface="Calibri" panose="020F0502020204030204" pitchFamily="34" charset="0"/>
                <a:cs typeface="Arial" panose="020B0604020202020204" pitchFamily="34" charset="0"/>
              </a:rPr>
              <a:t>- Order completion time by the average waiting time of customers.</a:t>
            </a:r>
          </a:p>
          <a:p>
            <a:pPr lvl="0"/>
            <a:r>
              <a:rPr lang="en-US" sz="1600" dirty="0">
                <a:latin typeface="Calibri" panose="020F0502020204030204" pitchFamily="34" charset="0"/>
                <a:ea typeface="Calibri" panose="020F0502020204030204" pitchFamily="34" charset="0"/>
                <a:cs typeface="Arial" panose="020B0604020202020204" pitchFamily="34" charset="0"/>
              </a:rPr>
              <a:t>- N</a:t>
            </a:r>
            <a:r>
              <a:rPr lang="en-US" sz="1600" dirty="0">
                <a:effectLst/>
                <a:latin typeface="Calibri" panose="020F0502020204030204" pitchFamily="34" charset="0"/>
                <a:ea typeface="Calibri" panose="020F0502020204030204" pitchFamily="34" charset="0"/>
                <a:cs typeface="Arial" panose="020B0604020202020204" pitchFamily="34" charset="0"/>
              </a:rPr>
              <a:t>umber of visits or number of physician calls.</a:t>
            </a:r>
          </a:p>
          <a:p>
            <a:endParaRPr lang="en-US" sz="1600" dirty="0"/>
          </a:p>
        </p:txBody>
      </p:sp>
      <p:sp>
        <p:nvSpPr>
          <p:cNvPr id="134" name="TextBox 133">
            <a:extLst>
              <a:ext uri="{FF2B5EF4-FFF2-40B4-BE49-F238E27FC236}">
                <a16:creationId xmlns:a16="http://schemas.microsoft.com/office/drawing/2014/main" id="{5D73F1A8-2917-ECEF-73E0-57FFC9E46CF3}"/>
              </a:ext>
            </a:extLst>
          </p:cNvPr>
          <p:cNvSpPr txBox="1"/>
          <p:nvPr/>
        </p:nvSpPr>
        <p:spPr>
          <a:xfrm>
            <a:off x="9624291" y="2719582"/>
            <a:ext cx="2346009" cy="1323439"/>
          </a:xfrm>
          <a:prstGeom prst="rect">
            <a:avLst/>
          </a:prstGeom>
          <a:noFill/>
        </p:spPr>
        <p:txBody>
          <a:bodyPr wrap="square" rtlCol="0">
            <a:spAutoFit/>
          </a:bodyPr>
          <a:lstStyle/>
          <a:p>
            <a:pPr lvl="0"/>
            <a:r>
              <a:rPr lang="en-US" sz="1600" dirty="0">
                <a:effectLst/>
                <a:latin typeface="Calibri" panose="020F0502020204030204" pitchFamily="34" charset="0"/>
                <a:ea typeface="Calibri" panose="020F0502020204030204" pitchFamily="34" charset="0"/>
                <a:cs typeface="Arial" panose="020B0604020202020204" pitchFamily="34" charset="0"/>
              </a:rPr>
              <a:t>- Number of visitors to the site.</a:t>
            </a:r>
          </a:p>
          <a:p>
            <a:pPr lvl="0"/>
            <a:r>
              <a:rPr lang="en-US" sz="1600" dirty="0">
                <a:effectLst/>
                <a:latin typeface="Calibri" panose="020F0502020204030204" pitchFamily="34" charset="0"/>
                <a:ea typeface="Calibri" panose="020F0502020204030204" pitchFamily="34" charset="0"/>
                <a:cs typeface="Arial" panose="020B0604020202020204" pitchFamily="34" charset="0"/>
              </a:rPr>
              <a:t>- Facebook interaction per likes , comments and share.</a:t>
            </a:r>
          </a:p>
        </p:txBody>
      </p:sp>
      <p:sp>
        <p:nvSpPr>
          <p:cNvPr id="2" name="TextBox 1">
            <a:extLst>
              <a:ext uri="{FF2B5EF4-FFF2-40B4-BE49-F238E27FC236}">
                <a16:creationId xmlns:a16="http://schemas.microsoft.com/office/drawing/2014/main" id="{21BE1289-E29D-E93D-14D9-E6C7C97ECC00}"/>
              </a:ext>
            </a:extLst>
          </p:cNvPr>
          <p:cNvSpPr txBox="1"/>
          <p:nvPr/>
        </p:nvSpPr>
        <p:spPr>
          <a:xfrm>
            <a:off x="618547" y="4890647"/>
            <a:ext cx="10122211" cy="923330"/>
          </a:xfrm>
          <a:prstGeom prst="rect">
            <a:avLst/>
          </a:prstGeom>
          <a:noFill/>
        </p:spPr>
        <p:txBody>
          <a:bodyPr wrap="square" rtlCol="0">
            <a:spAutoFit/>
          </a:bodyPr>
          <a:lstStyle/>
          <a:p>
            <a:r>
              <a:rPr lang="en-US" sz="160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Develop data visualization tools.</a:t>
            </a:r>
          </a:p>
          <a:p>
            <a:r>
              <a:rPr lang="en-US" dirty="0">
                <a:latin typeface="Calibri" panose="020F0502020204030204" pitchFamily="34" charset="0"/>
                <a:cs typeface="Calibri" panose="020F0502020204030204" pitchFamily="34" charset="0"/>
              </a:rPr>
              <a:t>- Search about clients’ dissatisfaction reasons.</a:t>
            </a:r>
          </a:p>
          <a:p>
            <a:r>
              <a:rPr lang="en-US" dirty="0">
                <a:latin typeface="Calibri" panose="020F0502020204030204" pitchFamily="34" charset="0"/>
                <a:cs typeface="Calibri" panose="020F0502020204030204" pitchFamily="34" charset="0"/>
              </a:rPr>
              <a:t>- Increase the social media ads and make a digital marketing campaign</a:t>
            </a:r>
            <a:r>
              <a:rPr lang="en-US" sz="1600" dirty="0">
                <a:latin typeface="Calibri" panose="020F0502020204030204" pitchFamily="34" charset="0"/>
                <a:cs typeface="Calibri" panose="020F0502020204030204" pitchFamily="34" charset="0"/>
              </a:rPr>
              <a:t>.</a:t>
            </a:r>
          </a:p>
        </p:txBody>
      </p:sp>
      <p:sp>
        <p:nvSpPr>
          <p:cNvPr id="3" name="Rectangle 2">
            <a:extLst>
              <a:ext uri="{FF2B5EF4-FFF2-40B4-BE49-F238E27FC236}">
                <a16:creationId xmlns:a16="http://schemas.microsoft.com/office/drawing/2014/main" id="{95F9AAF3-8DFC-C6F9-66D6-9068989B44AD}"/>
              </a:ext>
            </a:extLst>
          </p:cNvPr>
          <p:cNvSpPr/>
          <p:nvPr/>
        </p:nvSpPr>
        <p:spPr>
          <a:xfrm>
            <a:off x="632438" y="4136311"/>
            <a:ext cx="3452593" cy="568105"/>
          </a:xfrm>
          <a:prstGeom prst="rect">
            <a:avLst/>
          </a:prstGeom>
          <a:ln>
            <a:solidFill>
              <a:schemeClr val="accent2">
                <a:lumMod val="60000"/>
                <a:lumOff val="4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solidFill>
                <a:schemeClr val="accent2">
                  <a:lumMod val="75000"/>
                </a:schemeClr>
              </a:solidFill>
              <a:latin typeface="Amasis MT Pro" panose="02040504050005020304" pitchFamily="18" charset="0"/>
              <a:cs typeface="Calibri" panose="020F0502020204030204" pitchFamily="34" charset="0"/>
            </a:endParaRPr>
          </a:p>
          <a:p>
            <a:pPr algn="ctr"/>
            <a:r>
              <a:rPr lang="en-US" dirty="0">
                <a:solidFill>
                  <a:schemeClr val="accent2">
                    <a:lumMod val="75000"/>
                  </a:schemeClr>
                </a:solidFill>
                <a:latin typeface="Amasis MT Pro" panose="02040504050005020304" pitchFamily="18" charset="0"/>
                <a:cs typeface="Calibri" panose="020F0502020204030204" pitchFamily="34" charset="0"/>
              </a:rPr>
              <a:t>Recommendations:</a:t>
            </a:r>
          </a:p>
          <a:p>
            <a:pPr algn="ctr"/>
            <a:endParaRPr lang="en-US" dirty="0">
              <a:solidFill>
                <a:schemeClr val="accent2">
                  <a:lumMod val="75000"/>
                </a:schemeClr>
              </a:solidFill>
              <a:latin typeface="Amasis MT Pro" panose="02040504050005020304" pitchFamily="18" charset="0"/>
            </a:endParaRPr>
          </a:p>
        </p:txBody>
      </p:sp>
    </p:spTree>
    <p:extLst>
      <p:ext uri="{BB962C8B-B14F-4D97-AF65-F5344CB8AC3E}">
        <p14:creationId xmlns:p14="http://schemas.microsoft.com/office/powerpoint/2010/main" val="42367181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ADAA96-6DE7-E059-4C9C-D59AE2A9F261}"/>
              </a:ext>
            </a:extLst>
          </p:cNvPr>
          <p:cNvSpPr>
            <a:spLocks noGrp="1"/>
          </p:cNvSpPr>
          <p:nvPr>
            <p:ph type="title"/>
          </p:nvPr>
        </p:nvSpPr>
        <p:spPr/>
        <p:txBody>
          <a:bodyPr>
            <a:normAutofit/>
          </a:bodyPr>
          <a:lstStyle/>
          <a:p>
            <a:r>
              <a:rPr lang="en-US" sz="3600" b="1" dirty="0">
                <a:latin typeface="Amasis MT Pro Light" panose="02040304050005020304" pitchFamily="18" charset="0"/>
              </a:rPr>
              <a:t>Recommendations</a:t>
            </a:r>
          </a:p>
        </p:txBody>
      </p:sp>
      <p:sp>
        <p:nvSpPr>
          <p:cNvPr id="3" name="Content Placeholder 2">
            <a:extLst>
              <a:ext uri="{FF2B5EF4-FFF2-40B4-BE49-F238E27FC236}">
                <a16:creationId xmlns:a16="http://schemas.microsoft.com/office/drawing/2014/main" id="{8F37B6B9-F399-79ED-F87C-5BB29DFF4815}"/>
              </a:ext>
            </a:extLst>
          </p:cNvPr>
          <p:cNvSpPr>
            <a:spLocks noGrp="1"/>
          </p:cNvSpPr>
          <p:nvPr>
            <p:ph idx="1"/>
          </p:nvPr>
        </p:nvSpPr>
        <p:spPr/>
        <p:txBody>
          <a:bodyPr/>
          <a:lstStyle/>
          <a:p>
            <a:pPr marL="342900" indent="-342900">
              <a:spcBef>
                <a:spcPts val="0"/>
              </a:spcBef>
              <a:buClrTx/>
              <a:buFont typeface="Symbol" panose="05050102010706020507" pitchFamily="18" charset="2"/>
              <a:buChar char=""/>
            </a:pPr>
            <a:r>
              <a:rPr lang="en-US" dirty="0">
                <a:solidFill>
                  <a:schemeClr val="tx1"/>
                </a:solidFill>
              </a:rPr>
              <a:t>Focusing on new branches in other cities to build reputation and strong relationships with new customers.</a:t>
            </a:r>
          </a:p>
          <a:p>
            <a:pPr marL="342900" indent="-342900">
              <a:spcBef>
                <a:spcPts val="0"/>
              </a:spcBef>
              <a:buClrTx/>
              <a:buFont typeface="Symbol" panose="05050102010706020507" pitchFamily="18" charset="2"/>
              <a:buChar char=""/>
            </a:pPr>
            <a:endParaRPr lang="en-US" dirty="0">
              <a:solidFill>
                <a:schemeClr val="tx1"/>
              </a:solidFill>
            </a:endParaRPr>
          </a:p>
          <a:p>
            <a:pPr marL="342900" indent="-342900">
              <a:spcBef>
                <a:spcPts val="0"/>
              </a:spcBef>
              <a:buClrTx/>
              <a:buFont typeface="Symbol" panose="05050102010706020507" pitchFamily="18" charset="2"/>
              <a:buChar char=""/>
            </a:pPr>
            <a:r>
              <a:rPr lang="en-US" dirty="0">
                <a:solidFill>
                  <a:schemeClr val="tx1"/>
                </a:solidFill>
              </a:rPr>
              <a:t>Focusing more on content marketing by providing more awareness videos from expert doctors about health and seasonal infectious diseases.</a:t>
            </a:r>
          </a:p>
          <a:p>
            <a:pPr marL="342900" indent="-342900">
              <a:spcBef>
                <a:spcPts val="0"/>
              </a:spcBef>
              <a:buClrTx/>
              <a:buFont typeface="Symbol" panose="05050102010706020507" pitchFamily="18" charset="2"/>
              <a:buChar char=""/>
            </a:pPr>
            <a:endParaRPr lang="en-US" dirty="0">
              <a:solidFill>
                <a:schemeClr val="tx1"/>
              </a:solidFill>
            </a:endParaRPr>
          </a:p>
          <a:p>
            <a:pPr marL="342900" indent="-342900">
              <a:spcBef>
                <a:spcPts val="0"/>
              </a:spcBef>
              <a:buClrTx/>
              <a:buFont typeface="Symbol" panose="05050102010706020507" pitchFamily="18" charset="2"/>
              <a:buChar char=""/>
            </a:pPr>
            <a:r>
              <a:rPr lang="en-US" dirty="0">
                <a:solidFill>
                  <a:schemeClr val="tx1"/>
                </a:solidFill>
              </a:rPr>
              <a:t>Improving their Website’s interface and make it more interactive with provision of online reservations and payments.</a:t>
            </a:r>
          </a:p>
          <a:p>
            <a:pPr marL="342900" indent="-342900">
              <a:spcBef>
                <a:spcPts val="0"/>
              </a:spcBef>
              <a:buClrTx/>
              <a:buFont typeface="Symbol" panose="05050102010706020507" pitchFamily="18" charset="2"/>
              <a:buChar char=""/>
            </a:pPr>
            <a:endParaRPr lang="en-US" dirty="0">
              <a:solidFill>
                <a:schemeClr val="tx1"/>
              </a:solidFill>
            </a:endParaRPr>
          </a:p>
          <a:p>
            <a:pPr marL="342900" indent="-342900">
              <a:spcBef>
                <a:spcPts val="0"/>
              </a:spcBef>
              <a:buClrTx/>
              <a:buFont typeface="Symbol" panose="05050102010706020507" pitchFamily="18" charset="2"/>
              <a:buChar char=""/>
            </a:pPr>
            <a:r>
              <a:rPr lang="en-US" dirty="0">
                <a:solidFill>
                  <a:schemeClr val="tx1"/>
                </a:solidFill>
              </a:rPr>
              <a:t>Make </a:t>
            </a:r>
            <a:r>
              <a:rPr lang="en-US" altLang="en-US" sz="2000" dirty="0">
                <a:solidFill>
                  <a:schemeClr val="tx1">
                    <a:lumMod val="95000"/>
                    <a:lumOff val="5000"/>
                  </a:schemeClr>
                </a:solidFill>
              </a:rPr>
              <a:t>Kiosks campaigns.</a:t>
            </a:r>
          </a:p>
          <a:p>
            <a:pPr marL="0" indent="0">
              <a:spcBef>
                <a:spcPts val="0"/>
              </a:spcBef>
              <a:buClrTx/>
              <a:buNone/>
            </a:pPr>
            <a:endParaRPr lang="en-US" dirty="0">
              <a:solidFill>
                <a:schemeClr val="tx1"/>
              </a:solidFill>
            </a:endParaRPr>
          </a:p>
          <a:p>
            <a:pPr marL="0" indent="0">
              <a:spcBef>
                <a:spcPts val="0"/>
              </a:spcBef>
              <a:buClrTx/>
              <a:buNone/>
            </a:pPr>
            <a:endParaRPr lang="en-US" dirty="0">
              <a:solidFill>
                <a:schemeClr val="tx1"/>
              </a:solidFill>
            </a:endParaRPr>
          </a:p>
          <a:p>
            <a:pPr marL="0" indent="0">
              <a:buNone/>
            </a:pPr>
            <a:endParaRPr lang="en-US" dirty="0"/>
          </a:p>
        </p:txBody>
      </p:sp>
    </p:spTree>
    <p:extLst>
      <p:ext uri="{BB962C8B-B14F-4D97-AF65-F5344CB8AC3E}">
        <p14:creationId xmlns:p14="http://schemas.microsoft.com/office/powerpoint/2010/main" val="1900559820"/>
      </p:ext>
    </p:extLst>
  </p:cSld>
  <p:clrMapOvr>
    <a:masterClrMapping/>
  </p:clrMapOvr>
</p:sld>
</file>

<file path=ppt/theme/theme1.xml><?xml version="1.0" encoding="utf-8"?>
<a:theme xmlns:a="http://schemas.openxmlformats.org/drawingml/2006/main" name="ModOverlayVTI">
  <a:themeElements>
    <a:clrScheme name="Custom 3">
      <a:dk1>
        <a:sysClr val="windowText" lastClr="000000"/>
      </a:dk1>
      <a:lt1>
        <a:sysClr val="window" lastClr="FFFFFF"/>
      </a:lt1>
      <a:dk2>
        <a:srgbClr val="335B74"/>
      </a:dk2>
      <a:lt2>
        <a:srgbClr val="DFE3E5"/>
      </a:lt2>
      <a:accent1>
        <a:srgbClr val="1CADE4"/>
      </a:accent1>
      <a:accent2>
        <a:srgbClr val="0F5CB1"/>
      </a:accent2>
      <a:accent3>
        <a:srgbClr val="27CED7"/>
      </a:accent3>
      <a:accent4>
        <a:srgbClr val="42BA97"/>
      </a:accent4>
      <a:accent5>
        <a:srgbClr val="3E8853"/>
      </a:accent5>
      <a:accent6>
        <a:srgbClr val="62A39F"/>
      </a:accent6>
      <a:hlink>
        <a:srgbClr val="6EAC1C"/>
      </a:hlink>
      <a:folHlink>
        <a:srgbClr val="B26B02"/>
      </a:folHlink>
    </a:clrScheme>
    <a:fontScheme name="Elephant Arial Nova Light">
      <a:majorFont>
        <a:latin typeface="Elephant"/>
        <a:ea typeface=""/>
        <a:cs typeface=""/>
      </a:majorFont>
      <a:minorFont>
        <a:latin typeface="Arial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odOverlayVTI" id="{85202D65-63D3-4793-A090-FA8DF18DC0BE}" vid="{91924FCD-E846-48AE-B233-F25A78D18B8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BDA44E7E2BB59045B9C7661672B12305" ma:contentTypeVersion="8" ma:contentTypeDescription="Create a new document." ma:contentTypeScope="" ma:versionID="aca5a531705aff1abca0f4cdf1fd1f5f">
  <xsd:schema xmlns:xsd="http://www.w3.org/2001/XMLSchema" xmlns:xs="http://www.w3.org/2001/XMLSchema" xmlns:p="http://schemas.microsoft.com/office/2006/metadata/properties" xmlns:ns3="83e796c3-7939-4dba-b7eb-72dbde3155e0" xmlns:ns4="9f417591-9ab7-4893-abe7-520bbfa82906" targetNamespace="http://schemas.microsoft.com/office/2006/metadata/properties" ma:root="true" ma:fieldsID="ca460b5d09eca279f166c81c7d75cb59" ns3:_="" ns4:_="">
    <xsd:import namespace="83e796c3-7939-4dba-b7eb-72dbde3155e0"/>
    <xsd:import namespace="9f417591-9ab7-4893-abe7-520bbfa82906"/>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GenerationTime" minOccurs="0"/>
                <xsd:element ref="ns4: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3e796c3-7939-4dba-b7eb-72dbde3155e0"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f417591-9ab7-4893-abe7-520bbfa82906"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A65B2FB-ED7A-4DD8-951D-DEA1316740D5}">
  <ds:schemaRefs>
    <ds:schemaRef ds:uri="9f417591-9ab7-4893-abe7-520bbfa82906"/>
    <ds:schemaRef ds:uri="http://schemas.openxmlformats.org/package/2006/metadata/core-properties"/>
    <ds:schemaRef ds:uri="83e796c3-7939-4dba-b7eb-72dbde3155e0"/>
    <ds:schemaRef ds:uri="http://purl.org/dc/terms/"/>
    <ds:schemaRef ds:uri="http://schemas.microsoft.com/office/2006/documentManagement/types"/>
    <ds:schemaRef ds:uri="http://schemas.microsoft.com/office/infopath/2007/PartnerControls"/>
    <ds:schemaRef ds:uri="http://purl.org/dc/elements/1.1/"/>
    <ds:schemaRef ds:uri="http://schemas.microsoft.com/office/2006/metadata/properties"/>
    <ds:schemaRef ds:uri="http://www.w3.org/XML/1998/namespace"/>
    <ds:schemaRef ds:uri="http://purl.org/dc/dcmitype/"/>
  </ds:schemaRefs>
</ds:datastoreItem>
</file>

<file path=customXml/itemProps2.xml><?xml version="1.0" encoding="utf-8"?>
<ds:datastoreItem xmlns:ds="http://schemas.openxmlformats.org/officeDocument/2006/customXml" ds:itemID="{BB469EB2-5326-4C2E-9C65-5D6E97BC629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3e796c3-7939-4dba-b7eb-72dbde3155e0"/>
    <ds:schemaRef ds:uri="9f417591-9ab7-4893-abe7-520bbfa8290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5CCB6A0-855E-4B74-90CC-6B511DF4152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1071</TotalTime>
  <Words>1263</Words>
  <Application>Microsoft Office PowerPoint</Application>
  <PresentationFormat>Widescreen</PresentationFormat>
  <Paragraphs>181</Paragraphs>
  <Slides>13</Slides>
  <Notes>0</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13</vt:i4>
      </vt:variant>
    </vt:vector>
  </HeadingPairs>
  <TitlesOfParts>
    <vt:vector size="28" baseType="lpstr">
      <vt:lpstr>Amasis MT Pro</vt:lpstr>
      <vt:lpstr>Amasis MT Pro Black</vt:lpstr>
      <vt:lpstr>Amasis MT Pro Light</vt:lpstr>
      <vt:lpstr>Arial</vt:lpstr>
      <vt:lpstr>Arial Nova Light</vt:lpstr>
      <vt:lpstr>Arial Nova Light (Body)</vt:lpstr>
      <vt:lpstr>Arial Rounded MT Bold</vt:lpstr>
      <vt:lpstr>Calibri</vt:lpstr>
      <vt:lpstr>Elephant</vt:lpstr>
      <vt:lpstr>Fira Sans Extra Condensed Medium</vt:lpstr>
      <vt:lpstr>Montserrat</vt:lpstr>
      <vt:lpstr>Roboto</vt:lpstr>
      <vt:lpstr>Symbol</vt:lpstr>
      <vt:lpstr>Wingdings</vt:lpstr>
      <vt:lpstr>ModOverlayVTI</vt:lpstr>
      <vt:lpstr>Mabaret El Asafra  Marketing Plan</vt:lpstr>
      <vt:lpstr>Objectives:</vt:lpstr>
      <vt:lpstr>Mabaret El Asafra profile:</vt:lpstr>
      <vt:lpstr>PowerPoint Presentation</vt:lpstr>
      <vt:lpstr>Consumer Behavioral Analysis:</vt:lpstr>
      <vt:lpstr>Buyer Behavioral Analysis:</vt:lpstr>
      <vt:lpstr>Customer Driven Marketing Strategy:</vt:lpstr>
      <vt:lpstr>Marketing Implementation :</vt:lpstr>
      <vt:lpstr>Promotion mix:</vt:lpstr>
      <vt:lpstr>PowerPoint Presentation</vt:lpstr>
      <vt:lpstr>Digital marketing status: </vt:lpstr>
      <vt:lpstr> Marketing Analytics : KPIs</vt:lpstr>
      <vt:lpstr>Recommendations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Mabaret El asafra Marketing Plan</dc:title>
  <dc:creator>Rahma Mohamed</dc:creator>
  <cp:lastModifiedBy>Rahma Mohamed</cp:lastModifiedBy>
  <cp:revision>95</cp:revision>
  <dcterms:created xsi:type="dcterms:W3CDTF">2022-05-28T12:16:39Z</dcterms:created>
  <dcterms:modified xsi:type="dcterms:W3CDTF">2022-06-02T21:31:00Z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0x010100BDA44E7E2BB59045B9C7661672B12305</vt:lpwstr>
  </property>
</Properties>
</file>